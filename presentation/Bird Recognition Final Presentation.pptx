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Fira Sans Extra Condensed"/>
      <p:regular r:id="rId28"/>
      <p:bold r:id="rId29"/>
      <p:italic r:id="rId30"/>
      <p:boldItalic r:id="rId31"/>
    </p:embeddedFont>
    <p:embeddedFont>
      <p:font typeface="Fira Sans Extra Condensed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6E3582-1484-465C-BE50-2F754FBE33EE}">
  <a:tblStyle styleId="{376E3582-1484-465C-BE50-2F754FBE33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FiraSansExtraCondensed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-boldItalic.fntdata"/><Relationship Id="rId30" Type="http://schemas.openxmlformats.org/officeDocument/2006/relationships/font" Target="fonts/FiraSansExtraCondensed-italic.fntdata"/><Relationship Id="rId11" Type="http://schemas.openxmlformats.org/officeDocument/2006/relationships/slide" Target="slides/slide6.xml"/><Relationship Id="rId33" Type="http://schemas.openxmlformats.org/officeDocument/2006/relationships/font" Target="fonts/FiraSansExtraCondensedSemiBold-bold.fntdata"/><Relationship Id="rId10" Type="http://schemas.openxmlformats.org/officeDocument/2006/relationships/slide" Target="slides/slide5.xml"/><Relationship Id="rId32" Type="http://schemas.openxmlformats.org/officeDocument/2006/relationships/font" Target="fonts/FiraSansExtraCondensed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FiraSansExtraCondensed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FiraSansExtraCondensed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a3fb9f80e_0_3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aa3fb9f80e_0_3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c59241f6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c59241f6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"A quick reminder of our goal: distinguishing between visually similar bird species."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"The big update here is in our </a:t>
            </a:r>
            <a:r>
              <a:rPr b="1" lang="en">
                <a:solidFill>
                  <a:schemeClr val="dk1"/>
                </a:solidFill>
              </a:rPr>
              <a:t>Methodology</a:t>
            </a:r>
            <a:r>
              <a:rPr lang="en">
                <a:solidFill>
                  <a:schemeClr val="dk1"/>
                </a:solidFill>
              </a:rPr>
              <a:t>. We’ve expanded to </a:t>
            </a:r>
            <a:r>
              <a:rPr b="1" lang="en">
                <a:solidFill>
                  <a:schemeClr val="dk1"/>
                </a:solidFill>
              </a:rPr>
              <a:t>four specific models</a:t>
            </a:r>
            <a:r>
              <a:rPr lang="en">
                <a:solidFill>
                  <a:schemeClr val="dk1"/>
                </a:solidFill>
              </a:rPr>
              <a:t>:"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"First, a binary baseline to test the data." 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"Second, a custom CNN to test the difficulty."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"And finally, </a:t>
            </a:r>
            <a:r>
              <a:rPr b="1" lang="en">
                <a:solidFill>
                  <a:schemeClr val="dk1"/>
                </a:solidFill>
              </a:rPr>
              <a:t>ResNet50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EfficientNet</a:t>
            </a:r>
            <a:r>
              <a:rPr lang="en">
                <a:solidFill>
                  <a:schemeClr val="dk1"/>
                </a:solidFill>
              </a:rPr>
              <a:t> to solve the problem."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89aeaf93f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89aeaf93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"We utilized the Kaggle Bird Species dataset containing about 12,000 images across 200 classes."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"We maintained a </a:t>
            </a:r>
            <a:r>
              <a:rPr b="1" lang="en">
                <a:solidFill>
                  <a:schemeClr val="dk1"/>
                </a:solidFill>
              </a:rPr>
              <a:t>70/15/15 split</a:t>
            </a:r>
            <a:r>
              <a:rPr lang="en">
                <a:solidFill>
                  <a:schemeClr val="dk1"/>
                </a:solidFill>
              </a:rPr>
              <a:t> for training, validation, and testing."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"A key constraint here was the limited data per species, which really tested the ability of our models to generalize without overfitting."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c59241f6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c59241f6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Slide 4: Method 1 - Baseline CNN (Bird vs. Not Bird)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"Let's look at our results. Method 1 was our proof-of-concept: a Binary Classifier."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"We trained a lightweight custom CNN just to detect </a:t>
            </a:r>
            <a:r>
              <a:rPr b="1" lang="en">
                <a:solidFill>
                  <a:schemeClr val="dk1"/>
                </a:solidFill>
              </a:rPr>
              <a:t>'Bird vs. Not Bird'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The Result:</a:t>
            </a:r>
            <a:r>
              <a:rPr lang="en">
                <a:solidFill>
                  <a:schemeClr val="dk1"/>
                </a:solidFill>
              </a:rPr>
              <a:t> It performed very well. This confirmed that the images themselves had enough clarity and information for a computer to recognize shapes and textures. However, distinguishing </a:t>
            </a:r>
            <a:r>
              <a:rPr i="1" lang="en">
                <a:solidFill>
                  <a:schemeClr val="dk1"/>
                </a:solidFill>
              </a:rPr>
              <a:t>between</a:t>
            </a:r>
            <a:r>
              <a:rPr lang="en">
                <a:solidFill>
                  <a:schemeClr val="dk1"/>
                </a:solidFill>
              </a:rPr>
              <a:t> species is a much harder task."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c59241f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c59241f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Graph Check:</a:t>
            </a:r>
            <a:r>
              <a:rPr lang="en">
                <a:solidFill>
                  <a:schemeClr val="dk1"/>
                </a:solidFill>
              </a:rPr>
              <a:t> Look at the blue line—it shoots straight up. This simple graph tells us the model learned to find birds almost instantly."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confirmed our data was clean enough for basic detection, just not specific classification yet."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1" lang="en"/>
              <a:t>Confusion Matrix:</a:t>
            </a:r>
            <a:r>
              <a:rPr lang="en"/>
              <a:t> It has four different </a:t>
            </a:r>
            <a:r>
              <a:rPr lang="en"/>
              <a:t>quadrant</a:t>
            </a:r>
            <a:r>
              <a:rPr lang="en"/>
              <a:t> and show True Negative, False Positive, False Negative, and True Positive”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1341e4d5e_4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1341e4d5e_4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For Method 2, we used our custom baseline CNN and asked it to classify all 200 bird species.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This model was very simple, we trained it completely from scratch.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And because it had no pre-trained knowledge, it had to learn everything, like edges, colors, and textures, on its own.</a:t>
            </a:r>
            <a:br>
              <a:rPr b="1" lang="en">
                <a:solidFill>
                  <a:schemeClr val="dk1"/>
                </a:solidFill>
              </a:rPr>
            </a:b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The goal was to see how far a small CNN could go on a challenging dataset with 200 classes.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1341e4d5e_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1341e4d5e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This is where the model struggled. Our validation accuracy got stuck around 4–5%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That means the CNN wasn’t learning the differences between bird species.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The reason is underfitting — the model was too simple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"The model simply wasn't deep enough to learn the fine-grained features—like beak shape, feathers, or specific patterns from the bird images"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And if you look at the confusion matrix on the right, it’s almost random — there’s no strong diagonal.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Which means the model wasn’t recognizing meaningful patterns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So overall, the baseline CNN gave us a starting point, but it wasn’t powerful enough for this dataset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1341e4d5e_4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1341e4d5e_4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Next, we moved on to Method 3: Transfer Learning with ResNet50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ResNet50 is a much deeper model that was already trained on millions of images.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So instead of learning from scratch, it already knows how to detect textures, shapes, and edges.”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“We used ResNet50’s pre-trained knowledge as a base and added our own layer for bird species.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Then we fine-tuned it so it learns bird-specific details.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Basically, instead of training from zero, we start with a model that already knows what to do.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b694879bbe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b694879bbe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ResNet50 performed much better than our baseline CNN. 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Even on the first epoch, accuracy jumped way higher than our baseline CNN.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After fine-tuning, the validation accuracy reached around 65–70%, which is a huge improvement compared to 4%.”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On the confusion matrix, you can now see a strong diagonal — this shows the model is correctly identifying many species.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ResNet50 still struggles with some </a:t>
            </a:r>
            <a:r>
              <a:rPr b="1" lang="en">
                <a:solidFill>
                  <a:schemeClr val="dk1"/>
                </a:solidFill>
              </a:rPr>
              <a:t>species</a:t>
            </a:r>
            <a:r>
              <a:rPr b="1" lang="en">
                <a:solidFill>
                  <a:schemeClr val="dk1"/>
                </a:solidFill>
              </a:rPr>
              <a:t> that look similar. But overall it learned much better patterns due to it being pre trained.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E0E0E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1341e4d5e_4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1341e4d5e_4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"Finally, this is our </a:t>
            </a:r>
            <a:r>
              <a:rPr b="1" lang="en">
                <a:solidFill>
                  <a:schemeClr val="dk1"/>
                </a:solidFill>
              </a:rPr>
              <a:t>Method number 4: EfficientNet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"EfficientNet uses 'Compound Scaling' to balance depth, width, and resolution."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The Result:</a:t>
            </a:r>
            <a:r>
              <a:rPr lang="en">
                <a:solidFill>
                  <a:schemeClr val="dk1"/>
                </a:solidFill>
              </a:rPr>
              <a:t> This was our top performer. It distinguished between subtle differences much better than the custom model and achieved a better balance of speed and accuracy compared to ResNet."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1341e4d5e_4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1341e4d5e_4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Graph Check:</a:t>
            </a:r>
            <a:r>
              <a:rPr lang="en">
                <a:solidFill>
                  <a:schemeClr val="dk1"/>
                </a:solidFill>
              </a:rPr>
              <a:t> The curve here is similar to ResNet—very high and stable—but this model is much lighter and faster."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 confusion matrix here shows a much stronger diagonal line, indicating correct predictions across the diverse species."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 confusion matrix on the right is the cleanest one we have, meaning it made the fewest mistakes between similar-looking birds."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694879bbe_0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b694879bbe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"Throughout this process, we navigated four main challenges:"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Limited Data:</a:t>
            </a:r>
            <a:r>
              <a:rPr lang="en">
                <a:solidFill>
                  <a:schemeClr val="dk1"/>
                </a:solidFill>
              </a:rPr>
              <a:t> The dataset was small relative to the complexity of the task."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Fine-Grained Classification:</a:t>
            </a:r>
            <a:r>
              <a:rPr lang="en">
                <a:solidFill>
                  <a:schemeClr val="dk1"/>
                </a:solidFill>
              </a:rPr>
              <a:t> Distinguishing between 200 similar birds requires capturing minute details that simple models miss."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Class Imbalance:</a:t>
            </a:r>
            <a:r>
              <a:rPr lang="en">
                <a:solidFill>
                  <a:schemeClr val="dk1"/>
                </a:solidFill>
              </a:rPr>
              <a:t> Some birds appeared more often, biasing the training."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Overfitting:</a:t>
            </a:r>
            <a:r>
              <a:rPr lang="en">
                <a:solidFill>
                  <a:schemeClr val="dk1"/>
                </a:solidFill>
              </a:rPr>
              <a:t> The powerful models (ResNet/EfficientNet) tried to memorize the data, requiring us to implement early stopping and dropout layers."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1341e4d5e_4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1341e4d5e_4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be56e5c6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be56e5c6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886400" y="410350"/>
            <a:ext cx="3800400" cy="216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1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886400" y="2801300"/>
            <a:ext cx="38004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kaggle.com/datasets/akash2907/bird-species-classification" TargetMode="External"/><Relationship Id="rId4" Type="http://schemas.openxmlformats.org/officeDocument/2006/relationships/hyperlink" Target="http://www.kaggle.com/datasets/muhammadsaoodsarwar/drone-vs-bird" TargetMode="External"/><Relationship Id="rId5" Type="http://schemas.openxmlformats.org/officeDocument/2006/relationships/hyperlink" Target="http://www.kaggle.com/datasets/iamsouravbanerjee/animal-image-dataset-90-different-anima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117400" y="3513925"/>
            <a:ext cx="38904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Members:</a:t>
            </a:r>
            <a:br>
              <a:rPr lang="en"/>
            </a:br>
            <a:r>
              <a:rPr lang="en"/>
              <a:t>John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Khoa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Eddie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Boyu</a:t>
            </a:r>
            <a:endParaRPr/>
          </a:p>
        </p:txBody>
      </p:sp>
      <p:sp>
        <p:nvSpPr>
          <p:cNvPr id="52" name="Google Shape;52;p13"/>
          <p:cNvSpPr txBox="1"/>
          <p:nvPr>
            <p:ph type="ctrTitle"/>
          </p:nvPr>
        </p:nvSpPr>
        <p:spPr>
          <a:xfrm>
            <a:off x="4904700" y="1737500"/>
            <a:ext cx="3763800" cy="7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1"/>
                </a:solidFill>
              </a:rPr>
              <a:t>Bird Species Image Classification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0" y="4391950"/>
            <a:ext cx="9144000" cy="12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13"/>
          <p:cNvGrpSpPr/>
          <p:nvPr/>
        </p:nvGrpSpPr>
        <p:grpSpPr>
          <a:xfrm>
            <a:off x="998978" y="674236"/>
            <a:ext cx="4118410" cy="4020816"/>
            <a:chOff x="4781354" y="712336"/>
            <a:chExt cx="4118410" cy="4020816"/>
          </a:xfrm>
        </p:grpSpPr>
        <p:sp>
          <p:nvSpPr>
            <p:cNvPr id="55" name="Google Shape;55;p13"/>
            <p:cNvSpPr/>
            <p:nvPr/>
          </p:nvSpPr>
          <p:spPr>
            <a:xfrm flipH="1">
              <a:off x="5369359" y="3588300"/>
              <a:ext cx="938116" cy="843638"/>
            </a:xfrm>
            <a:custGeom>
              <a:rect b="b" l="l" r="r" t="t"/>
              <a:pathLst>
                <a:path extrusionOk="0" h="12133" w="16420">
                  <a:moveTo>
                    <a:pt x="302" y="0"/>
                  </a:moveTo>
                  <a:cubicBezTo>
                    <a:pt x="166" y="0"/>
                    <a:pt x="0" y="258"/>
                    <a:pt x="140" y="398"/>
                  </a:cubicBezTo>
                  <a:cubicBezTo>
                    <a:pt x="1141" y="1532"/>
                    <a:pt x="2308" y="2533"/>
                    <a:pt x="3476" y="3467"/>
                  </a:cubicBezTo>
                  <a:cubicBezTo>
                    <a:pt x="4643" y="4467"/>
                    <a:pt x="5844" y="5401"/>
                    <a:pt x="7112" y="6302"/>
                  </a:cubicBezTo>
                  <a:cubicBezTo>
                    <a:pt x="9547" y="8203"/>
                    <a:pt x="12516" y="10205"/>
                    <a:pt x="15017" y="11973"/>
                  </a:cubicBezTo>
                  <a:cubicBezTo>
                    <a:pt x="15178" y="12086"/>
                    <a:pt x="15371" y="12133"/>
                    <a:pt x="15554" y="12133"/>
                  </a:cubicBezTo>
                  <a:cubicBezTo>
                    <a:pt x="16018" y="12133"/>
                    <a:pt x="16420" y="11835"/>
                    <a:pt x="16085" y="11573"/>
                  </a:cubicBezTo>
                  <a:cubicBezTo>
                    <a:pt x="13650" y="9738"/>
                    <a:pt x="10247" y="7236"/>
                    <a:pt x="7746" y="5401"/>
                  </a:cubicBezTo>
                  <a:cubicBezTo>
                    <a:pt x="6511" y="4467"/>
                    <a:pt x="5310" y="3567"/>
                    <a:pt x="4043" y="2700"/>
                  </a:cubicBezTo>
                  <a:cubicBezTo>
                    <a:pt x="2842" y="1766"/>
                    <a:pt x="1675" y="798"/>
                    <a:pt x="374" y="31"/>
                  </a:cubicBezTo>
                  <a:cubicBezTo>
                    <a:pt x="352" y="10"/>
                    <a:pt x="327" y="0"/>
                    <a:pt x="302" y="0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 flipH="1">
              <a:off x="4936984" y="4389779"/>
              <a:ext cx="456713" cy="218149"/>
            </a:xfrm>
            <a:custGeom>
              <a:rect b="b" l="l" r="r" t="t"/>
              <a:pathLst>
                <a:path extrusionOk="0" h="3601" w="7539">
                  <a:moveTo>
                    <a:pt x="1118" y="1"/>
                  </a:moveTo>
                  <a:cubicBezTo>
                    <a:pt x="755" y="1"/>
                    <a:pt x="397" y="42"/>
                    <a:pt x="100" y="227"/>
                  </a:cubicBezTo>
                  <a:cubicBezTo>
                    <a:pt x="0" y="360"/>
                    <a:pt x="33" y="561"/>
                    <a:pt x="200" y="561"/>
                  </a:cubicBezTo>
                  <a:cubicBezTo>
                    <a:pt x="767" y="561"/>
                    <a:pt x="1334" y="727"/>
                    <a:pt x="1901" y="794"/>
                  </a:cubicBezTo>
                  <a:cubicBezTo>
                    <a:pt x="2602" y="827"/>
                    <a:pt x="3336" y="961"/>
                    <a:pt x="4070" y="1028"/>
                  </a:cubicBezTo>
                  <a:cubicBezTo>
                    <a:pt x="4570" y="1061"/>
                    <a:pt x="5170" y="1128"/>
                    <a:pt x="5604" y="1361"/>
                  </a:cubicBezTo>
                  <a:cubicBezTo>
                    <a:pt x="6104" y="1661"/>
                    <a:pt x="6371" y="2295"/>
                    <a:pt x="6538" y="2796"/>
                  </a:cubicBezTo>
                  <a:cubicBezTo>
                    <a:pt x="6605" y="2996"/>
                    <a:pt x="6605" y="3329"/>
                    <a:pt x="6772" y="3496"/>
                  </a:cubicBezTo>
                  <a:cubicBezTo>
                    <a:pt x="6841" y="3566"/>
                    <a:pt x="6928" y="3600"/>
                    <a:pt x="7011" y="3600"/>
                  </a:cubicBezTo>
                  <a:cubicBezTo>
                    <a:pt x="7126" y="3600"/>
                    <a:pt x="7233" y="3532"/>
                    <a:pt x="7272" y="3396"/>
                  </a:cubicBezTo>
                  <a:cubicBezTo>
                    <a:pt x="7539" y="2962"/>
                    <a:pt x="7172" y="2162"/>
                    <a:pt x="6938" y="1795"/>
                  </a:cubicBezTo>
                  <a:cubicBezTo>
                    <a:pt x="6705" y="1294"/>
                    <a:pt x="6371" y="861"/>
                    <a:pt x="5904" y="627"/>
                  </a:cubicBezTo>
                  <a:cubicBezTo>
                    <a:pt x="5404" y="327"/>
                    <a:pt x="4870" y="227"/>
                    <a:pt x="4337" y="194"/>
                  </a:cubicBezTo>
                  <a:cubicBezTo>
                    <a:pt x="3569" y="127"/>
                    <a:pt x="2769" y="27"/>
                    <a:pt x="1968" y="27"/>
                  </a:cubicBezTo>
                  <a:cubicBezTo>
                    <a:pt x="1701" y="27"/>
                    <a:pt x="1408" y="1"/>
                    <a:pt x="1118" y="1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 flipH="1" rot="-304388">
              <a:off x="4894481" y="4386199"/>
              <a:ext cx="534076" cy="122492"/>
            </a:xfrm>
            <a:custGeom>
              <a:rect b="b" l="l" r="r" t="t"/>
              <a:pathLst>
                <a:path extrusionOk="0" h="2022" w="8381">
                  <a:moveTo>
                    <a:pt x="5526" y="1"/>
                  </a:moveTo>
                  <a:cubicBezTo>
                    <a:pt x="5277" y="1"/>
                    <a:pt x="5036" y="13"/>
                    <a:pt x="4811" y="29"/>
                  </a:cubicBezTo>
                  <a:cubicBezTo>
                    <a:pt x="3977" y="129"/>
                    <a:pt x="3143" y="229"/>
                    <a:pt x="2309" y="362"/>
                  </a:cubicBezTo>
                  <a:cubicBezTo>
                    <a:pt x="1876" y="462"/>
                    <a:pt x="1475" y="529"/>
                    <a:pt x="1042" y="562"/>
                  </a:cubicBezTo>
                  <a:cubicBezTo>
                    <a:pt x="708" y="629"/>
                    <a:pt x="408" y="663"/>
                    <a:pt x="141" y="829"/>
                  </a:cubicBezTo>
                  <a:cubicBezTo>
                    <a:pt x="0" y="886"/>
                    <a:pt x="50" y="1085"/>
                    <a:pt x="169" y="1085"/>
                  </a:cubicBezTo>
                  <a:cubicBezTo>
                    <a:pt x="191" y="1085"/>
                    <a:pt x="215" y="1078"/>
                    <a:pt x="241" y="1063"/>
                  </a:cubicBezTo>
                  <a:cubicBezTo>
                    <a:pt x="421" y="1003"/>
                    <a:pt x="613" y="991"/>
                    <a:pt x="810" y="991"/>
                  </a:cubicBezTo>
                  <a:cubicBezTo>
                    <a:pt x="942" y="991"/>
                    <a:pt x="1075" y="996"/>
                    <a:pt x="1209" y="996"/>
                  </a:cubicBezTo>
                  <a:cubicBezTo>
                    <a:pt x="1575" y="996"/>
                    <a:pt x="1909" y="963"/>
                    <a:pt x="2309" y="863"/>
                  </a:cubicBezTo>
                  <a:cubicBezTo>
                    <a:pt x="3043" y="796"/>
                    <a:pt x="3810" y="663"/>
                    <a:pt x="4578" y="562"/>
                  </a:cubicBezTo>
                  <a:cubicBezTo>
                    <a:pt x="4861" y="548"/>
                    <a:pt x="5158" y="533"/>
                    <a:pt x="5456" y="533"/>
                  </a:cubicBezTo>
                  <a:cubicBezTo>
                    <a:pt x="5825" y="533"/>
                    <a:pt x="6195" y="555"/>
                    <a:pt x="6546" y="629"/>
                  </a:cubicBezTo>
                  <a:cubicBezTo>
                    <a:pt x="7013" y="729"/>
                    <a:pt x="7313" y="996"/>
                    <a:pt x="7413" y="1463"/>
                  </a:cubicBezTo>
                  <a:cubicBezTo>
                    <a:pt x="7487" y="1660"/>
                    <a:pt x="7670" y="2022"/>
                    <a:pt x="7896" y="2022"/>
                  </a:cubicBezTo>
                  <a:cubicBezTo>
                    <a:pt x="7975" y="2022"/>
                    <a:pt x="8060" y="1977"/>
                    <a:pt x="8147" y="1863"/>
                  </a:cubicBezTo>
                  <a:cubicBezTo>
                    <a:pt x="8380" y="1496"/>
                    <a:pt x="8080" y="863"/>
                    <a:pt x="7747" y="629"/>
                  </a:cubicBezTo>
                  <a:cubicBezTo>
                    <a:pt x="7164" y="122"/>
                    <a:pt x="6311" y="1"/>
                    <a:pt x="5526" y="1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 flipH="1">
              <a:off x="5126902" y="4407772"/>
              <a:ext cx="294055" cy="286786"/>
            </a:xfrm>
            <a:custGeom>
              <a:rect b="b" l="l" r="r" t="t"/>
              <a:pathLst>
                <a:path extrusionOk="0" h="4734" w="4854">
                  <a:moveTo>
                    <a:pt x="229" y="1"/>
                  </a:moveTo>
                  <a:cubicBezTo>
                    <a:pt x="96" y="1"/>
                    <a:pt x="1" y="141"/>
                    <a:pt x="50" y="264"/>
                  </a:cubicBezTo>
                  <a:cubicBezTo>
                    <a:pt x="350" y="697"/>
                    <a:pt x="950" y="697"/>
                    <a:pt x="1384" y="764"/>
                  </a:cubicBezTo>
                  <a:cubicBezTo>
                    <a:pt x="1951" y="864"/>
                    <a:pt x="2618" y="931"/>
                    <a:pt x="3052" y="1331"/>
                  </a:cubicBezTo>
                  <a:cubicBezTo>
                    <a:pt x="3519" y="1698"/>
                    <a:pt x="3686" y="2432"/>
                    <a:pt x="3853" y="3032"/>
                  </a:cubicBezTo>
                  <a:cubicBezTo>
                    <a:pt x="3986" y="3499"/>
                    <a:pt x="4153" y="3933"/>
                    <a:pt x="4119" y="4400"/>
                  </a:cubicBezTo>
                  <a:cubicBezTo>
                    <a:pt x="4119" y="4500"/>
                    <a:pt x="4186" y="4600"/>
                    <a:pt x="4286" y="4700"/>
                  </a:cubicBezTo>
                  <a:cubicBezTo>
                    <a:pt x="4320" y="4733"/>
                    <a:pt x="4353" y="4733"/>
                    <a:pt x="4420" y="4733"/>
                  </a:cubicBezTo>
                  <a:cubicBezTo>
                    <a:pt x="4553" y="4733"/>
                    <a:pt x="4686" y="4667"/>
                    <a:pt x="4720" y="4500"/>
                  </a:cubicBezTo>
                  <a:cubicBezTo>
                    <a:pt x="4853" y="4000"/>
                    <a:pt x="4586" y="3399"/>
                    <a:pt x="4486" y="2932"/>
                  </a:cubicBezTo>
                  <a:cubicBezTo>
                    <a:pt x="4320" y="2265"/>
                    <a:pt x="4186" y="1531"/>
                    <a:pt x="3719" y="997"/>
                  </a:cubicBezTo>
                  <a:cubicBezTo>
                    <a:pt x="3319" y="530"/>
                    <a:pt x="2685" y="330"/>
                    <a:pt x="2085" y="230"/>
                  </a:cubicBezTo>
                  <a:cubicBezTo>
                    <a:pt x="1751" y="197"/>
                    <a:pt x="1417" y="164"/>
                    <a:pt x="1084" y="164"/>
                  </a:cubicBezTo>
                  <a:cubicBezTo>
                    <a:pt x="1017" y="164"/>
                    <a:pt x="936" y="167"/>
                    <a:pt x="850" y="167"/>
                  </a:cubicBezTo>
                  <a:cubicBezTo>
                    <a:pt x="680" y="167"/>
                    <a:pt x="495" y="152"/>
                    <a:pt x="383" y="63"/>
                  </a:cubicBezTo>
                  <a:cubicBezTo>
                    <a:pt x="330" y="19"/>
                    <a:pt x="277" y="1"/>
                    <a:pt x="229" y="1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 flipH="1">
              <a:off x="5369404" y="4412376"/>
              <a:ext cx="175864" cy="134669"/>
            </a:xfrm>
            <a:custGeom>
              <a:rect b="b" l="l" r="r" t="t"/>
              <a:pathLst>
                <a:path extrusionOk="0" h="2223" w="2903">
                  <a:moveTo>
                    <a:pt x="2378" y="1"/>
                  </a:moveTo>
                  <a:cubicBezTo>
                    <a:pt x="2311" y="1"/>
                    <a:pt x="2242" y="9"/>
                    <a:pt x="2169" y="21"/>
                  </a:cubicBezTo>
                  <a:cubicBezTo>
                    <a:pt x="2002" y="21"/>
                    <a:pt x="1768" y="88"/>
                    <a:pt x="1601" y="88"/>
                  </a:cubicBezTo>
                  <a:cubicBezTo>
                    <a:pt x="1435" y="88"/>
                    <a:pt x="1235" y="121"/>
                    <a:pt x="1068" y="188"/>
                  </a:cubicBezTo>
                  <a:cubicBezTo>
                    <a:pt x="901" y="288"/>
                    <a:pt x="834" y="421"/>
                    <a:pt x="701" y="521"/>
                  </a:cubicBezTo>
                  <a:cubicBezTo>
                    <a:pt x="501" y="755"/>
                    <a:pt x="334" y="955"/>
                    <a:pt x="200" y="1188"/>
                  </a:cubicBezTo>
                  <a:cubicBezTo>
                    <a:pt x="100" y="1322"/>
                    <a:pt x="67" y="1489"/>
                    <a:pt x="67" y="1622"/>
                  </a:cubicBezTo>
                  <a:cubicBezTo>
                    <a:pt x="34" y="1789"/>
                    <a:pt x="0" y="1956"/>
                    <a:pt x="100" y="2122"/>
                  </a:cubicBezTo>
                  <a:cubicBezTo>
                    <a:pt x="150" y="2189"/>
                    <a:pt x="226" y="2222"/>
                    <a:pt x="301" y="2222"/>
                  </a:cubicBezTo>
                  <a:cubicBezTo>
                    <a:pt x="376" y="2222"/>
                    <a:pt x="451" y="2189"/>
                    <a:pt x="501" y="2122"/>
                  </a:cubicBezTo>
                  <a:cubicBezTo>
                    <a:pt x="567" y="1989"/>
                    <a:pt x="567" y="1822"/>
                    <a:pt x="567" y="1689"/>
                  </a:cubicBezTo>
                  <a:cubicBezTo>
                    <a:pt x="567" y="1589"/>
                    <a:pt x="601" y="1489"/>
                    <a:pt x="601" y="1355"/>
                  </a:cubicBezTo>
                  <a:cubicBezTo>
                    <a:pt x="667" y="1155"/>
                    <a:pt x="734" y="855"/>
                    <a:pt x="934" y="788"/>
                  </a:cubicBezTo>
                  <a:cubicBezTo>
                    <a:pt x="1068" y="755"/>
                    <a:pt x="1201" y="755"/>
                    <a:pt x="1335" y="688"/>
                  </a:cubicBezTo>
                  <a:cubicBezTo>
                    <a:pt x="1435" y="655"/>
                    <a:pt x="1535" y="655"/>
                    <a:pt x="1702" y="655"/>
                  </a:cubicBezTo>
                  <a:cubicBezTo>
                    <a:pt x="1868" y="655"/>
                    <a:pt x="2035" y="621"/>
                    <a:pt x="2202" y="588"/>
                  </a:cubicBezTo>
                  <a:cubicBezTo>
                    <a:pt x="2369" y="521"/>
                    <a:pt x="2535" y="454"/>
                    <a:pt x="2702" y="354"/>
                  </a:cubicBezTo>
                  <a:cubicBezTo>
                    <a:pt x="2902" y="321"/>
                    <a:pt x="2902" y="154"/>
                    <a:pt x="2736" y="88"/>
                  </a:cubicBezTo>
                  <a:cubicBezTo>
                    <a:pt x="2609" y="24"/>
                    <a:pt x="2495" y="1"/>
                    <a:pt x="2378" y="1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 flipH="1">
              <a:off x="6381635" y="3531608"/>
              <a:ext cx="700062" cy="942504"/>
            </a:xfrm>
            <a:custGeom>
              <a:rect b="b" l="l" r="r" t="t"/>
              <a:pathLst>
                <a:path extrusionOk="0" h="15558" w="11556">
                  <a:moveTo>
                    <a:pt x="298" y="0"/>
                  </a:moveTo>
                  <a:cubicBezTo>
                    <a:pt x="160" y="0"/>
                    <a:pt x="1" y="213"/>
                    <a:pt x="78" y="367"/>
                  </a:cubicBezTo>
                  <a:cubicBezTo>
                    <a:pt x="711" y="1734"/>
                    <a:pt x="1545" y="3035"/>
                    <a:pt x="2346" y="4336"/>
                  </a:cubicBezTo>
                  <a:cubicBezTo>
                    <a:pt x="3113" y="5637"/>
                    <a:pt x="4014" y="6871"/>
                    <a:pt x="4881" y="8072"/>
                  </a:cubicBezTo>
                  <a:cubicBezTo>
                    <a:pt x="6616" y="10574"/>
                    <a:pt x="8584" y="12909"/>
                    <a:pt x="10385" y="15344"/>
                  </a:cubicBezTo>
                  <a:cubicBezTo>
                    <a:pt x="10495" y="15494"/>
                    <a:pt x="10657" y="15557"/>
                    <a:pt x="10817" y="15557"/>
                  </a:cubicBezTo>
                  <a:cubicBezTo>
                    <a:pt x="11190" y="15557"/>
                    <a:pt x="11556" y="15217"/>
                    <a:pt x="11252" y="14844"/>
                  </a:cubicBezTo>
                  <a:cubicBezTo>
                    <a:pt x="9451" y="12342"/>
                    <a:pt x="7583" y="9907"/>
                    <a:pt x="5748" y="7472"/>
                  </a:cubicBezTo>
                  <a:cubicBezTo>
                    <a:pt x="4848" y="6237"/>
                    <a:pt x="4014" y="5003"/>
                    <a:pt x="3080" y="3736"/>
                  </a:cubicBezTo>
                  <a:cubicBezTo>
                    <a:pt x="2212" y="2501"/>
                    <a:pt x="1379" y="1234"/>
                    <a:pt x="411" y="66"/>
                  </a:cubicBezTo>
                  <a:cubicBezTo>
                    <a:pt x="380" y="20"/>
                    <a:pt x="340" y="0"/>
                    <a:pt x="298" y="0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 flipH="1">
              <a:off x="5999920" y="4420135"/>
              <a:ext cx="448655" cy="243168"/>
            </a:xfrm>
            <a:custGeom>
              <a:rect b="b" l="l" r="r" t="t"/>
              <a:pathLst>
                <a:path extrusionOk="0" h="4014" w="7406">
                  <a:moveTo>
                    <a:pt x="998" y="0"/>
                  </a:moveTo>
                  <a:cubicBezTo>
                    <a:pt x="700" y="0"/>
                    <a:pt x="407" y="40"/>
                    <a:pt x="134" y="177"/>
                  </a:cubicBezTo>
                  <a:cubicBezTo>
                    <a:pt x="1" y="243"/>
                    <a:pt x="101" y="477"/>
                    <a:pt x="268" y="510"/>
                  </a:cubicBezTo>
                  <a:cubicBezTo>
                    <a:pt x="568" y="543"/>
                    <a:pt x="835" y="644"/>
                    <a:pt x="1101" y="677"/>
                  </a:cubicBezTo>
                  <a:cubicBezTo>
                    <a:pt x="1435" y="744"/>
                    <a:pt x="1769" y="810"/>
                    <a:pt x="2102" y="844"/>
                  </a:cubicBezTo>
                  <a:cubicBezTo>
                    <a:pt x="2769" y="977"/>
                    <a:pt x="3403" y="1077"/>
                    <a:pt x="4070" y="1211"/>
                  </a:cubicBezTo>
                  <a:cubicBezTo>
                    <a:pt x="4571" y="1311"/>
                    <a:pt x="5138" y="1377"/>
                    <a:pt x="5571" y="1678"/>
                  </a:cubicBezTo>
                  <a:cubicBezTo>
                    <a:pt x="6005" y="1978"/>
                    <a:pt x="6238" y="2578"/>
                    <a:pt x="6339" y="3079"/>
                  </a:cubicBezTo>
                  <a:cubicBezTo>
                    <a:pt x="6405" y="3345"/>
                    <a:pt x="6405" y="3679"/>
                    <a:pt x="6572" y="3879"/>
                  </a:cubicBezTo>
                  <a:cubicBezTo>
                    <a:pt x="6649" y="3971"/>
                    <a:pt x="6739" y="4014"/>
                    <a:pt x="6828" y="4014"/>
                  </a:cubicBezTo>
                  <a:cubicBezTo>
                    <a:pt x="6932" y="4014"/>
                    <a:pt x="7034" y="3954"/>
                    <a:pt x="7106" y="3846"/>
                  </a:cubicBezTo>
                  <a:cubicBezTo>
                    <a:pt x="7406" y="3379"/>
                    <a:pt x="7006" y="2578"/>
                    <a:pt x="6839" y="2178"/>
                  </a:cubicBezTo>
                  <a:cubicBezTo>
                    <a:pt x="6605" y="1644"/>
                    <a:pt x="6305" y="1211"/>
                    <a:pt x="5805" y="877"/>
                  </a:cubicBezTo>
                  <a:cubicBezTo>
                    <a:pt x="5405" y="577"/>
                    <a:pt x="4837" y="510"/>
                    <a:pt x="4337" y="410"/>
                  </a:cubicBezTo>
                  <a:cubicBezTo>
                    <a:pt x="3603" y="310"/>
                    <a:pt x="2803" y="143"/>
                    <a:pt x="2069" y="76"/>
                  </a:cubicBezTo>
                  <a:cubicBezTo>
                    <a:pt x="1723" y="58"/>
                    <a:pt x="1357" y="0"/>
                    <a:pt x="998" y="0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 flipH="1">
              <a:off x="5953395" y="4399915"/>
              <a:ext cx="500997" cy="136850"/>
            </a:xfrm>
            <a:custGeom>
              <a:rect b="b" l="l" r="r" t="t"/>
              <a:pathLst>
                <a:path extrusionOk="0" h="2259" w="8270">
                  <a:moveTo>
                    <a:pt x="4733" y="0"/>
                  </a:moveTo>
                  <a:cubicBezTo>
                    <a:pt x="3899" y="0"/>
                    <a:pt x="3065" y="67"/>
                    <a:pt x="2232" y="167"/>
                  </a:cubicBezTo>
                  <a:lnTo>
                    <a:pt x="997" y="301"/>
                  </a:lnTo>
                  <a:cubicBezTo>
                    <a:pt x="664" y="301"/>
                    <a:pt x="364" y="334"/>
                    <a:pt x="63" y="467"/>
                  </a:cubicBezTo>
                  <a:cubicBezTo>
                    <a:pt x="1" y="562"/>
                    <a:pt x="86" y="804"/>
                    <a:pt x="207" y="804"/>
                  </a:cubicBezTo>
                  <a:cubicBezTo>
                    <a:pt x="215" y="804"/>
                    <a:pt x="222" y="803"/>
                    <a:pt x="230" y="801"/>
                  </a:cubicBezTo>
                  <a:cubicBezTo>
                    <a:pt x="430" y="741"/>
                    <a:pt x="630" y="729"/>
                    <a:pt x="823" y="729"/>
                  </a:cubicBezTo>
                  <a:cubicBezTo>
                    <a:pt x="952" y="729"/>
                    <a:pt x="1077" y="734"/>
                    <a:pt x="1197" y="734"/>
                  </a:cubicBezTo>
                  <a:cubicBezTo>
                    <a:pt x="1598" y="734"/>
                    <a:pt x="2031" y="734"/>
                    <a:pt x="2398" y="701"/>
                  </a:cubicBezTo>
                  <a:cubicBezTo>
                    <a:pt x="3166" y="668"/>
                    <a:pt x="3866" y="634"/>
                    <a:pt x="4600" y="567"/>
                  </a:cubicBezTo>
                  <a:cubicBezTo>
                    <a:pt x="5234" y="567"/>
                    <a:pt x="5867" y="567"/>
                    <a:pt x="6501" y="801"/>
                  </a:cubicBezTo>
                  <a:cubicBezTo>
                    <a:pt x="7002" y="968"/>
                    <a:pt x="7202" y="1235"/>
                    <a:pt x="7335" y="1702"/>
                  </a:cubicBezTo>
                  <a:cubicBezTo>
                    <a:pt x="7383" y="1938"/>
                    <a:pt x="7547" y="2258"/>
                    <a:pt x="7746" y="2258"/>
                  </a:cubicBezTo>
                  <a:cubicBezTo>
                    <a:pt x="7828" y="2258"/>
                    <a:pt x="7915" y="2204"/>
                    <a:pt x="8002" y="2069"/>
                  </a:cubicBezTo>
                  <a:cubicBezTo>
                    <a:pt x="8269" y="1702"/>
                    <a:pt x="8002" y="1068"/>
                    <a:pt x="7702" y="801"/>
                  </a:cubicBezTo>
                  <a:cubicBezTo>
                    <a:pt x="6935" y="34"/>
                    <a:pt x="5734" y="0"/>
                    <a:pt x="4733" y="0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 flipH="1">
              <a:off x="6242361" y="4426132"/>
              <a:ext cx="224449" cy="307019"/>
            </a:xfrm>
            <a:custGeom>
              <a:rect b="b" l="l" r="r" t="t"/>
              <a:pathLst>
                <a:path extrusionOk="0" h="5068" w="3705">
                  <a:moveTo>
                    <a:pt x="234" y="1"/>
                  </a:moveTo>
                  <a:cubicBezTo>
                    <a:pt x="100" y="1"/>
                    <a:pt x="1" y="98"/>
                    <a:pt x="68" y="211"/>
                  </a:cubicBezTo>
                  <a:cubicBezTo>
                    <a:pt x="202" y="611"/>
                    <a:pt x="635" y="778"/>
                    <a:pt x="1036" y="945"/>
                  </a:cubicBezTo>
                  <a:cubicBezTo>
                    <a:pt x="1536" y="1212"/>
                    <a:pt x="2070" y="1412"/>
                    <a:pt x="2470" y="1779"/>
                  </a:cubicBezTo>
                  <a:cubicBezTo>
                    <a:pt x="2803" y="2112"/>
                    <a:pt x="2904" y="2546"/>
                    <a:pt x="2970" y="2980"/>
                  </a:cubicBezTo>
                  <a:cubicBezTo>
                    <a:pt x="3070" y="3580"/>
                    <a:pt x="3037" y="4114"/>
                    <a:pt x="2803" y="4647"/>
                  </a:cubicBezTo>
                  <a:cubicBezTo>
                    <a:pt x="2736" y="4873"/>
                    <a:pt x="2973" y="5068"/>
                    <a:pt x="3175" y="5068"/>
                  </a:cubicBezTo>
                  <a:cubicBezTo>
                    <a:pt x="3272" y="5068"/>
                    <a:pt x="3361" y="5023"/>
                    <a:pt x="3404" y="4914"/>
                  </a:cubicBezTo>
                  <a:cubicBezTo>
                    <a:pt x="3637" y="4314"/>
                    <a:pt x="3704" y="3713"/>
                    <a:pt x="3604" y="3080"/>
                  </a:cubicBezTo>
                  <a:cubicBezTo>
                    <a:pt x="3571" y="2579"/>
                    <a:pt x="3537" y="2046"/>
                    <a:pt x="3237" y="1612"/>
                  </a:cubicBezTo>
                  <a:cubicBezTo>
                    <a:pt x="2904" y="1145"/>
                    <a:pt x="2370" y="811"/>
                    <a:pt x="1869" y="611"/>
                  </a:cubicBezTo>
                  <a:cubicBezTo>
                    <a:pt x="1603" y="478"/>
                    <a:pt x="1302" y="411"/>
                    <a:pt x="1036" y="311"/>
                  </a:cubicBezTo>
                  <a:cubicBezTo>
                    <a:pt x="802" y="278"/>
                    <a:pt x="569" y="244"/>
                    <a:pt x="435" y="78"/>
                  </a:cubicBezTo>
                  <a:cubicBezTo>
                    <a:pt x="370" y="23"/>
                    <a:pt x="298" y="1"/>
                    <a:pt x="234" y="1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 flipH="1">
              <a:off x="6420830" y="4431948"/>
              <a:ext cx="191433" cy="111467"/>
            </a:xfrm>
            <a:custGeom>
              <a:rect b="b" l="l" r="r" t="t"/>
              <a:pathLst>
                <a:path extrusionOk="0" h="1840" w="3160">
                  <a:moveTo>
                    <a:pt x="1611" y="0"/>
                  </a:moveTo>
                  <a:cubicBezTo>
                    <a:pt x="1550" y="0"/>
                    <a:pt x="1491" y="4"/>
                    <a:pt x="1435" y="15"/>
                  </a:cubicBezTo>
                  <a:cubicBezTo>
                    <a:pt x="1268" y="48"/>
                    <a:pt x="1135" y="182"/>
                    <a:pt x="1001" y="282"/>
                  </a:cubicBezTo>
                  <a:cubicBezTo>
                    <a:pt x="735" y="449"/>
                    <a:pt x="534" y="615"/>
                    <a:pt x="368" y="815"/>
                  </a:cubicBezTo>
                  <a:cubicBezTo>
                    <a:pt x="201" y="1016"/>
                    <a:pt x="1" y="1383"/>
                    <a:pt x="101" y="1683"/>
                  </a:cubicBezTo>
                  <a:cubicBezTo>
                    <a:pt x="122" y="1787"/>
                    <a:pt x="208" y="1839"/>
                    <a:pt x="302" y="1839"/>
                  </a:cubicBezTo>
                  <a:cubicBezTo>
                    <a:pt x="358" y="1839"/>
                    <a:pt x="418" y="1820"/>
                    <a:pt x="468" y="1783"/>
                  </a:cubicBezTo>
                  <a:cubicBezTo>
                    <a:pt x="601" y="1649"/>
                    <a:pt x="601" y="1516"/>
                    <a:pt x="635" y="1383"/>
                  </a:cubicBezTo>
                  <a:lnTo>
                    <a:pt x="735" y="1016"/>
                  </a:lnTo>
                  <a:cubicBezTo>
                    <a:pt x="835" y="815"/>
                    <a:pt x="968" y="582"/>
                    <a:pt x="1202" y="515"/>
                  </a:cubicBezTo>
                  <a:cubicBezTo>
                    <a:pt x="1246" y="504"/>
                    <a:pt x="1291" y="500"/>
                    <a:pt x="1336" y="500"/>
                  </a:cubicBezTo>
                  <a:cubicBezTo>
                    <a:pt x="1428" y="500"/>
                    <a:pt x="1524" y="515"/>
                    <a:pt x="1635" y="515"/>
                  </a:cubicBezTo>
                  <a:cubicBezTo>
                    <a:pt x="1802" y="515"/>
                    <a:pt x="1935" y="515"/>
                    <a:pt x="2102" y="549"/>
                  </a:cubicBezTo>
                  <a:cubicBezTo>
                    <a:pt x="2158" y="560"/>
                    <a:pt x="2213" y="563"/>
                    <a:pt x="2269" y="563"/>
                  </a:cubicBezTo>
                  <a:cubicBezTo>
                    <a:pt x="2380" y="563"/>
                    <a:pt x="2491" y="549"/>
                    <a:pt x="2603" y="549"/>
                  </a:cubicBezTo>
                  <a:cubicBezTo>
                    <a:pt x="2769" y="549"/>
                    <a:pt x="2936" y="515"/>
                    <a:pt x="3103" y="482"/>
                  </a:cubicBezTo>
                  <a:cubicBezTo>
                    <a:pt x="3106" y="484"/>
                    <a:pt x="3108" y="486"/>
                    <a:pt x="3110" y="486"/>
                  </a:cubicBezTo>
                  <a:cubicBezTo>
                    <a:pt x="3140" y="486"/>
                    <a:pt x="3160" y="308"/>
                    <a:pt x="3036" y="215"/>
                  </a:cubicBezTo>
                  <a:cubicBezTo>
                    <a:pt x="2869" y="148"/>
                    <a:pt x="2703" y="48"/>
                    <a:pt x="2503" y="48"/>
                  </a:cubicBezTo>
                  <a:cubicBezTo>
                    <a:pt x="2336" y="48"/>
                    <a:pt x="2136" y="15"/>
                    <a:pt x="1969" y="15"/>
                  </a:cubicBezTo>
                  <a:cubicBezTo>
                    <a:pt x="1858" y="15"/>
                    <a:pt x="1732" y="0"/>
                    <a:pt x="1611" y="0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 flipH="1">
              <a:off x="7119378" y="3190058"/>
              <a:ext cx="1780386" cy="1078687"/>
            </a:xfrm>
            <a:custGeom>
              <a:rect b="b" l="l" r="r" t="t"/>
              <a:pathLst>
                <a:path extrusionOk="0" h="17806" w="29389">
                  <a:moveTo>
                    <a:pt x="21616" y="0"/>
                  </a:moveTo>
                  <a:cubicBezTo>
                    <a:pt x="21616" y="0"/>
                    <a:pt x="0" y="14177"/>
                    <a:pt x="67" y="15178"/>
                  </a:cubicBezTo>
                  <a:cubicBezTo>
                    <a:pt x="167" y="16178"/>
                    <a:pt x="2569" y="17279"/>
                    <a:pt x="8106" y="17713"/>
                  </a:cubicBezTo>
                  <a:cubicBezTo>
                    <a:pt x="8847" y="17775"/>
                    <a:pt x="9502" y="17805"/>
                    <a:pt x="10089" y="17805"/>
                  </a:cubicBezTo>
                  <a:cubicBezTo>
                    <a:pt x="13919" y="17805"/>
                    <a:pt x="14830" y="16518"/>
                    <a:pt x="17346" y="14377"/>
                  </a:cubicBezTo>
                  <a:cubicBezTo>
                    <a:pt x="20182" y="11942"/>
                    <a:pt x="29388" y="2102"/>
                    <a:pt x="29388" y="2102"/>
                  </a:cubicBezTo>
                  <a:lnTo>
                    <a:pt x="21616" y="0"/>
                  </a:ln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 flipH="1">
              <a:off x="7471106" y="3284623"/>
              <a:ext cx="1174040" cy="954256"/>
            </a:xfrm>
            <a:custGeom>
              <a:rect b="b" l="l" r="r" t="t"/>
              <a:pathLst>
                <a:path extrusionOk="0" h="15752" w="19380">
                  <a:moveTo>
                    <a:pt x="19135" y="1"/>
                  </a:moveTo>
                  <a:cubicBezTo>
                    <a:pt x="19097" y="1"/>
                    <a:pt x="19056" y="13"/>
                    <a:pt x="19014" y="40"/>
                  </a:cubicBezTo>
                  <a:cubicBezTo>
                    <a:pt x="18347" y="441"/>
                    <a:pt x="17746" y="974"/>
                    <a:pt x="17179" y="1475"/>
                  </a:cubicBezTo>
                  <a:cubicBezTo>
                    <a:pt x="16512" y="2042"/>
                    <a:pt x="15845" y="2609"/>
                    <a:pt x="15178" y="3143"/>
                  </a:cubicBezTo>
                  <a:cubicBezTo>
                    <a:pt x="13877" y="4243"/>
                    <a:pt x="12543" y="5378"/>
                    <a:pt x="11242" y="6445"/>
                  </a:cubicBezTo>
                  <a:cubicBezTo>
                    <a:pt x="8673" y="8580"/>
                    <a:pt x="6138" y="10748"/>
                    <a:pt x="3536" y="12883"/>
                  </a:cubicBezTo>
                  <a:cubicBezTo>
                    <a:pt x="2369" y="13817"/>
                    <a:pt x="1201" y="14784"/>
                    <a:pt x="0" y="15752"/>
                  </a:cubicBezTo>
                  <a:cubicBezTo>
                    <a:pt x="67" y="15735"/>
                    <a:pt x="126" y="15727"/>
                    <a:pt x="184" y="15727"/>
                  </a:cubicBezTo>
                  <a:cubicBezTo>
                    <a:pt x="242" y="15727"/>
                    <a:pt x="301" y="15735"/>
                    <a:pt x="367" y="15752"/>
                  </a:cubicBezTo>
                  <a:cubicBezTo>
                    <a:pt x="2602" y="14050"/>
                    <a:pt x="4804" y="12216"/>
                    <a:pt x="6972" y="10381"/>
                  </a:cubicBezTo>
                  <a:cubicBezTo>
                    <a:pt x="9541" y="8213"/>
                    <a:pt x="12176" y="6078"/>
                    <a:pt x="14811" y="3943"/>
                  </a:cubicBezTo>
                  <a:cubicBezTo>
                    <a:pt x="15512" y="3376"/>
                    <a:pt x="16245" y="2776"/>
                    <a:pt x="16979" y="2209"/>
                  </a:cubicBezTo>
                  <a:cubicBezTo>
                    <a:pt x="17713" y="1575"/>
                    <a:pt x="18580" y="1041"/>
                    <a:pt x="19248" y="307"/>
                  </a:cubicBezTo>
                  <a:cubicBezTo>
                    <a:pt x="19380" y="175"/>
                    <a:pt x="19281" y="1"/>
                    <a:pt x="19135" y="1"/>
                  </a:cubicBezTo>
                  <a:close/>
                </a:path>
              </a:pathLst>
            </a:custGeom>
            <a:solidFill>
              <a:srgbClr val="705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 flipH="1">
              <a:off x="7362546" y="3400634"/>
              <a:ext cx="886528" cy="872594"/>
            </a:xfrm>
            <a:custGeom>
              <a:rect b="b" l="l" r="r" t="t"/>
              <a:pathLst>
                <a:path extrusionOk="0" h="14404" w="14634">
                  <a:moveTo>
                    <a:pt x="14361" y="1"/>
                  </a:moveTo>
                  <a:cubicBezTo>
                    <a:pt x="14296" y="1"/>
                    <a:pt x="14229" y="34"/>
                    <a:pt x="14184" y="114"/>
                  </a:cubicBezTo>
                  <a:lnTo>
                    <a:pt x="14184" y="114"/>
                  </a:lnTo>
                  <a:cubicBezTo>
                    <a:pt x="14170" y="132"/>
                    <a:pt x="14154" y="150"/>
                    <a:pt x="14144" y="160"/>
                  </a:cubicBezTo>
                  <a:lnTo>
                    <a:pt x="14010" y="294"/>
                  </a:lnTo>
                  <a:lnTo>
                    <a:pt x="13644" y="661"/>
                  </a:lnTo>
                  <a:cubicBezTo>
                    <a:pt x="13310" y="994"/>
                    <a:pt x="12976" y="1361"/>
                    <a:pt x="12643" y="1695"/>
                  </a:cubicBezTo>
                  <a:cubicBezTo>
                    <a:pt x="11675" y="2695"/>
                    <a:pt x="10675" y="3696"/>
                    <a:pt x="9674" y="4663"/>
                  </a:cubicBezTo>
                  <a:cubicBezTo>
                    <a:pt x="7839" y="6498"/>
                    <a:pt x="5938" y="8333"/>
                    <a:pt x="4137" y="10201"/>
                  </a:cubicBezTo>
                  <a:cubicBezTo>
                    <a:pt x="2802" y="11635"/>
                    <a:pt x="1301" y="12969"/>
                    <a:pt x="0" y="14404"/>
                  </a:cubicBezTo>
                  <a:cubicBezTo>
                    <a:pt x="167" y="14404"/>
                    <a:pt x="334" y="14370"/>
                    <a:pt x="501" y="14370"/>
                  </a:cubicBezTo>
                  <a:cubicBezTo>
                    <a:pt x="1702" y="13136"/>
                    <a:pt x="3036" y="11969"/>
                    <a:pt x="4270" y="10701"/>
                  </a:cubicBezTo>
                  <a:cubicBezTo>
                    <a:pt x="4971" y="9967"/>
                    <a:pt x="5771" y="9233"/>
                    <a:pt x="6505" y="8533"/>
                  </a:cubicBezTo>
                  <a:cubicBezTo>
                    <a:pt x="8673" y="6398"/>
                    <a:pt x="10842" y="4397"/>
                    <a:pt x="12876" y="2328"/>
                  </a:cubicBezTo>
                  <a:cubicBezTo>
                    <a:pt x="13510" y="1695"/>
                    <a:pt x="14177" y="1027"/>
                    <a:pt x="14544" y="327"/>
                  </a:cubicBezTo>
                  <a:cubicBezTo>
                    <a:pt x="14633" y="149"/>
                    <a:pt x="14500" y="1"/>
                    <a:pt x="14361" y="1"/>
                  </a:cubicBezTo>
                  <a:close/>
                </a:path>
              </a:pathLst>
            </a:custGeom>
            <a:solidFill>
              <a:srgbClr val="705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 flipH="1">
              <a:off x="4781354" y="712336"/>
              <a:ext cx="1582350" cy="2750453"/>
            </a:xfrm>
            <a:custGeom>
              <a:rect b="b" l="l" r="r" t="t"/>
              <a:pathLst>
                <a:path extrusionOk="0" h="45402" w="26120">
                  <a:moveTo>
                    <a:pt x="9170" y="0"/>
                  </a:moveTo>
                  <a:cubicBezTo>
                    <a:pt x="3038" y="0"/>
                    <a:pt x="1" y="4241"/>
                    <a:pt x="1" y="4241"/>
                  </a:cubicBezTo>
                  <a:cubicBezTo>
                    <a:pt x="1" y="4241"/>
                    <a:pt x="3703" y="4674"/>
                    <a:pt x="6238" y="7910"/>
                  </a:cubicBezTo>
                  <a:cubicBezTo>
                    <a:pt x="8840" y="11179"/>
                    <a:pt x="11275" y="28658"/>
                    <a:pt x="11175" y="32427"/>
                  </a:cubicBezTo>
                  <a:cubicBezTo>
                    <a:pt x="11075" y="36197"/>
                    <a:pt x="9441" y="45370"/>
                    <a:pt x="9441" y="45370"/>
                  </a:cubicBezTo>
                  <a:cubicBezTo>
                    <a:pt x="9441" y="45370"/>
                    <a:pt x="9757" y="45402"/>
                    <a:pt x="10272" y="45402"/>
                  </a:cubicBezTo>
                  <a:cubicBezTo>
                    <a:pt x="11430" y="45402"/>
                    <a:pt x="13598" y="45242"/>
                    <a:pt x="15445" y="44203"/>
                  </a:cubicBezTo>
                  <a:cubicBezTo>
                    <a:pt x="18114" y="42702"/>
                    <a:pt x="20082" y="40467"/>
                    <a:pt x="22283" y="35696"/>
                  </a:cubicBezTo>
                  <a:cubicBezTo>
                    <a:pt x="25252" y="29259"/>
                    <a:pt x="26119" y="21920"/>
                    <a:pt x="23918" y="15148"/>
                  </a:cubicBezTo>
                  <a:cubicBezTo>
                    <a:pt x="21516" y="7710"/>
                    <a:pt x="16946" y="538"/>
                    <a:pt x="10175" y="38"/>
                  </a:cubicBezTo>
                  <a:cubicBezTo>
                    <a:pt x="9831" y="12"/>
                    <a:pt x="9496" y="0"/>
                    <a:pt x="9170" y="0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 flipH="1">
              <a:off x="4874344" y="1726990"/>
              <a:ext cx="2715983" cy="1976423"/>
            </a:xfrm>
            <a:custGeom>
              <a:rect b="b" l="l" r="r" t="t"/>
              <a:pathLst>
                <a:path extrusionOk="0" h="32625" w="44833">
                  <a:moveTo>
                    <a:pt x="39283" y="1"/>
                  </a:moveTo>
                  <a:cubicBezTo>
                    <a:pt x="37211" y="1"/>
                    <a:pt x="34609" y="985"/>
                    <a:pt x="31857" y="1368"/>
                  </a:cubicBezTo>
                  <a:cubicBezTo>
                    <a:pt x="26353" y="2202"/>
                    <a:pt x="15645" y="7806"/>
                    <a:pt x="11309" y="11509"/>
                  </a:cubicBezTo>
                  <a:cubicBezTo>
                    <a:pt x="7006" y="15245"/>
                    <a:pt x="1" y="25285"/>
                    <a:pt x="1" y="25285"/>
                  </a:cubicBezTo>
                  <a:cubicBezTo>
                    <a:pt x="1" y="25285"/>
                    <a:pt x="5438" y="32524"/>
                    <a:pt x="18814" y="32624"/>
                  </a:cubicBezTo>
                  <a:cubicBezTo>
                    <a:pt x="18890" y="32624"/>
                    <a:pt x="18966" y="32625"/>
                    <a:pt x="19041" y="32625"/>
                  </a:cubicBezTo>
                  <a:cubicBezTo>
                    <a:pt x="32250" y="32625"/>
                    <a:pt x="37474" y="26836"/>
                    <a:pt x="39763" y="23884"/>
                  </a:cubicBezTo>
                  <a:cubicBezTo>
                    <a:pt x="42798" y="20015"/>
                    <a:pt x="44833" y="11609"/>
                    <a:pt x="43532" y="4537"/>
                  </a:cubicBezTo>
                  <a:cubicBezTo>
                    <a:pt x="42898" y="985"/>
                    <a:pt x="41355" y="1"/>
                    <a:pt x="39283" y="1"/>
                  </a:cubicBezTo>
                  <a:close/>
                </a:path>
              </a:pathLst>
            </a:custGeom>
            <a:solidFill>
              <a:srgbClr val="F2D6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 flipH="1">
              <a:off x="6319177" y="2632419"/>
              <a:ext cx="1453011" cy="961829"/>
            </a:xfrm>
            <a:custGeom>
              <a:rect b="b" l="l" r="r" t="t"/>
              <a:pathLst>
                <a:path extrusionOk="0" h="15877" w="23985">
                  <a:moveTo>
                    <a:pt x="16720" y="0"/>
                  </a:moveTo>
                  <a:cubicBezTo>
                    <a:pt x="15490" y="0"/>
                    <a:pt x="14296" y="186"/>
                    <a:pt x="13344" y="699"/>
                  </a:cubicBezTo>
                  <a:cubicBezTo>
                    <a:pt x="12009" y="1400"/>
                    <a:pt x="9674" y="2967"/>
                    <a:pt x="7273" y="4569"/>
                  </a:cubicBezTo>
                  <a:cubicBezTo>
                    <a:pt x="5705" y="6537"/>
                    <a:pt x="4437" y="8371"/>
                    <a:pt x="3670" y="9405"/>
                  </a:cubicBezTo>
                  <a:lnTo>
                    <a:pt x="2970" y="9239"/>
                  </a:lnTo>
                  <a:cubicBezTo>
                    <a:pt x="2970" y="9239"/>
                    <a:pt x="1802" y="10006"/>
                    <a:pt x="1" y="11207"/>
                  </a:cubicBezTo>
                  <a:cubicBezTo>
                    <a:pt x="768" y="12207"/>
                    <a:pt x="2036" y="13742"/>
                    <a:pt x="3603" y="14676"/>
                  </a:cubicBezTo>
                  <a:cubicBezTo>
                    <a:pt x="4471" y="15210"/>
                    <a:pt x="5471" y="15576"/>
                    <a:pt x="6439" y="15877"/>
                  </a:cubicBezTo>
                  <a:cubicBezTo>
                    <a:pt x="6939" y="15343"/>
                    <a:pt x="7439" y="14809"/>
                    <a:pt x="7873" y="14342"/>
                  </a:cubicBezTo>
                  <a:cubicBezTo>
                    <a:pt x="8340" y="14576"/>
                    <a:pt x="8840" y="14843"/>
                    <a:pt x="9341" y="15076"/>
                  </a:cubicBezTo>
                  <a:cubicBezTo>
                    <a:pt x="8807" y="14542"/>
                    <a:pt x="8273" y="14009"/>
                    <a:pt x="7940" y="13542"/>
                  </a:cubicBezTo>
                  <a:cubicBezTo>
                    <a:pt x="7006" y="12374"/>
                    <a:pt x="8340" y="12541"/>
                    <a:pt x="16146" y="8305"/>
                  </a:cubicBezTo>
                  <a:cubicBezTo>
                    <a:pt x="23985" y="3901"/>
                    <a:pt x="23484" y="1300"/>
                    <a:pt x="23484" y="1300"/>
                  </a:cubicBezTo>
                  <a:cubicBezTo>
                    <a:pt x="23484" y="1300"/>
                    <a:pt x="19973" y="0"/>
                    <a:pt x="16720" y="0"/>
                  </a:cubicBezTo>
                  <a:close/>
                </a:path>
              </a:pathLst>
            </a:custGeom>
            <a:solidFill>
              <a:srgbClr val="CBC4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 flipH="1">
              <a:off x="5975628" y="1662352"/>
              <a:ext cx="1731861" cy="1667949"/>
            </a:xfrm>
            <a:custGeom>
              <a:rect b="b" l="l" r="r" t="t"/>
              <a:pathLst>
                <a:path extrusionOk="0" h="27533" w="28588">
                  <a:moveTo>
                    <a:pt x="25518" y="0"/>
                  </a:moveTo>
                  <a:cubicBezTo>
                    <a:pt x="25518" y="0"/>
                    <a:pt x="15078" y="2535"/>
                    <a:pt x="7872" y="11842"/>
                  </a:cubicBezTo>
                  <a:cubicBezTo>
                    <a:pt x="1968" y="19414"/>
                    <a:pt x="0" y="27320"/>
                    <a:pt x="0" y="27320"/>
                  </a:cubicBezTo>
                  <a:cubicBezTo>
                    <a:pt x="0" y="27320"/>
                    <a:pt x="611" y="27533"/>
                    <a:pt x="1940" y="27533"/>
                  </a:cubicBezTo>
                  <a:cubicBezTo>
                    <a:pt x="4178" y="27533"/>
                    <a:pt x="8454" y="26928"/>
                    <a:pt x="15278" y="23684"/>
                  </a:cubicBezTo>
                  <a:cubicBezTo>
                    <a:pt x="26186" y="18513"/>
                    <a:pt x="27520" y="9640"/>
                    <a:pt x="28054" y="7672"/>
                  </a:cubicBezTo>
                  <a:cubicBezTo>
                    <a:pt x="28587" y="5704"/>
                    <a:pt x="25518" y="0"/>
                    <a:pt x="25518" y="0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 flipH="1">
              <a:off x="6084793" y="1662352"/>
              <a:ext cx="1503474" cy="1372743"/>
            </a:xfrm>
            <a:custGeom>
              <a:rect b="b" l="l" r="r" t="t"/>
              <a:pathLst>
                <a:path extrusionOk="0" h="22660" w="24818">
                  <a:moveTo>
                    <a:pt x="23317" y="0"/>
                  </a:moveTo>
                  <a:lnTo>
                    <a:pt x="23317" y="0"/>
                  </a:lnTo>
                  <a:cubicBezTo>
                    <a:pt x="22116" y="367"/>
                    <a:pt x="12609" y="3169"/>
                    <a:pt x="5904" y="11842"/>
                  </a:cubicBezTo>
                  <a:cubicBezTo>
                    <a:pt x="3136" y="15378"/>
                    <a:pt x="1268" y="19014"/>
                    <a:pt x="0" y="21849"/>
                  </a:cubicBezTo>
                  <a:cubicBezTo>
                    <a:pt x="595" y="22432"/>
                    <a:pt x="1305" y="22660"/>
                    <a:pt x="2045" y="22660"/>
                  </a:cubicBezTo>
                  <a:cubicBezTo>
                    <a:pt x="3296" y="22660"/>
                    <a:pt x="4631" y="22007"/>
                    <a:pt x="5638" y="21315"/>
                  </a:cubicBezTo>
                  <a:cubicBezTo>
                    <a:pt x="7472" y="20048"/>
                    <a:pt x="9073" y="18513"/>
                    <a:pt x="10308" y="16712"/>
                  </a:cubicBezTo>
                  <a:lnTo>
                    <a:pt x="10308" y="16712"/>
                  </a:lnTo>
                  <a:cubicBezTo>
                    <a:pt x="10241" y="17613"/>
                    <a:pt x="10174" y="18747"/>
                    <a:pt x="10975" y="19281"/>
                  </a:cubicBezTo>
                  <a:cubicBezTo>
                    <a:pt x="11226" y="19448"/>
                    <a:pt x="11501" y="19520"/>
                    <a:pt x="11784" y="19520"/>
                  </a:cubicBezTo>
                  <a:cubicBezTo>
                    <a:pt x="12514" y="19520"/>
                    <a:pt x="13300" y="19043"/>
                    <a:pt x="13877" y="18513"/>
                  </a:cubicBezTo>
                  <a:cubicBezTo>
                    <a:pt x="15611" y="16910"/>
                    <a:pt x="16928" y="14857"/>
                    <a:pt x="17702" y="12669"/>
                  </a:cubicBezTo>
                  <a:lnTo>
                    <a:pt x="17702" y="12669"/>
                  </a:lnTo>
                  <a:cubicBezTo>
                    <a:pt x="17578" y="13204"/>
                    <a:pt x="18193" y="13777"/>
                    <a:pt x="18780" y="13777"/>
                  </a:cubicBezTo>
                  <a:cubicBezTo>
                    <a:pt x="19447" y="13777"/>
                    <a:pt x="19981" y="13410"/>
                    <a:pt x="20482" y="12943"/>
                  </a:cubicBezTo>
                  <a:cubicBezTo>
                    <a:pt x="23984" y="9774"/>
                    <a:pt x="24818" y="4437"/>
                    <a:pt x="23317" y="0"/>
                  </a:cubicBezTo>
                  <a:close/>
                </a:path>
              </a:pathLst>
            </a:custGeom>
            <a:solidFill>
              <a:srgbClr val="705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 flipH="1">
              <a:off x="4791470" y="783760"/>
              <a:ext cx="1865258" cy="2532486"/>
            </a:xfrm>
            <a:custGeom>
              <a:rect b="b" l="l" r="r" t="t"/>
              <a:pathLst>
                <a:path extrusionOk="0" h="41804" w="30790">
                  <a:moveTo>
                    <a:pt x="11033" y="0"/>
                  </a:moveTo>
                  <a:cubicBezTo>
                    <a:pt x="6116" y="0"/>
                    <a:pt x="4104" y="3511"/>
                    <a:pt x="3737" y="5397"/>
                  </a:cubicBezTo>
                  <a:cubicBezTo>
                    <a:pt x="3270" y="7832"/>
                    <a:pt x="5271" y="11134"/>
                    <a:pt x="4204" y="17038"/>
                  </a:cubicBezTo>
                  <a:cubicBezTo>
                    <a:pt x="3070" y="22976"/>
                    <a:pt x="1" y="36519"/>
                    <a:pt x="9074" y="40455"/>
                  </a:cubicBezTo>
                  <a:cubicBezTo>
                    <a:pt x="11127" y="41360"/>
                    <a:pt x="13166" y="41803"/>
                    <a:pt x="15112" y="41803"/>
                  </a:cubicBezTo>
                  <a:cubicBezTo>
                    <a:pt x="21198" y="41803"/>
                    <a:pt x="26376" y="37469"/>
                    <a:pt x="28221" y="29380"/>
                  </a:cubicBezTo>
                  <a:cubicBezTo>
                    <a:pt x="30790" y="17539"/>
                    <a:pt x="24185" y="3862"/>
                    <a:pt x="15745" y="893"/>
                  </a:cubicBezTo>
                  <a:cubicBezTo>
                    <a:pt x="13940" y="263"/>
                    <a:pt x="12378" y="0"/>
                    <a:pt x="11033" y="0"/>
                  </a:cubicBezTo>
                  <a:close/>
                </a:path>
              </a:pathLst>
            </a:custGeom>
            <a:solidFill>
              <a:srgbClr val="FF8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 flipH="1">
              <a:off x="6210072" y="1813135"/>
              <a:ext cx="68758" cy="119646"/>
            </a:xfrm>
            <a:custGeom>
              <a:rect b="b" l="l" r="r" t="t"/>
              <a:pathLst>
                <a:path extrusionOk="0" h="1975" w="1135">
                  <a:moveTo>
                    <a:pt x="870" y="1"/>
                  </a:moveTo>
                  <a:cubicBezTo>
                    <a:pt x="763" y="1"/>
                    <a:pt x="660" y="44"/>
                    <a:pt x="634" y="146"/>
                  </a:cubicBezTo>
                  <a:cubicBezTo>
                    <a:pt x="501" y="413"/>
                    <a:pt x="368" y="680"/>
                    <a:pt x="268" y="914"/>
                  </a:cubicBezTo>
                  <a:cubicBezTo>
                    <a:pt x="167" y="1080"/>
                    <a:pt x="134" y="1214"/>
                    <a:pt x="101" y="1381"/>
                  </a:cubicBezTo>
                  <a:cubicBezTo>
                    <a:pt x="34" y="1547"/>
                    <a:pt x="1" y="1748"/>
                    <a:pt x="134" y="1881"/>
                  </a:cubicBezTo>
                  <a:cubicBezTo>
                    <a:pt x="154" y="1939"/>
                    <a:pt x="207" y="1975"/>
                    <a:pt x="261" y="1975"/>
                  </a:cubicBezTo>
                  <a:cubicBezTo>
                    <a:pt x="300" y="1975"/>
                    <a:pt x="340" y="1956"/>
                    <a:pt x="368" y="1914"/>
                  </a:cubicBezTo>
                  <a:cubicBezTo>
                    <a:pt x="468" y="1881"/>
                    <a:pt x="501" y="1848"/>
                    <a:pt x="534" y="1748"/>
                  </a:cubicBezTo>
                  <a:cubicBezTo>
                    <a:pt x="601" y="1681"/>
                    <a:pt x="634" y="1647"/>
                    <a:pt x="634" y="1547"/>
                  </a:cubicBezTo>
                  <a:cubicBezTo>
                    <a:pt x="668" y="1414"/>
                    <a:pt x="768" y="1247"/>
                    <a:pt x="801" y="1147"/>
                  </a:cubicBezTo>
                  <a:cubicBezTo>
                    <a:pt x="868" y="847"/>
                    <a:pt x="1001" y="580"/>
                    <a:pt x="1101" y="313"/>
                  </a:cubicBezTo>
                  <a:cubicBezTo>
                    <a:pt x="1135" y="180"/>
                    <a:pt x="1035" y="46"/>
                    <a:pt x="968" y="13"/>
                  </a:cubicBezTo>
                  <a:cubicBezTo>
                    <a:pt x="937" y="5"/>
                    <a:pt x="903" y="1"/>
                    <a:pt x="870" y="1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 flipH="1">
              <a:off x="6064559" y="1842153"/>
              <a:ext cx="24293" cy="75846"/>
            </a:xfrm>
            <a:custGeom>
              <a:rect b="b" l="l" r="r" t="t"/>
              <a:pathLst>
                <a:path extrusionOk="0" h="1252" w="401">
                  <a:moveTo>
                    <a:pt x="200" y="1"/>
                  </a:moveTo>
                  <a:cubicBezTo>
                    <a:pt x="67" y="1"/>
                    <a:pt x="0" y="68"/>
                    <a:pt x="0" y="201"/>
                  </a:cubicBezTo>
                  <a:lnTo>
                    <a:pt x="0" y="668"/>
                  </a:lnTo>
                  <a:lnTo>
                    <a:pt x="0" y="768"/>
                  </a:lnTo>
                  <a:lnTo>
                    <a:pt x="0" y="935"/>
                  </a:lnTo>
                  <a:lnTo>
                    <a:pt x="0" y="1068"/>
                  </a:lnTo>
                  <a:cubicBezTo>
                    <a:pt x="0" y="1102"/>
                    <a:pt x="34" y="1168"/>
                    <a:pt x="67" y="1202"/>
                  </a:cubicBezTo>
                  <a:cubicBezTo>
                    <a:pt x="117" y="1235"/>
                    <a:pt x="159" y="1252"/>
                    <a:pt x="200" y="1252"/>
                  </a:cubicBezTo>
                  <a:cubicBezTo>
                    <a:pt x="242" y="1252"/>
                    <a:pt x="284" y="1235"/>
                    <a:pt x="334" y="1202"/>
                  </a:cubicBezTo>
                  <a:cubicBezTo>
                    <a:pt x="367" y="1168"/>
                    <a:pt x="367" y="1102"/>
                    <a:pt x="401" y="1068"/>
                  </a:cubicBezTo>
                  <a:lnTo>
                    <a:pt x="401" y="935"/>
                  </a:lnTo>
                  <a:lnTo>
                    <a:pt x="401" y="768"/>
                  </a:lnTo>
                  <a:lnTo>
                    <a:pt x="401" y="668"/>
                  </a:lnTo>
                  <a:lnTo>
                    <a:pt x="401" y="201"/>
                  </a:lnTo>
                  <a:cubicBezTo>
                    <a:pt x="401" y="68"/>
                    <a:pt x="334" y="1"/>
                    <a:pt x="200" y="1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 flipH="1">
              <a:off x="5781651" y="1810773"/>
              <a:ext cx="44526" cy="131095"/>
            </a:xfrm>
            <a:custGeom>
              <a:rect b="b" l="l" r="r" t="t"/>
              <a:pathLst>
                <a:path extrusionOk="0" h="2164" w="735">
                  <a:moveTo>
                    <a:pt x="277" y="1"/>
                  </a:moveTo>
                  <a:cubicBezTo>
                    <a:pt x="251" y="1"/>
                    <a:pt x="225" y="6"/>
                    <a:pt x="201" y="19"/>
                  </a:cubicBezTo>
                  <a:cubicBezTo>
                    <a:pt x="34" y="85"/>
                    <a:pt x="1" y="219"/>
                    <a:pt x="1" y="352"/>
                  </a:cubicBezTo>
                  <a:cubicBezTo>
                    <a:pt x="34" y="619"/>
                    <a:pt x="67" y="886"/>
                    <a:pt x="134" y="1186"/>
                  </a:cubicBezTo>
                  <a:cubicBezTo>
                    <a:pt x="134" y="1286"/>
                    <a:pt x="167" y="1453"/>
                    <a:pt x="167" y="1586"/>
                  </a:cubicBezTo>
                  <a:cubicBezTo>
                    <a:pt x="167" y="1686"/>
                    <a:pt x="201" y="1753"/>
                    <a:pt x="201" y="1820"/>
                  </a:cubicBezTo>
                  <a:cubicBezTo>
                    <a:pt x="201" y="1920"/>
                    <a:pt x="234" y="2020"/>
                    <a:pt x="301" y="2087"/>
                  </a:cubicBezTo>
                  <a:cubicBezTo>
                    <a:pt x="315" y="2143"/>
                    <a:pt x="359" y="2164"/>
                    <a:pt x="407" y="2164"/>
                  </a:cubicBezTo>
                  <a:cubicBezTo>
                    <a:pt x="474" y="2164"/>
                    <a:pt x="549" y="2125"/>
                    <a:pt x="568" y="2087"/>
                  </a:cubicBezTo>
                  <a:cubicBezTo>
                    <a:pt x="634" y="1987"/>
                    <a:pt x="668" y="1953"/>
                    <a:pt x="701" y="1887"/>
                  </a:cubicBezTo>
                  <a:cubicBezTo>
                    <a:pt x="701" y="1787"/>
                    <a:pt x="735" y="1720"/>
                    <a:pt x="735" y="1620"/>
                  </a:cubicBezTo>
                  <a:cubicBezTo>
                    <a:pt x="735" y="1453"/>
                    <a:pt x="735" y="1320"/>
                    <a:pt x="701" y="1186"/>
                  </a:cubicBezTo>
                  <a:cubicBezTo>
                    <a:pt x="668" y="853"/>
                    <a:pt x="568" y="552"/>
                    <a:pt x="534" y="219"/>
                  </a:cubicBezTo>
                  <a:cubicBezTo>
                    <a:pt x="507" y="110"/>
                    <a:pt x="391" y="1"/>
                    <a:pt x="277" y="1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 flipH="1">
              <a:off x="6159549" y="2066481"/>
              <a:ext cx="38468" cy="88386"/>
            </a:xfrm>
            <a:custGeom>
              <a:rect b="b" l="l" r="r" t="t"/>
              <a:pathLst>
                <a:path extrusionOk="0" h="1459" w="635">
                  <a:moveTo>
                    <a:pt x="368" y="1"/>
                  </a:moveTo>
                  <a:cubicBezTo>
                    <a:pt x="201" y="34"/>
                    <a:pt x="101" y="134"/>
                    <a:pt x="101" y="234"/>
                  </a:cubicBezTo>
                  <a:lnTo>
                    <a:pt x="101" y="334"/>
                  </a:lnTo>
                  <a:lnTo>
                    <a:pt x="101" y="368"/>
                  </a:lnTo>
                  <a:lnTo>
                    <a:pt x="101" y="401"/>
                  </a:lnTo>
                  <a:lnTo>
                    <a:pt x="101" y="501"/>
                  </a:lnTo>
                  <a:cubicBezTo>
                    <a:pt x="101" y="568"/>
                    <a:pt x="34" y="668"/>
                    <a:pt x="34" y="734"/>
                  </a:cubicBezTo>
                  <a:cubicBezTo>
                    <a:pt x="1" y="835"/>
                    <a:pt x="1" y="901"/>
                    <a:pt x="1" y="1001"/>
                  </a:cubicBezTo>
                  <a:lnTo>
                    <a:pt x="1" y="1201"/>
                  </a:lnTo>
                  <a:cubicBezTo>
                    <a:pt x="1" y="1268"/>
                    <a:pt x="34" y="1368"/>
                    <a:pt x="134" y="1402"/>
                  </a:cubicBezTo>
                  <a:cubicBezTo>
                    <a:pt x="201" y="1435"/>
                    <a:pt x="268" y="1435"/>
                    <a:pt x="335" y="1435"/>
                  </a:cubicBezTo>
                  <a:cubicBezTo>
                    <a:pt x="317" y="1452"/>
                    <a:pt x="316" y="1458"/>
                    <a:pt x="322" y="1458"/>
                  </a:cubicBezTo>
                  <a:cubicBezTo>
                    <a:pt x="333" y="1458"/>
                    <a:pt x="372" y="1437"/>
                    <a:pt x="382" y="1430"/>
                  </a:cubicBezTo>
                  <a:lnTo>
                    <a:pt x="382" y="1430"/>
                  </a:lnTo>
                  <a:cubicBezTo>
                    <a:pt x="468" y="1398"/>
                    <a:pt x="470" y="1363"/>
                    <a:pt x="501" y="1268"/>
                  </a:cubicBezTo>
                  <a:cubicBezTo>
                    <a:pt x="501" y="1235"/>
                    <a:pt x="535" y="1201"/>
                    <a:pt x="535" y="1168"/>
                  </a:cubicBezTo>
                  <a:cubicBezTo>
                    <a:pt x="601" y="1068"/>
                    <a:pt x="601" y="1001"/>
                    <a:pt x="601" y="868"/>
                  </a:cubicBezTo>
                  <a:cubicBezTo>
                    <a:pt x="635" y="668"/>
                    <a:pt x="635" y="434"/>
                    <a:pt x="635" y="234"/>
                  </a:cubicBezTo>
                  <a:cubicBezTo>
                    <a:pt x="635" y="101"/>
                    <a:pt x="501" y="1"/>
                    <a:pt x="368" y="1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 flipH="1">
              <a:off x="5947337" y="2093499"/>
              <a:ext cx="40467" cy="91052"/>
            </a:xfrm>
            <a:custGeom>
              <a:rect b="b" l="l" r="r" t="t"/>
              <a:pathLst>
                <a:path extrusionOk="0" h="1503" w="668">
                  <a:moveTo>
                    <a:pt x="250" y="0"/>
                  </a:moveTo>
                  <a:cubicBezTo>
                    <a:pt x="224" y="0"/>
                    <a:pt x="196" y="7"/>
                    <a:pt x="167" y="22"/>
                  </a:cubicBezTo>
                  <a:cubicBezTo>
                    <a:pt x="67" y="55"/>
                    <a:pt x="0" y="188"/>
                    <a:pt x="33" y="288"/>
                  </a:cubicBezTo>
                  <a:cubicBezTo>
                    <a:pt x="134" y="522"/>
                    <a:pt x="167" y="689"/>
                    <a:pt x="167" y="889"/>
                  </a:cubicBezTo>
                  <a:cubicBezTo>
                    <a:pt x="167" y="956"/>
                    <a:pt x="200" y="1089"/>
                    <a:pt x="200" y="1189"/>
                  </a:cubicBezTo>
                  <a:cubicBezTo>
                    <a:pt x="200" y="1222"/>
                    <a:pt x="234" y="1256"/>
                    <a:pt x="234" y="1289"/>
                  </a:cubicBezTo>
                  <a:cubicBezTo>
                    <a:pt x="300" y="1389"/>
                    <a:pt x="334" y="1423"/>
                    <a:pt x="367" y="1456"/>
                  </a:cubicBezTo>
                  <a:cubicBezTo>
                    <a:pt x="412" y="1486"/>
                    <a:pt x="450" y="1502"/>
                    <a:pt x="482" y="1502"/>
                  </a:cubicBezTo>
                  <a:cubicBezTo>
                    <a:pt x="520" y="1502"/>
                    <a:pt x="549" y="1478"/>
                    <a:pt x="567" y="1423"/>
                  </a:cubicBezTo>
                  <a:cubicBezTo>
                    <a:pt x="634" y="1389"/>
                    <a:pt x="634" y="1289"/>
                    <a:pt x="667" y="1222"/>
                  </a:cubicBezTo>
                  <a:lnTo>
                    <a:pt x="667" y="1089"/>
                  </a:lnTo>
                  <a:cubicBezTo>
                    <a:pt x="667" y="956"/>
                    <a:pt x="634" y="856"/>
                    <a:pt x="634" y="755"/>
                  </a:cubicBezTo>
                  <a:cubicBezTo>
                    <a:pt x="567" y="555"/>
                    <a:pt x="534" y="355"/>
                    <a:pt x="467" y="188"/>
                  </a:cubicBezTo>
                  <a:cubicBezTo>
                    <a:pt x="415" y="84"/>
                    <a:pt x="343" y="0"/>
                    <a:pt x="250" y="0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 flipH="1">
              <a:off x="5710893" y="2153776"/>
              <a:ext cx="42527" cy="85842"/>
            </a:xfrm>
            <a:custGeom>
              <a:rect b="b" l="l" r="r" t="t"/>
              <a:pathLst>
                <a:path extrusionOk="0" h="1417" w="702">
                  <a:moveTo>
                    <a:pt x="289" y="0"/>
                  </a:moveTo>
                  <a:cubicBezTo>
                    <a:pt x="259" y="0"/>
                    <a:pt x="229" y="9"/>
                    <a:pt x="201" y="27"/>
                  </a:cubicBezTo>
                  <a:cubicBezTo>
                    <a:pt x="34" y="61"/>
                    <a:pt x="1" y="127"/>
                    <a:pt x="34" y="261"/>
                  </a:cubicBezTo>
                  <a:cubicBezTo>
                    <a:pt x="101" y="461"/>
                    <a:pt x="134" y="694"/>
                    <a:pt x="201" y="861"/>
                  </a:cubicBezTo>
                  <a:cubicBezTo>
                    <a:pt x="267" y="928"/>
                    <a:pt x="301" y="1061"/>
                    <a:pt x="334" y="1128"/>
                  </a:cubicBezTo>
                  <a:cubicBezTo>
                    <a:pt x="367" y="1195"/>
                    <a:pt x="367" y="1228"/>
                    <a:pt x="434" y="1262"/>
                  </a:cubicBezTo>
                  <a:cubicBezTo>
                    <a:pt x="468" y="1295"/>
                    <a:pt x="468" y="1362"/>
                    <a:pt x="534" y="1395"/>
                  </a:cubicBezTo>
                  <a:cubicBezTo>
                    <a:pt x="562" y="1409"/>
                    <a:pt x="595" y="1417"/>
                    <a:pt x="625" y="1417"/>
                  </a:cubicBezTo>
                  <a:cubicBezTo>
                    <a:pt x="667" y="1417"/>
                    <a:pt x="701" y="1401"/>
                    <a:pt x="701" y="1362"/>
                  </a:cubicBezTo>
                  <a:lnTo>
                    <a:pt x="701" y="1061"/>
                  </a:lnTo>
                  <a:cubicBezTo>
                    <a:pt x="701" y="928"/>
                    <a:pt x="668" y="861"/>
                    <a:pt x="634" y="728"/>
                  </a:cubicBezTo>
                  <a:cubicBezTo>
                    <a:pt x="601" y="528"/>
                    <a:pt x="501" y="294"/>
                    <a:pt x="468" y="127"/>
                  </a:cubicBezTo>
                  <a:cubicBezTo>
                    <a:pt x="444" y="55"/>
                    <a:pt x="367" y="0"/>
                    <a:pt x="289" y="0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 flipH="1">
              <a:off x="6206013" y="2330670"/>
              <a:ext cx="52583" cy="102198"/>
            </a:xfrm>
            <a:custGeom>
              <a:rect b="b" l="l" r="r" t="t"/>
              <a:pathLst>
                <a:path extrusionOk="0" h="1687" w="868">
                  <a:moveTo>
                    <a:pt x="566" y="1"/>
                  </a:moveTo>
                  <a:cubicBezTo>
                    <a:pt x="458" y="1"/>
                    <a:pt x="361" y="66"/>
                    <a:pt x="334" y="176"/>
                  </a:cubicBezTo>
                  <a:cubicBezTo>
                    <a:pt x="267" y="376"/>
                    <a:pt x="167" y="643"/>
                    <a:pt x="100" y="843"/>
                  </a:cubicBezTo>
                  <a:cubicBezTo>
                    <a:pt x="34" y="977"/>
                    <a:pt x="0" y="1110"/>
                    <a:pt x="0" y="1277"/>
                  </a:cubicBezTo>
                  <a:cubicBezTo>
                    <a:pt x="0" y="1444"/>
                    <a:pt x="0" y="1644"/>
                    <a:pt x="200" y="1677"/>
                  </a:cubicBezTo>
                  <a:cubicBezTo>
                    <a:pt x="220" y="1684"/>
                    <a:pt x="240" y="1686"/>
                    <a:pt x="260" y="1686"/>
                  </a:cubicBezTo>
                  <a:cubicBezTo>
                    <a:pt x="348" y="1686"/>
                    <a:pt x="440" y="1638"/>
                    <a:pt x="467" y="1611"/>
                  </a:cubicBezTo>
                  <a:cubicBezTo>
                    <a:pt x="501" y="1544"/>
                    <a:pt x="534" y="1477"/>
                    <a:pt x="534" y="1444"/>
                  </a:cubicBezTo>
                  <a:lnTo>
                    <a:pt x="667" y="1043"/>
                  </a:lnTo>
                  <a:cubicBezTo>
                    <a:pt x="767" y="810"/>
                    <a:pt x="801" y="610"/>
                    <a:pt x="834" y="343"/>
                  </a:cubicBezTo>
                  <a:cubicBezTo>
                    <a:pt x="868" y="210"/>
                    <a:pt x="801" y="43"/>
                    <a:pt x="634" y="9"/>
                  </a:cubicBezTo>
                  <a:cubicBezTo>
                    <a:pt x="611" y="4"/>
                    <a:pt x="588" y="1"/>
                    <a:pt x="566" y="1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 flipH="1">
              <a:off x="6018094" y="2413725"/>
              <a:ext cx="32350" cy="69849"/>
            </a:xfrm>
            <a:custGeom>
              <a:rect b="b" l="l" r="r" t="t"/>
              <a:pathLst>
                <a:path extrusionOk="0" h="1153" w="534">
                  <a:moveTo>
                    <a:pt x="193" y="1"/>
                  </a:moveTo>
                  <a:cubicBezTo>
                    <a:pt x="86" y="1"/>
                    <a:pt x="30" y="113"/>
                    <a:pt x="0" y="173"/>
                  </a:cubicBezTo>
                  <a:cubicBezTo>
                    <a:pt x="0" y="340"/>
                    <a:pt x="0" y="506"/>
                    <a:pt x="33" y="673"/>
                  </a:cubicBezTo>
                  <a:cubicBezTo>
                    <a:pt x="33" y="773"/>
                    <a:pt x="67" y="840"/>
                    <a:pt x="100" y="940"/>
                  </a:cubicBezTo>
                  <a:cubicBezTo>
                    <a:pt x="167" y="973"/>
                    <a:pt x="167" y="1007"/>
                    <a:pt x="200" y="1040"/>
                  </a:cubicBezTo>
                  <a:cubicBezTo>
                    <a:pt x="234" y="1107"/>
                    <a:pt x="267" y="1107"/>
                    <a:pt x="334" y="1140"/>
                  </a:cubicBezTo>
                  <a:cubicBezTo>
                    <a:pt x="349" y="1148"/>
                    <a:pt x="369" y="1152"/>
                    <a:pt x="389" y="1152"/>
                  </a:cubicBezTo>
                  <a:cubicBezTo>
                    <a:pt x="456" y="1152"/>
                    <a:pt x="534" y="1109"/>
                    <a:pt x="534" y="1007"/>
                  </a:cubicBezTo>
                  <a:lnTo>
                    <a:pt x="534" y="973"/>
                  </a:lnTo>
                  <a:lnTo>
                    <a:pt x="534" y="840"/>
                  </a:lnTo>
                  <a:cubicBezTo>
                    <a:pt x="534" y="807"/>
                    <a:pt x="534" y="773"/>
                    <a:pt x="500" y="773"/>
                  </a:cubicBezTo>
                  <a:cubicBezTo>
                    <a:pt x="500" y="673"/>
                    <a:pt x="434" y="640"/>
                    <a:pt x="434" y="540"/>
                  </a:cubicBezTo>
                  <a:lnTo>
                    <a:pt x="434" y="506"/>
                  </a:lnTo>
                  <a:lnTo>
                    <a:pt x="434" y="440"/>
                  </a:lnTo>
                  <a:lnTo>
                    <a:pt x="434" y="206"/>
                  </a:lnTo>
                  <a:cubicBezTo>
                    <a:pt x="434" y="106"/>
                    <a:pt x="300" y="6"/>
                    <a:pt x="234" y="6"/>
                  </a:cubicBezTo>
                  <a:cubicBezTo>
                    <a:pt x="219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 flipH="1">
              <a:off x="5787709" y="2419056"/>
              <a:ext cx="56642" cy="103349"/>
            </a:xfrm>
            <a:custGeom>
              <a:rect b="b" l="l" r="r" t="t"/>
              <a:pathLst>
                <a:path extrusionOk="0" h="1706" w="935">
                  <a:moveTo>
                    <a:pt x="276" y="0"/>
                  </a:moveTo>
                  <a:cubicBezTo>
                    <a:pt x="251" y="0"/>
                    <a:pt x="225" y="6"/>
                    <a:pt x="201" y="18"/>
                  </a:cubicBezTo>
                  <a:cubicBezTo>
                    <a:pt x="101" y="51"/>
                    <a:pt x="0" y="218"/>
                    <a:pt x="34" y="352"/>
                  </a:cubicBezTo>
                  <a:lnTo>
                    <a:pt x="167" y="952"/>
                  </a:lnTo>
                  <a:cubicBezTo>
                    <a:pt x="201" y="1052"/>
                    <a:pt x="201" y="1186"/>
                    <a:pt x="267" y="1252"/>
                  </a:cubicBezTo>
                  <a:lnTo>
                    <a:pt x="367" y="1519"/>
                  </a:lnTo>
                  <a:cubicBezTo>
                    <a:pt x="434" y="1553"/>
                    <a:pt x="434" y="1586"/>
                    <a:pt x="467" y="1586"/>
                  </a:cubicBezTo>
                  <a:lnTo>
                    <a:pt x="501" y="1619"/>
                  </a:lnTo>
                  <a:cubicBezTo>
                    <a:pt x="564" y="1683"/>
                    <a:pt x="614" y="1706"/>
                    <a:pt x="668" y="1706"/>
                  </a:cubicBezTo>
                  <a:cubicBezTo>
                    <a:pt x="699" y="1706"/>
                    <a:pt x="731" y="1698"/>
                    <a:pt x="768" y="1686"/>
                  </a:cubicBezTo>
                  <a:cubicBezTo>
                    <a:pt x="834" y="1619"/>
                    <a:pt x="934" y="1553"/>
                    <a:pt x="934" y="1452"/>
                  </a:cubicBezTo>
                  <a:lnTo>
                    <a:pt x="934" y="1419"/>
                  </a:lnTo>
                  <a:lnTo>
                    <a:pt x="934" y="1286"/>
                  </a:lnTo>
                  <a:cubicBezTo>
                    <a:pt x="934" y="1219"/>
                    <a:pt x="934" y="1186"/>
                    <a:pt x="868" y="1086"/>
                  </a:cubicBezTo>
                  <a:cubicBezTo>
                    <a:pt x="834" y="1019"/>
                    <a:pt x="801" y="885"/>
                    <a:pt x="768" y="785"/>
                  </a:cubicBezTo>
                  <a:cubicBezTo>
                    <a:pt x="668" y="585"/>
                    <a:pt x="634" y="385"/>
                    <a:pt x="534" y="218"/>
                  </a:cubicBezTo>
                  <a:cubicBezTo>
                    <a:pt x="507" y="109"/>
                    <a:pt x="391" y="0"/>
                    <a:pt x="276" y="0"/>
                  </a:cubicBezTo>
                  <a:close/>
                </a:path>
              </a:pathLst>
            </a:custGeom>
            <a:solidFill>
              <a:srgbClr val="FFB0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flipH="1">
              <a:off x="5680603" y="1125916"/>
              <a:ext cx="248620" cy="244380"/>
            </a:xfrm>
            <a:custGeom>
              <a:rect b="b" l="l" r="r" t="t"/>
              <a:pathLst>
                <a:path extrusionOk="0" h="4034" w="4104">
                  <a:moveTo>
                    <a:pt x="2103" y="1"/>
                  </a:moveTo>
                  <a:cubicBezTo>
                    <a:pt x="1135" y="1"/>
                    <a:pt x="322" y="761"/>
                    <a:pt x="167" y="1750"/>
                  </a:cubicBezTo>
                  <a:cubicBezTo>
                    <a:pt x="0" y="2851"/>
                    <a:pt x="734" y="3885"/>
                    <a:pt x="1768" y="4018"/>
                  </a:cubicBezTo>
                  <a:cubicBezTo>
                    <a:pt x="1847" y="4028"/>
                    <a:pt x="1925" y="4033"/>
                    <a:pt x="2002" y="4033"/>
                  </a:cubicBezTo>
                  <a:cubicBezTo>
                    <a:pt x="2944" y="4033"/>
                    <a:pt x="3782" y="3299"/>
                    <a:pt x="3937" y="2250"/>
                  </a:cubicBezTo>
                  <a:cubicBezTo>
                    <a:pt x="4103" y="1183"/>
                    <a:pt x="3370" y="149"/>
                    <a:pt x="2335" y="15"/>
                  </a:cubicBezTo>
                  <a:cubicBezTo>
                    <a:pt x="2257" y="6"/>
                    <a:pt x="2180" y="1"/>
                    <a:pt x="2103" y="1"/>
                  </a:cubicBezTo>
                  <a:close/>
                </a:path>
              </a:pathLst>
            </a:custGeom>
            <a:solidFill>
              <a:srgbClr val="2C30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 flipH="1">
              <a:off x="5723070" y="1213575"/>
              <a:ext cx="80874" cy="83237"/>
            </a:xfrm>
            <a:custGeom>
              <a:rect b="b" l="l" r="r" t="t"/>
              <a:pathLst>
                <a:path extrusionOk="0" h="1374" w="1335">
                  <a:moveTo>
                    <a:pt x="712" y="0"/>
                  </a:moveTo>
                  <a:cubicBezTo>
                    <a:pt x="401" y="0"/>
                    <a:pt x="128" y="257"/>
                    <a:pt x="34" y="603"/>
                  </a:cubicBezTo>
                  <a:cubicBezTo>
                    <a:pt x="1" y="970"/>
                    <a:pt x="201" y="1304"/>
                    <a:pt x="601" y="1371"/>
                  </a:cubicBezTo>
                  <a:cubicBezTo>
                    <a:pt x="620" y="1372"/>
                    <a:pt x="639" y="1373"/>
                    <a:pt x="658" y="1373"/>
                  </a:cubicBezTo>
                  <a:cubicBezTo>
                    <a:pt x="971" y="1373"/>
                    <a:pt x="1270" y="1116"/>
                    <a:pt x="1302" y="770"/>
                  </a:cubicBezTo>
                  <a:cubicBezTo>
                    <a:pt x="1335" y="403"/>
                    <a:pt x="1135" y="70"/>
                    <a:pt x="768" y="3"/>
                  </a:cubicBezTo>
                  <a:cubicBezTo>
                    <a:pt x="749" y="1"/>
                    <a:pt x="730" y="0"/>
                    <a:pt x="7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 flipH="1">
              <a:off x="6169665" y="1078906"/>
              <a:ext cx="695156" cy="377716"/>
            </a:xfrm>
            <a:custGeom>
              <a:rect b="b" l="l" r="r" t="t"/>
              <a:pathLst>
                <a:path extrusionOk="0" h="6235" w="11475">
                  <a:moveTo>
                    <a:pt x="3130" y="0"/>
                  </a:moveTo>
                  <a:cubicBezTo>
                    <a:pt x="1480" y="0"/>
                    <a:pt x="181" y="39"/>
                    <a:pt x="134" y="158"/>
                  </a:cubicBezTo>
                  <a:cubicBezTo>
                    <a:pt x="0" y="491"/>
                    <a:pt x="9040" y="5895"/>
                    <a:pt x="9540" y="6195"/>
                  </a:cubicBezTo>
                  <a:cubicBezTo>
                    <a:pt x="9584" y="6222"/>
                    <a:pt x="9631" y="6234"/>
                    <a:pt x="9682" y="6234"/>
                  </a:cubicBezTo>
                  <a:cubicBezTo>
                    <a:pt x="10209" y="6234"/>
                    <a:pt x="11062" y="4839"/>
                    <a:pt x="11275" y="2860"/>
                  </a:cubicBezTo>
                  <a:cubicBezTo>
                    <a:pt x="11475" y="691"/>
                    <a:pt x="10207" y="124"/>
                    <a:pt x="10207" y="124"/>
                  </a:cubicBezTo>
                  <a:cubicBezTo>
                    <a:pt x="10207" y="124"/>
                    <a:pt x="6099" y="0"/>
                    <a:pt x="3130" y="0"/>
                  </a:cubicBezTo>
                  <a:close/>
                </a:path>
              </a:pathLst>
            </a:custGeom>
            <a:solidFill>
              <a:srgbClr val="FAC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 flipH="1">
              <a:off x="6187839" y="1088417"/>
              <a:ext cx="670924" cy="242562"/>
            </a:xfrm>
            <a:custGeom>
              <a:rect b="b" l="l" r="r" t="t"/>
              <a:pathLst>
                <a:path extrusionOk="0" h="4004" w="11075">
                  <a:moveTo>
                    <a:pt x="100" y="1"/>
                  </a:moveTo>
                  <a:cubicBezTo>
                    <a:pt x="34" y="1"/>
                    <a:pt x="0" y="34"/>
                    <a:pt x="0" y="34"/>
                  </a:cubicBezTo>
                  <a:cubicBezTo>
                    <a:pt x="0" y="101"/>
                    <a:pt x="34" y="167"/>
                    <a:pt x="200" y="268"/>
                  </a:cubicBezTo>
                  <a:cubicBezTo>
                    <a:pt x="234" y="301"/>
                    <a:pt x="4904" y="1535"/>
                    <a:pt x="7072" y="2302"/>
                  </a:cubicBezTo>
                  <a:cubicBezTo>
                    <a:pt x="8940" y="2936"/>
                    <a:pt x="10207" y="3603"/>
                    <a:pt x="10908" y="4004"/>
                  </a:cubicBezTo>
                  <a:cubicBezTo>
                    <a:pt x="11008" y="3770"/>
                    <a:pt x="11041" y="3503"/>
                    <a:pt x="11075" y="3203"/>
                  </a:cubicBezTo>
                  <a:cubicBezTo>
                    <a:pt x="10608" y="3003"/>
                    <a:pt x="9874" y="2703"/>
                    <a:pt x="8673" y="2336"/>
                  </a:cubicBezTo>
                  <a:cubicBezTo>
                    <a:pt x="6838" y="1769"/>
                    <a:pt x="1668" y="368"/>
                    <a:pt x="100" y="1"/>
                  </a:cubicBezTo>
                  <a:close/>
                </a:path>
              </a:pathLst>
            </a:custGeom>
            <a:solidFill>
              <a:srgbClr val="5742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Research Problem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937700" y="821999"/>
            <a:ext cx="5268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Research Problem: Bird Species Image Classification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3" name="Google Shape;93;p14"/>
          <p:cNvGraphicFramePr/>
          <p:nvPr/>
        </p:nvGraphicFramePr>
        <p:xfrm>
          <a:off x="457200" y="13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{376E3582-1484-465C-BE50-2F754FBE33EE}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Goal</a:t>
                      </a:r>
                      <a:endParaRPr sz="2000">
                        <a:solidFill>
                          <a:schemeClr val="dk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Methodology</a:t>
                      </a:r>
                      <a:endParaRPr sz="2000">
                        <a:solidFill>
                          <a:schemeClr val="lt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Variability</a:t>
                      </a:r>
                      <a:endParaRPr sz="2000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2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Research focus</a:t>
                      </a:r>
                      <a:endParaRPr sz="1600">
                        <a:solidFill>
                          <a:schemeClr val="accent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Build an AI model capable of accurately identifying bird species from diverse photos.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Establish Baselines: Develop custom CNNs from scratch to set performance benchmarks. 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Images vary a lot in lighting, angle, and background, and the dataset is small and uneven.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Evaluate how pre-trained models compare to custom CNNs when dealing with complex, real-world images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Compare performance across four models.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Apply Transfer Learning: Implement pre-trained architectures to improve generalization and accuracy.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These variations make it difficult for AI to generalize to new bird photos.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Use these findings to improve accuracy and generalization for bird recognition tasks.</a:t>
                      </a:r>
                      <a:endParaRPr sz="1800">
                        <a:solidFill>
                          <a:srgbClr val="FFFFFF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Dataset and Setup</a:t>
            </a:r>
            <a:endParaRPr/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457200" y="87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{376E3582-1484-465C-BE50-2F754FBE33EE}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Dataset</a:t>
                      </a:r>
                      <a:endParaRPr sz="2000">
                        <a:solidFill>
                          <a:schemeClr val="dk2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Setup</a:t>
                      </a:r>
                      <a:endParaRPr sz="20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Metrics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2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Tools</a:t>
                      </a:r>
                      <a:endParaRPr sz="16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closest planet to the Sun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very cold place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is a gas giant and the biggest planet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is the second planet from the Sun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" name="Google Shape;100;p15"/>
          <p:cNvGraphicFramePr/>
          <p:nvPr/>
        </p:nvGraphicFramePr>
        <p:xfrm>
          <a:off x="457467" y="1835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{376E3582-1484-465C-BE50-2F754FBE33EE}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Source: Kaggle Bird Species Classification Dataset.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Trained using Google Colab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Accuracy – overall model performance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TensorFlow / Keras for model building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Classes: 200 distinct bird species.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Used train / validation / test splits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Macro F1-Score – handles class imbalance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NumPy / Matplotlib for analysis &amp; plots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Total Images: 11,788 images.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Training: 8,232 images(70%) 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Validation: 1,727 images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(15%) 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Test: 1,829 images (15%) 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Confusion Matrix – shows prediction patterns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• Google Drive for dataset &amp; results storage</a:t>
                      </a:r>
                      <a:endParaRPr sz="12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Method 1: Baseline CNN (Bird vs Not Bird)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4958850" y="2313725"/>
            <a:ext cx="3008700" cy="22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 Performance: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The model successfully learned basic object detection, achieving high accuracy in distinguishing birds from background noise.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Validation: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Confirmed that the dataset images contained sufficient visual information for basic recognition tasks.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958845" y="1864100"/>
            <a:ext cx="2945907" cy="334088"/>
          </a:xfrm>
          <a:custGeom>
            <a:rect b="b" l="l" r="r" t="t"/>
            <a:pathLst>
              <a:path extrusionOk="0" h="10622" w="64699">
                <a:moveTo>
                  <a:pt x="0" y="1"/>
                </a:moveTo>
                <a:lnTo>
                  <a:pt x="0" y="10621"/>
                </a:lnTo>
                <a:lnTo>
                  <a:pt x="60722" y="10621"/>
                </a:lnTo>
                <a:cubicBezTo>
                  <a:pt x="62901" y="10621"/>
                  <a:pt x="64699" y="8228"/>
                  <a:pt x="64699" y="5311"/>
                </a:cubicBezTo>
                <a:cubicBezTo>
                  <a:pt x="64699" y="2382"/>
                  <a:pt x="62901" y="1"/>
                  <a:pt x="60722" y="1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Results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77926" y="2313750"/>
            <a:ext cx="2945884" cy="24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Architecture: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Developed a custom, lightweight Convolutional Neural Network (CNN) for binary classification.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Objective: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Distinguish between images containing birds and those without, serving as a fundamental proof of concept.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077926" y="1864100"/>
            <a:ext cx="2945790" cy="334088"/>
          </a:xfrm>
          <a:custGeom>
            <a:rect b="b" l="l" r="r" t="t"/>
            <a:pathLst>
              <a:path extrusionOk="0" h="10622" w="64699">
                <a:moveTo>
                  <a:pt x="3977" y="1"/>
                </a:moveTo>
                <a:cubicBezTo>
                  <a:pt x="1786" y="1"/>
                  <a:pt x="0" y="2382"/>
                  <a:pt x="0" y="5311"/>
                </a:cubicBezTo>
                <a:cubicBezTo>
                  <a:pt x="0" y="8228"/>
                  <a:pt x="1786" y="10621"/>
                  <a:pt x="3977" y="10621"/>
                </a:cubicBez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Overview</a:t>
            </a:r>
            <a:endParaRPr sz="20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CNN (Bird vs Not</a:t>
            </a:r>
            <a:r>
              <a:rPr lang="en"/>
              <a:t> Bird</a:t>
            </a:r>
            <a:r>
              <a:rPr lang="en"/>
              <a:t>) Results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6813450" y="3719082"/>
            <a:ext cx="19407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6813450" y="1773082"/>
            <a:ext cx="19407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is also hot, even hotter than Mercury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7" name="Google Shape;117;p17"/>
          <p:cNvGrpSpPr/>
          <p:nvPr/>
        </p:nvGrpSpPr>
        <p:grpSpPr>
          <a:xfrm>
            <a:off x="4810225" y="1494225"/>
            <a:ext cx="3944100" cy="896700"/>
            <a:chOff x="4810225" y="1494225"/>
            <a:chExt cx="3944100" cy="896700"/>
          </a:xfrm>
        </p:grpSpPr>
        <p:sp>
          <p:nvSpPr>
            <p:cNvPr id="118" name="Google Shape;118;p17"/>
            <p:cNvSpPr txBox="1"/>
            <p:nvPr/>
          </p:nvSpPr>
          <p:spPr>
            <a:xfrm>
              <a:off x="7669225" y="1494225"/>
              <a:ext cx="10851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20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19" name="Google Shape;119;p17"/>
            <p:cNvCxnSpPr>
              <a:stCxn id="118" idx="1"/>
            </p:cNvCxnSpPr>
            <p:nvPr/>
          </p:nvCxnSpPr>
          <p:spPr>
            <a:xfrm flipH="1">
              <a:off x="4810225" y="1668525"/>
              <a:ext cx="2859000" cy="7224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120" name="Google Shape;120;p17"/>
          <p:cNvGrpSpPr/>
          <p:nvPr/>
        </p:nvGrpSpPr>
        <p:grpSpPr>
          <a:xfrm>
            <a:off x="4734025" y="3381425"/>
            <a:ext cx="4020300" cy="407400"/>
            <a:chOff x="4734025" y="3381425"/>
            <a:chExt cx="4020300" cy="407400"/>
          </a:xfrm>
        </p:grpSpPr>
        <p:sp>
          <p:nvSpPr>
            <p:cNvPr id="121" name="Google Shape;121;p17"/>
            <p:cNvSpPr txBox="1"/>
            <p:nvPr/>
          </p:nvSpPr>
          <p:spPr>
            <a:xfrm>
              <a:off x="7669225" y="3440225"/>
              <a:ext cx="10851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22" name="Google Shape;122;p17"/>
            <p:cNvCxnSpPr>
              <a:stCxn id="121" idx="1"/>
            </p:cNvCxnSpPr>
            <p:nvPr/>
          </p:nvCxnSpPr>
          <p:spPr>
            <a:xfrm rot="10800000">
              <a:off x="4734025" y="3381425"/>
              <a:ext cx="2935200" cy="233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pic>
        <p:nvPicPr>
          <p:cNvPr id="123" name="Google Shape;123;p17" title="baseline_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75" y="1341375"/>
            <a:ext cx="4072911" cy="290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title="baseline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4025" y="767475"/>
            <a:ext cx="4182401" cy="419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Method 2: Baseline CNN (Species Classification)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4958850" y="2313725"/>
            <a:ext cx="3008700" cy="22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Underfitting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Validation accuracy plateaued at approximately 4.5%.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Analysis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The simple architecture lacked the depth and complexity required to capture fine-grained features (like plumage patterns) across 200 distinct species.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958845" y="1864100"/>
            <a:ext cx="2945907" cy="334088"/>
          </a:xfrm>
          <a:custGeom>
            <a:rect b="b" l="l" r="r" t="t"/>
            <a:pathLst>
              <a:path extrusionOk="0" h="10622" w="64699">
                <a:moveTo>
                  <a:pt x="0" y="1"/>
                </a:moveTo>
                <a:lnTo>
                  <a:pt x="0" y="10621"/>
                </a:lnTo>
                <a:lnTo>
                  <a:pt x="60722" y="10621"/>
                </a:lnTo>
                <a:cubicBezTo>
                  <a:pt x="62901" y="10621"/>
                  <a:pt x="64699" y="8228"/>
                  <a:pt x="64699" y="5311"/>
                </a:cubicBezTo>
                <a:cubicBezTo>
                  <a:pt x="64699" y="2382"/>
                  <a:pt x="62901" y="1"/>
                  <a:pt x="60722" y="1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Results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1077926" y="2313750"/>
            <a:ext cx="29460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Architecture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Extended the custom "Tiny CNN" to handle the full 200-class classification task.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Training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Trained from scratch on 224x224 RGB images without pre-trained weights.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077926" y="1864100"/>
            <a:ext cx="2945790" cy="334088"/>
          </a:xfrm>
          <a:custGeom>
            <a:rect b="b" l="l" r="r" t="t"/>
            <a:pathLst>
              <a:path extrusionOk="0" h="10622" w="64699">
                <a:moveTo>
                  <a:pt x="3977" y="1"/>
                </a:moveTo>
                <a:cubicBezTo>
                  <a:pt x="1786" y="1"/>
                  <a:pt x="0" y="2382"/>
                  <a:pt x="0" y="5311"/>
                </a:cubicBezTo>
                <a:cubicBezTo>
                  <a:pt x="0" y="8228"/>
                  <a:pt x="1786" y="10621"/>
                  <a:pt x="3977" y="10621"/>
                </a:cubicBez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Overview</a:t>
            </a:r>
            <a:endParaRPr sz="20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CNN (Species) Results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6813450" y="3719082"/>
            <a:ext cx="19407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6813450" y="1773082"/>
            <a:ext cx="19407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is also hot, even hotter than Mercury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1" name="Google Shape;141;p19"/>
          <p:cNvGrpSpPr/>
          <p:nvPr/>
        </p:nvGrpSpPr>
        <p:grpSpPr>
          <a:xfrm>
            <a:off x="4810225" y="1494225"/>
            <a:ext cx="3944100" cy="896700"/>
            <a:chOff x="4810225" y="1494225"/>
            <a:chExt cx="3944100" cy="896700"/>
          </a:xfrm>
        </p:grpSpPr>
        <p:sp>
          <p:nvSpPr>
            <p:cNvPr id="142" name="Google Shape;142;p19"/>
            <p:cNvSpPr txBox="1"/>
            <p:nvPr/>
          </p:nvSpPr>
          <p:spPr>
            <a:xfrm>
              <a:off x="7669225" y="1494225"/>
              <a:ext cx="10851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20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43" name="Google Shape;143;p19"/>
            <p:cNvCxnSpPr>
              <a:stCxn id="142" idx="1"/>
            </p:cNvCxnSpPr>
            <p:nvPr/>
          </p:nvCxnSpPr>
          <p:spPr>
            <a:xfrm flipH="1">
              <a:off x="4810225" y="1668525"/>
              <a:ext cx="2859000" cy="7224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144" name="Google Shape;144;p19"/>
          <p:cNvGrpSpPr/>
          <p:nvPr/>
        </p:nvGrpSpPr>
        <p:grpSpPr>
          <a:xfrm>
            <a:off x="4734025" y="3381425"/>
            <a:ext cx="4020300" cy="407400"/>
            <a:chOff x="4734025" y="3381425"/>
            <a:chExt cx="4020300" cy="407400"/>
          </a:xfrm>
        </p:grpSpPr>
        <p:sp>
          <p:nvSpPr>
            <p:cNvPr id="145" name="Google Shape;145;p19"/>
            <p:cNvSpPr txBox="1"/>
            <p:nvPr/>
          </p:nvSpPr>
          <p:spPr>
            <a:xfrm>
              <a:off x="7669225" y="3440225"/>
              <a:ext cx="10851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46" name="Google Shape;146;p19"/>
            <p:cNvCxnSpPr>
              <a:stCxn id="145" idx="1"/>
            </p:cNvCxnSpPr>
            <p:nvPr/>
          </p:nvCxnSpPr>
          <p:spPr>
            <a:xfrm rot="10800000">
              <a:off x="4734025" y="3381425"/>
              <a:ext cx="2935200" cy="233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pic>
        <p:nvPicPr>
          <p:cNvPr id="147" name="Google Shape;147;p19" title="baseline_accuracy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0275"/>
            <a:ext cx="4550551" cy="34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title="baseline_confusion_matrix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2950" y="809650"/>
            <a:ext cx="4082449" cy="42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Method 3: Transfer Learning (ResNet50)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4958850" y="2313725"/>
            <a:ext cx="3008700" cy="22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Significant Improvement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Achieved much higher accuracy than the custom baseline by utilizing pre-learned visual features.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Efficiency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Reduced training time and improved convergence stability compared to training deep networks from scratch.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4958845" y="1864100"/>
            <a:ext cx="2945907" cy="334088"/>
          </a:xfrm>
          <a:custGeom>
            <a:rect b="b" l="l" r="r" t="t"/>
            <a:pathLst>
              <a:path extrusionOk="0" h="10622" w="64699">
                <a:moveTo>
                  <a:pt x="0" y="1"/>
                </a:moveTo>
                <a:lnTo>
                  <a:pt x="0" y="10621"/>
                </a:lnTo>
                <a:lnTo>
                  <a:pt x="60722" y="10621"/>
                </a:lnTo>
                <a:cubicBezTo>
                  <a:pt x="62901" y="10621"/>
                  <a:pt x="64699" y="8228"/>
                  <a:pt x="64699" y="5311"/>
                </a:cubicBezTo>
                <a:cubicBezTo>
                  <a:pt x="64699" y="2382"/>
                  <a:pt x="62901" y="1"/>
                  <a:pt x="60722" y="1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Results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1077926" y="2313750"/>
            <a:ext cx="29460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Implemented ResNet50 pre-trained on ImageNet to leverage existing feature extraction capabilities.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Strategy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Froze initial layers to retain learned patterns (edges, textures) and fine-tuned the classification head for bird species.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077926" y="1864100"/>
            <a:ext cx="2945790" cy="334088"/>
          </a:xfrm>
          <a:custGeom>
            <a:rect b="b" l="l" r="r" t="t"/>
            <a:pathLst>
              <a:path extrusionOk="0" h="10622" w="64699">
                <a:moveTo>
                  <a:pt x="3977" y="1"/>
                </a:moveTo>
                <a:cubicBezTo>
                  <a:pt x="1786" y="1"/>
                  <a:pt x="0" y="2382"/>
                  <a:pt x="0" y="5311"/>
                </a:cubicBezTo>
                <a:cubicBezTo>
                  <a:pt x="0" y="8228"/>
                  <a:pt x="1786" y="10621"/>
                  <a:pt x="3977" y="10621"/>
                </a:cubicBez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Overview</a:t>
            </a:r>
            <a:endParaRPr sz="20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ResNet50 Results</a:t>
            </a:r>
            <a:endParaRPr/>
          </a:p>
        </p:txBody>
      </p:sp>
      <p:pic>
        <p:nvPicPr>
          <p:cNvPr id="163" name="Google Shape;163;p21" title="resnet50_ft_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00" y="1090400"/>
            <a:ext cx="5181601" cy="388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resnet50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602" y="1090400"/>
            <a:ext cx="3695599" cy="3787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Method 4: Transfer Learning (EfficientNet)</a:t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4958850" y="2313725"/>
            <a:ext cx="3008700" cy="22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Top Performance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Delivered the best balance of speed and accuracy among all tested models.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Key Finding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Proved highly effective at distinguishing subtle inter-species differences (e.g., beak shape) that simpler models missed.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4958845" y="1864100"/>
            <a:ext cx="2945907" cy="334088"/>
          </a:xfrm>
          <a:custGeom>
            <a:rect b="b" l="l" r="r" t="t"/>
            <a:pathLst>
              <a:path extrusionOk="0" h="10622" w="64699">
                <a:moveTo>
                  <a:pt x="0" y="1"/>
                </a:moveTo>
                <a:lnTo>
                  <a:pt x="0" y="10621"/>
                </a:lnTo>
                <a:lnTo>
                  <a:pt x="60722" y="10621"/>
                </a:lnTo>
                <a:cubicBezTo>
                  <a:pt x="62901" y="10621"/>
                  <a:pt x="64699" y="8228"/>
                  <a:pt x="64699" y="5311"/>
                </a:cubicBezTo>
                <a:cubicBezTo>
                  <a:pt x="64699" y="2382"/>
                  <a:pt x="62901" y="1"/>
                  <a:pt x="60722" y="1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Results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1077926" y="2313750"/>
            <a:ext cx="29460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Deployed EfficientNet, utilizing "Compound Scaling" to balance network depth, width, and resolution.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Goal</a:t>
            </a:r>
            <a:r>
              <a:rPr lang="en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Maximize classification accuracy while minimizing computational cost and model parameter size.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1077926" y="1864100"/>
            <a:ext cx="2945790" cy="334088"/>
          </a:xfrm>
          <a:custGeom>
            <a:rect b="b" l="l" r="r" t="t"/>
            <a:pathLst>
              <a:path extrusionOk="0" h="10622" w="64699">
                <a:moveTo>
                  <a:pt x="3977" y="1"/>
                </a:moveTo>
                <a:cubicBezTo>
                  <a:pt x="1786" y="1"/>
                  <a:pt x="0" y="2382"/>
                  <a:pt x="0" y="5311"/>
                </a:cubicBezTo>
                <a:cubicBezTo>
                  <a:pt x="0" y="8228"/>
                  <a:pt x="1786" y="10621"/>
                  <a:pt x="3977" y="10621"/>
                </a:cubicBez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Overview</a:t>
            </a:r>
            <a:endParaRPr sz="20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 + EfficientNet </a:t>
            </a:r>
            <a:r>
              <a:rPr lang="en"/>
              <a:t>Results</a:t>
            </a:r>
            <a:endParaRPr/>
          </a:p>
        </p:txBody>
      </p:sp>
      <p:pic>
        <p:nvPicPr>
          <p:cNvPr id="179" name="Google Shape;179;p23" title="efficientnet_ft_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9650"/>
            <a:ext cx="5575265" cy="418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title="efficientnet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051" y="1156225"/>
            <a:ext cx="3403351" cy="34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grpSp>
        <p:nvGrpSpPr>
          <p:cNvPr id="186" name="Google Shape;186;p24"/>
          <p:cNvGrpSpPr/>
          <p:nvPr/>
        </p:nvGrpSpPr>
        <p:grpSpPr>
          <a:xfrm>
            <a:off x="540075" y="1038925"/>
            <a:ext cx="7502250" cy="546600"/>
            <a:chOff x="540075" y="1038925"/>
            <a:chExt cx="7502250" cy="546600"/>
          </a:xfrm>
        </p:grpSpPr>
        <p:sp>
          <p:nvSpPr>
            <p:cNvPr id="187" name="Google Shape;187;p24"/>
            <p:cNvSpPr/>
            <p:nvPr/>
          </p:nvSpPr>
          <p:spPr>
            <a:xfrm>
              <a:off x="540075" y="1207375"/>
              <a:ext cx="1867500" cy="2469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Limited &amp; poor quality of data </a:t>
              </a:r>
              <a:endParaRPr sz="20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2317425" y="1038925"/>
              <a:ext cx="5724900" cy="5466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The dataset is relatively small and contains high variability in lighting, backgrounds, and angles, making generalization difficult.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89" name="Google Shape;189;p24"/>
          <p:cNvGrpSpPr/>
          <p:nvPr/>
        </p:nvGrpSpPr>
        <p:grpSpPr>
          <a:xfrm>
            <a:off x="586278" y="2086650"/>
            <a:ext cx="7760672" cy="546600"/>
            <a:chOff x="586278" y="2086650"/>
            <a:chExt cx="7760672" cy="546600"/>
          </a:xfrm>
        </p:grpSpPr>
        <p:sp>
          <p:nvSpPr>
            <p:cNvPr id="190" name="Google Shape;190;p24"/>
            <p:cNvSpPr/>
            <p:nvPr/>
          </p:nvSpPr>
          <p:spPr>
            <a:xfrm>
              <a:off x="586278" y="2217900"/>
              <a:ext cx="1731000" cy="2841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Fine-Grained Classification</a:t>
              </a:r>
              <a:endParaRPr sz="20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2484350" y="2086650"/>
              <a:ext cx="5862600" cy="5466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Distinguishing between 200 visually similar species requires capturing minute details, such as beak shape or plumage patterns, that simpler models miss.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2" name="Google Shape;192;p24"/>
          <p:cNvGrpSpPr/>
          <p:nvPr/>
        </p:nvGrpSpPr>
        <p:grpSpPr>
          <a:xfrm>
            <a:off x="651601" y="4182125"/>
            <a:ext cx="8293955" cy="546600"/>
            <a:chOff x="651603" y="4182113"/>
            <a:chExt cx="5552624" cy="546600"/>
          </a:xfrm>
        </p:grpSpPr>
        <p:sp>
          <p:nvSpPr>
            <p:cNvPr id="193" name="Google Shape;193;p24"/>
            <p:cNvSpPr/>
            <p:nvPr/>
          </p:nvSpPr>
          <p:spPr>
            <a:xfrm>
              <a:off x="651603" y="4313375"/>
              <a:ext cx="1695300" cy="2841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Overfitting Risks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2121827" y="4182113"/>
              <a:ext cx="4082400" cy="5466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High capacity models like ResNet50 are prone to memorizing the small training set, requiring careful regularization like dropout and early stopping.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5" name="Google Shape;195;p24"/>
          <p:cNvGrpSpPr/>
          <p:nvPr/>
        </p:nvGrpSpPr>
        <p:grpSpPr>
          <a:xfrm>
            <a:off x="586264" y="3134375"/>
            <a:ext cx="7976304" cy="546600"/>
            <a:chOff x="586278" y="3134376"/>
            <a:chExt cx="5571212" cy="546600"/>
          </a:xfrm>
        </p:grpSpPr>
        <p:sp>
          <p:nvSpPr>
            <p:cNvPr id="196" name="Google Shape;196;p24"/>
            <p:cNvSpPr/>
            <p:nvPr/>
          </p:nvSpPr>
          <p:spPr>
            <a:xfrm>
              <a:off x="586278" y="3265625"/>
              <a:ext cx="1711500" cy="2841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Class Imbalance</a:t>
              </a:r>
              <a:endParaRPr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2035490" y="3134376"/>
              <a:ext cx="4122000" cy="5466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The uneven distribution of images across different species can cause the model to bias its predictions toward the more common birds.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5" title="1489528903.ariffrazalin_texasrr.jpg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643175" y="0"/>
            <a:ext cx="385762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/>
          <p:nvPr>
            <p:ph type="title"/>
          </p:nvPr>
        </p:nvSpPr>
        <p:spPr>
          <a:xfrm>
            <a:off x="453125" y="244830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TIME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title"/>
          </p:nvPr>
        </p:nvSpPr>
        <p:spPr>
          <a:xfrm>
            <a:off x="448975" y="410350"/>
            <a:ext cx="8237700" cy="2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3412100" y="1107525"/>
            <a:ext cx="4291200" cy="14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0" name="Google Shape;210;p26"/>
          <p:cNvGrpSpPr/>
          <p:nvPr/>
        </p:nvGrpSpPr>
        <p:grpSpPr>
          <a:xfrm>
            <a:off x="1163888" y="828675"/>
            <a:ext cx="1321946" cy="4000483"/>
            <a:chOff x="1163888" y="828675"/>
            <a:chExt cx="1321946" cy="4000483"/>
          </a:xfrm>
        </p:grpSpPr>
        <p:sp>
          <p:nvSpPr>
            <p:cNvPr id="211" name="Google Shape;211;p26"/>
            <p:cNvSpPr/>
            <p:nvPr/>
          </p:nvSpPr>
          <p:spPr>
            <a:xfrm>
              <a:off x="1863138" y="828675"/>
              <a:ext cx="490930" cy="4000483"/>
            </a:xfrm>
            <a:custGeom>
              <a:rect b="b" l="l" r="r" t="t"/>
              <a:pathLst>
                <a:path extrusionOk="0" h="113982" w="15898">
                  <a:moveTo>
                    <a:pt x="4121" y="1"/>
                  </a:moveTo>
                  <a:cubicBezTo>
                    <a:pt x="3876" y="1"/>
                    <a:pt x="3739" y="2"/>
                    <a:pt x="3739" y="2"/>
                  </a:cubicBezTo>
                  <a:cubicBezTo>
                    <a:pt x="3739" y="2"/>
                    <a:pt x="5016" y="31188"/>
                    <a:pt x="4620" y="44987"/>
                  </a:cubicBezTo>
                  <a:cubicBezTo>
                    <a:pt x="4256" y="58817"/>
                    <a:pt x="0" y="111219"/>
                    <a:pt x="0" y="111219"/>
                  </a:cubicBezTo>
                  <a:cubicBezTo>
                    <a:pt x="1810" y="113373"/>
                    <a:pt x="4361" y="113981"/>
                    <a:pt x="6667" y="113981"/>
                  </a:cubicBezTo>
                  <a:cubicBezTo>
                    <a:pt x="9666" y="113981"/>
                    <a:pt x="12250" y="112952"/>
                    <a:pt x="12250" y="112952"/>
                  </a:cubicBezTo>
                  <a:cubicBezTo>
                    <a:pt x="12250" y="112952"/>
                    <a:pt x="15897" y="72130"/>
                    <a:pt x="15350" y="52069"/>
                  </a:cubicBezTo>
                  <a:cubicBezTo>
                    <a:pt x="14773" y="32008"/>
                    <a:pt x="14773" y="792"/>
                    <a:pt x="14773" y="792"/>
                  </a:cubicBezTo>
                  <a:cubicBezTo>
                    <a:pt x="12804" y="47"/>
                    <a:pt x="5833" y="1"/>
                    <a:pt x="4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1179853" y="1704390"/>
              <a:ext cx="519062" cy="116819"/>
            </a:xfrm>
            <a:custGeom>
              <a:rect b="b" l="l" r="r" t="t"/>
              <a:pathLst>
                <a:path extrusionOk="0" h="3783" w="16809">
                  <a:moveTo>
                    <a:pt x="13252" y="1"/>
                  </a:moveTo>
                  <a:cubicBezTo>
                    <a:pt x="12455" y="1"/>
                    <a:pt x="11602" y="56"/>
                    <a:pt x="10791" y="165"/>
                  </a:cubicBezTo>
                  <a:lnTo>
                    <a:pt x="11216" y="1259"/>
                  </a:lnTo>
                  <a:lnTo>
                    <a:pt x="10517" y="317"/>
                  </a:lnTo>
                  <a:lnTo>
                    <a:pt x="10365" y="135"/>
                  </a:lnTo>
                  <a:cubicBezTo>
                    <a:pt x="10365" y="135"/>
                    <a:pt x="8207" y="347"/>
                    <a:pt x="6414" y="530"/>
                  </a:cubicBezTo>
                  <a:lnTo>
                    <a:pt x="6657" y="1563"/>
                  </a:lnTo>
                  <a:lnTo>
                    <a:pt x="6079" y="499"/>
                  </a:lnTo>
                  <a:cubicBezTo>
                    <a:pt x="6079" y="499"/>
                    <a:pt x="4499" y="655"/>
                    <a:pt x="4065" y="655"/>
                  </a:cubicBezTo>
                  <a:cubicBezTo>
                    <a:pt x="4029" y="655"/>
                    <a:pt x="4001" y="654"/>
                    <a:pt x="3982" y="651"/>
                  </a:cubicBezTo>
                  <a:lnTo>
                    <a:pt x="3982" y="651"/>
                  </a:lnTo>
                  <a:lnTo>
                    <a:pt x="4377" y="1715"/>
                  </a:lnTo>
                  <a:lnTo>
                    <a:pt x="3617" y="621"/>
                  </a:lnTo>
                  <a:cubicBezTo>
                    <a:pt x="3617" y="621"/>
                    <a:pt x="3415" y="607"/>
                    <a:pt x="3108" y="607"/>
                  </a:cubicBezTo>
                  <a:cubicBezTo>
                    <a:pt x="2955" y="607"/>
                    <a:pt x="2776" y="611"/>
                    <a:pt x="2584" y="621"/>
                  </a:cubicBezTo>
                  <a:cubicBezTo>
                    <a:pt x="1550" y="682"/>
                    <a:pt x="91" y="1047"/>
                    <a:pt x="0" y="2171"/>
                  </a:cubicBezTo>
                  <a:lnTo>
                    <a:pt x="0" y="2323"/>
                  </a:lnTo>
                  <a:cubicBezTo>
                    <a:pt x="31" y="3509"/>
                    <a:pt x="1611" y="3721"/>
                    <a:pt x="2614" y="3782"/>
                  </a:cubicBezTo>
                  <a:cubicBezTo>
                    <a:pt x="3009" y="3782"/>
                    <a:pt x="3313" y="3721"/>
                    <a:pt x="3465" y="3721"/>
                  </a:cubicBezTo>
                  <a:lnTo>
                    <a:pt x="4225" y="2627"/>
                  </a:lnTo>
                  <a:lnTo>
                    <a:pt x="3952" y="3782"/>
                  </a:lnTo>
                  <a:cubicBezTo>
                    <a:pt x="3952" y="3782"/>
                    <a:pt x="6566" y="3661"/>
                    <a:pt x="8450" y="3326"/>
                  </a:cubicBezTo>
                  <a:lnTo>
                    <a:pt x="8936" y="2414"/>
                  </a:lnTo>
                  <a:lnTo>
                    <a:pt x="8967" y="3265"/>
                  </a:lnTo>
                  <a:cubicBezTo>
                    <a:pt x="8967" y="3265"/>
                    <a:pt x="11399" y="2931"/>
                    <a:pt x="12493" y="2657"/>
                  </a:cubicBezTo>
                  <a:cubicBezTo>
                    <a:pt x="12493" y="2657"/>
                    <a:pt x="12706" y="2293"/>
                    <a:pt x="12736" y="1867"/>
                  </a:cubicBezTo>
                  <a:cubicBezTo>
                    <a:pt x="12736" y="1867"/>
                    <a:pt x="12766" y="2262"/>
                    <a:pt x="12858" y="2657"/>
                  </a:cubicBezTo>
                  <a:cubicBezTo>
                    <a:pt x="12858" y="2657"/>
                    <a:pt x="16809" y="2019"/>
                    <a:pt x="16687" y="895"/>
                  </a:cubicBezTo>
                  <a:cubicBezTo>
                    <a:pt x="16666" y="299"/>
                    <a:pt x="15111" y="1"/>
                    <a:pt x="13252" y="1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182663" y="1723535"/>
              <a:ext cx="80751" cy="97673"/>
            </a:xfrm>
            <a:custGeom>
              <a:rect b="b" l="l" r="r" t="t"/>
              <a:pathLst>
                <a:path extrusionOk="0" h="3163" w="2615">
                  <a:moveTo>
                    <a:pt x="2554" y="1"/>
                  </a:moveTo>
                  <a:lnTo>
                    <a:pt x="2554" y="1"/>
                  </a:lnTo>
                  <a:cubicBezTo>
                    <a:pt x="1551" y="62"/>
                    <a:pt x="61" y="427"/>
                    <a:pt x="0" y="1551"/>
                  </a:cubicBezTo>
                  <a:lnTo>
                    <a:pt x="0" y="1703"/>
                  </a:lnTo>
                  <a:cubicBezTo>
                    <a:pt x="31" y="2889"/>
                    <a:pt x="1581" y="3132"/>
                    <a:pt x="2614" y="3162"/>
                  </a:cubicBezTo>
                  <a:cubicBezTo>
                    <a:pt x="2554" y="2737"/>
                    <a:pt x="2523" y="2281"/>
                    <a:pt x="2523" y="1855"/>
                  </a:cubicBezTo>
                  <a:cubicBezTo>
                    <a:pt x="2493" y="1065"/>
                    <a:pt x="2523" y="427"/>
                    <a:pt x="2554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1179853" y="1704081"/>
              <a:ext cx="519062" cy="117128"/>
            </a:xfrm>
            <a:custGeom>
              <a:rect b="b" l="l" r="r" t="t"/>
              <a:pathLst>
                <a:path extrusionOk="0" h="3793" w="16809">
                  <a:moveTo>
                    <a:pt x="13106" y="0"/>
                  </a:moveTo>
                  <a:cubicBezTo>
                    <a:pt x="12321" y="0"/>
                    <a:pt x="11481" y="49"/>
                    <a:pt x="10669" y="145"/>
                  </a:cubicBezTo>
                  <a:lnTo>
                    <a:pt x="11095" y="1239"/>
                  </a:lnTo>
                  <a:lnTo>
                    <a:pt x="10426" y="297"/>
                  </a:lnTo>
                  <a:cubicBezTo>
                    <a:pt x="10061" y="631"/>
                    <a:pt x="9727" y="965"/>
                    <a:pt x="9301" y="1239"/>
                  </a:cubicBezTo>
                  <a:cubicBezTo>
                    <a:pt x="8298" y="1908"/>
                    <a:pt x="6991" y="2151"/>
                    <a:pt x="5745" y="2303"/>
                  </a:cubicBezTo>
                  <a:cubicBezTo>
                    <a:pt x="4681" y="2424"/>
                    <a:pt x="3587" y="2485"/>
                    <a:pt x="2523" y="2485"/>
                  </a:cubicBezTo>
                  <a:cubicBezTo>
                    <a:pt x="1854" y="2485"/>
                    <a:pt x="1186" y="2455"/>
                    <a:pt x="486" y="2424"/>
                  </a:cubicBezTo>
                  <a:cubicBezTo>
                    <a:pt x="335" y="2424"/>
                    <a:pt x="152" y="2364"/>
                    <a:pt x="0" y="2333"/>
                  </a:cubicBezTo>
                  <a:lnTo>
                    <a:pt x="0" y="2333"/>
                  </a:lnTo>
                  <a:cubicBezTo>
                    <a:pt x="31" y="3519"/>
                    <a:pt x="1611" y="3731"/>
                    <a:pt x="2614" y="3792"/>
                  </a:cubicBezTo>
                  <a:cubicBezTo>
                    <a:pt x="3009" y="3792"/>
                    <a:pt x="3313" y="3731"/>
                    <a:pt x="3465" y="3731"/>
                  </a:cubicBezTo>
                  <a:lnTo>
                    <a:pt x="4225" y="2637"/>
                  </a:lnTo>
                  <a:lnTo>
                    <a:pt x="3952" y="3792"/>
                  </a:lnTo>
                  <a:cubicBezTo>
                    <a:pt x="3952" y="3792"/>
                    <a:pt x="6566" y="3671"/>
                    <a:pt x="8450" y="3336"/>
                  </a:cubicBezTo>
                  <a:lnTo>
                    <a:pt x="8936" y="2424"/>
                  </a:lnTo>
                  <a:lnTo>
                    <a:pt x="8967" y="3275"/>
                  </a:lnTo>
                  <a:cubicBezTo>
                    <a:pt x="8967" y="3275"/>
                    <a:pt x="11399" y="2941"/>
                    <a:pt x="12493" y="2667"/>
                  </a:cubicBezTo>
                  <a:cubicBezTo>
                    <a:pt x="12493" y="2667"/>
                    <a:pt x="12706" y="2303"/>
                    <a:pt x="12736" y="1877"/>
                  </a:cubicBezTo>
                  <a:cubicBezTo>
                    <a:pt x="12736" y="1877"/>
                    <a:pt x="12766" y="2272"/>
                    <a:pt x="12858" y="2667"/>
                  </a:cubicBezTo>
                  <a:cubicBezTo>
                    <a:pt x="12858" y="2667"/>
                    <a:pt x="16809" y="2029"/>
                    <a:pt x="16687" y="905"/>
                  </a:cubicBezTo>
                  <a:cubicBezTo>
                    <a:pt x="16666" y="298"/>
                    <a:pt x="15054" y="0"/>
                    <a:pt x="13106" y="0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1164814" y="1583374"/>
              <a:ext cx="520976" cy="151405"/>
            </a:xfrm>
            <a:custGeom>
              <a:rect b="b" l="l" r="r" t="t"/>
              <a:pathLst>
                <a:path extrusionOk="0" h="4903" w="16871">
                  <a:moveTo>
                    <a:pt x="2141" y="0"/>
                  </a:moveTo>
                  <a:cubicBezTo>
                    <a:pt x="1555" y="0"/>
                    <a:pt x="984" y="129"/>
                    <a:pt x="639" y="528"/>
                  </a:cubicBezTo>
                  <a:cubicBezTo>
                    <a:pt x="578" y="619"/>
                    <a:pt x="457" y="771"/>
                    <a:pt x="396" y="923"/>
                  </a:cubicBezTo>
                  <a:cubicBezTo>
                    <a:pt x="1" y="2200"/>
                    <a:pt x="1460" y="2868"/>
                    <a:pt x="2493" y="3172"/>
                  </a:cubicBezTo>
                  <a:cubicBezTo>
                    <a:pt x="2828" y="3263"/>
                    <a:pt x="3132" y="3324"/>
                    <a:pt x="3284" y="3355"/>
                  </a:cubicBezTo>
                  <a:lnTo>
                    <a:pt x="4317" y="2503"/>
                  </a:lnTo>
                  <a:lnTo>
                    <a:pt x="3739" y="3507"/>
                  </a:lnTo>
                  <a:cubicBezTo>
                    <a:pt x="3739" y="3507"/>
                    <a:pt x="6293" y="4114"/>
                    <a:pt x="8208" y="4266"/>
                  </a:cubicBezTo>
                  <a:lnTo>
                    <a:pt x="8937" y="3507"/>
                  </a:lnTo>
                  <a:lnTo>
                    <a:pt x="8724" y="4358"/>
                  </a:lnTo>
                  <a:cubicBezTo>
                    <a:pt x="8724" y="4358"/>
                    <a:pt x="11156" y="4692"/>
                    <a:pt x="12311" y="4722"/>
                  </a:cubicBezTo>
                  <a:cubicBezTo>
                    <a:pt x="12311" y="4722"/>
                    <a:pt x="12534" y="4475"/>
                    <a:pt x="12689" y="4159"/>
                  </a:cubicBezTo>
                  <a:lnTo>
                    <a:pt x="12689" y="4159"/>
                  </a:lnTo>
                  <a:cubicBezTo>
                    <a:pt x="12657" y="4293"/>
                    <a:pt x="12636" y="4539"/>
                    <a:pt x="12615" y="4814"/>
                  </a:cubicBezTo>
                  <a:cubicBezTo>
                    <a:pt x="12615" y="4814"/>
                    <a:pt x="13390" y="4902"/>
                    <a:pt x="14272" y="4902"/>
                  </a:cubicBezTo>
                  <a:cubicBezTo>
                    <a:pt x="15389" y="4902"/>
                    <a:pt x="16677" y="4760"/>
                    <a:pt x="16779" y="4114"/>
                  </a:cubicBezTo>
                  <a:cubicBezTo>
                    <a:pt x="16870" y="3537"/>
                    <a:pt x="15320" y="2777"/>
                    <a:pt x="13405" y="2291"/>
                  </a:cubicBezTo>
                  <a:cubicBezTo>
                    <a:pt x="12706" y="2108"/>
                    <a:pt x="12007" y="1987"/>
                    <a:pt x="11278" y="1896"/>
                  </a:cubicBezTo>
                  <a:lnTo>
                    <a:pt x="11278" y="1896"/>
                  </a:lnTo>
                  <a:lnTo>
                    <a:pt x="11399" y="3020"/>
                  </a:lnTo>
                  <a:lnTo>
                    <a:pt x="11399" y="3020"/>
                  </a:lnTo>
                  <a:lnTo>
                    <a:pt x="10882" y="1744"/>
                  </a:lnTo>
                  <a:cubicBezTo>
                    <a:pt x="10882" y="1744"/>
                    <a:pt x="8785" y="1379"/>
                    <a:pt x="6992" y="1075"/>
                  </a:cubicBezTo>
                  <a:lnTo>
                    <a:pt x="6901" y="2139"/>
                  </a:lnTo>
                  <a:lnTo>
                    <a:pt x="6688" y="984"/>
                  </a:lnTo>
                  <a:cubicBezTo>
                    <a:pt x="6688" y="984"/>
                    <a:pt x="4864" y="619"/>
                    <a:pt x="4621" y="558"/>
                  </a:cubicBezTo>
                  <a:lnTo>
                    <a:pt x="4621" y="558"/>
                  </a:lnTo>
                  <a:lnTo>
                    <a:pt x="4743" y="1652"/>
                  </a:lnTo>
                  <a:lnTo>
                    <a:pt x="4287" y="406"/>
                  </a:lnTo>
                  <a:cubicBezTo>
                    <a:pt x="4287" y="406"/>
                    <a:pt x="3861" y="254"/>
                    <a:pt x="3284" y="133"/>
                  </a:cubicBezTo>
                  <a:cubicBezTo>
                    <a:pt x="2940" y="59"/>
                    <a:pt x="2538" y="0"/>
                    <a:pt x="2141" y="0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1163888" y="1583713"/>
              <a:ext cx="103263" cy="97643"/>
            </a:xfrm>
            <a:custGeom>
              <a:rect b="b" l="l" r="r" t="t"/>
              <a:pathLst>
                <a:path extrusionOk="0" h="3162" w="3344">
                  <a:moveTo>
                    <a:pt x="2136" y="0"/>
                  </a:moveTo>
                  <a:cubicBezTo>
                    <a:pt x="1555" y="0"/>
                    <a:pt x="993" y="114"/>
                    <a:pt x="639" y="486"/>
                  </a:cubicBezTo>
                  <a:cubicBezTo>
                    <a:pt x="548" y="608"/>
                    <a:pt x="426" y="760"/>
                    <a:pt x="396" y="912"/>
                  </a:cubicBezTo>
                  <a:cubicBezTo>
                    <a:pt x="0" y="2189"/>
                    <a:pt x="1459" y="2857"/>
                    <a:pt x="2493" y="3161"/>
                  </a:cubicBezTo>
                  <a:cubicBezTo>
                    <a:pt x="2584" y="2736"/>
                    <a:pt x="2645" y="2341"/>
                    <a:pt x="2766" y="1945"/>
                  </a:cubicBezTo>
                  <a:cubicBezTo>
                    <a:pt x="2979" y="1155"/>
                    <a:pt x="3162" y="486"/>
                    <a:pt x="3344" y="122"/>
                  </a:cubicBezTo>
                  <a:cubicBezTo>
                    <a:pt x="2977" y="58"/>
                    <a:pt x="2551" y="0"/>
                    <a:pt x="2136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1164814" y="1599647"/>
              <a:ext cx="520976" cy="135131"/>
            </a:xfrm>
            <a:custGeom>
              <a:rect b="b" l="l" r="r" t="t"/>
              <a:pathLst>
                <a:path extrusionOk="0" h="4376" w="16871">
                  <a:moveTo>
                    <a:pt x="639" y="1"/>
                  </a:moveTo>
                  <a:cubicBezTo>
                    <a:pt x="578" y="92"/>
                    <a:pt x="457" y="244"/>
                    <a:pt x="396" y="396"/>
                  </a:cubicBezTo>
                  <a:cubicBezTo>
                    <a:pt x="1" y="1673"/>
                    <a:pt x="1460" y="2341"/>
                    <a:pt x="2493" y="2645"/>
                  </a:cubicBezTo>
                  <a:cubicBezTo>
                    <a:pt x="2828" y="2736"/>
                    <a:pt x="3132" y="2797"/>
                    <a:pt x="3284" y="2828"/>
                  </a:cubicBezTo>
                  <a:lnTo>
                    <a:pt x="4317" y="1976"/>
                  </a:lnTo>
                  <a:lnTo>
                    <a:pt x="3739" y="2980"/>
                  </a:lnTo>
                  <a:cubicBezTo>
                    <a:pt x="3739" y="2980"/>
                    <a:pt x="6293" y="3587"/>
                    <a:pt x="8208" y="3739"/>
                  </a:cubicBezTo>
                  <a:lnTo>
                    <a:pt x="8937" y="2980"/>
                  </a:lnTo>
                  <a:lnTo>
                    <a:pt x="8724" y="3831"/>
                  </a:lnTo>
                  <a:cubicBezTo>
                    <a:pt x="8724" y="3831"/>
                    <a:pt x="11156" y="4165"/>
                    <a:pt x="12311" y="4195"/>
                  </a:cubicBezTo>
                  <a:cubicBezTo>
                    <a:pt x="12311" y="4195"/>
                    <a:pt x="12534" y="3948"/>
                    <a:pt x="12689" y="3632"/>
                  </a:cubicBezTo>
                  <a:lnTo>
                    <a:pt x="12689" y="3632"/>
                  </a:lnTo>
                  <a:cubicBezTo>
                    <a:pt x="12657" y="3766"/>
                    <a:pt x="12636" y="4012"/>
                    <a:pt x="12615" y="4287"/>
                  </a:cubicBezTo>
                  <a:cubicBezTo>
                    <a:pt x="12615" y="4287"/>
                    <a:pt x="13390" y="4375"/>
                    <a:pt x="14272" y="4375"/>
                  </a:cubicBezTo>
                  <a:cubicBezTo>
                    <a:pt x="15389" y="4375"/>
                    <a:pt x="16677" y="4233"/>
                    <a:pt x="16779" y="3587"/>
                  </a:cubicBezTo>
                  <a:cubicBezTo>
                    <a:pt x="16870" y="3010"/>
                    <a:pt x="15320" y="2250"/>
                    <a:pt x="13436" y="1764"/>
                  </a:cubicBezTo>
                  <a:cubicBezTo>
                    <a:pt x="12406" y="2294"/>
                    <a:pt x="11318" y="2738"/>
                    <a:pt x="10174" y="2738"/>
                  </a:cubicBezTo>
                  <a:cubicBezTo>
                    <a:pt x="10137" y="2738"/>
                    <a:pt x="10099" y="2737"/>
                    <a:pt x="10062" y="2736"/>
                  </a:cubicBezTo>
                  <a:cubicBezTo>
                    <a:pt x="8968" y="2645"/>
                    <a:pt x="7934" y="2159"/>
                    <a:pt x="6870" y="1976"/>
                  </a:cubicBezTo>
                  <a:cubicBezTo>
                    <a:pt x="6110" y="1855"/>
                    <a:pt x="5381" y="1855"/>
                    <a:pt x="4621" y="1764"/>
                  </a:cubicBezTo>
                  <a:cubicBezTo>
                    <a:pt x="4013" y="1733"/>
                    <a:pt x="3375" y="1612"/>
                    <a:pt x="2767" y="1429"/>
                  </a:cubicBezTo>
                  <a:cubicBezTo>
                    <a:pt x="2372" y="1369"/>
                    <a:pt x="2037" y="1217"/>
                    <a:pt x="1703" y="1004"/>
                  </a:cubicBezTo>
                  <a:cubicBezTo>
                    <a:pt x="1247" y="761"/>
                    <a:pt x="943" y="487"/>
                    <a:pt x="670" y="62"/>
                  </a:cubicBezTo>
                  <a:cubicBezTo>
                    <a:pt x="639" y="31"/>
                    <a:pt x="639" y="31"/>
                    <a:pt x="639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1234293" y="1498579"/>
              <a:ext cx="492783" cy="254235"/>
            </a:xfrm>
            <a:custGeom>
              <a:rect b="b" l="l" r="r" t="t"/>
              <a:pathLst>
                <a:path extrusionOk="0" h="8233" w="15958">
                  <a:moveTo>
                    <a:pt x="1728" y="0"/>
                  </a:moveTo>
                  <a:cubicBezTo>
                    <a:pt x="1560" y="0"/>
                    <a:pt x="1397" y="16"/>
                    <a:pt x="1246" y="52"/>
                  </a:cubicBezTo>
                  <a:cubicBezTo>
                    <a:pt x="821" y="173"/>
                    <a:pt x="486" y="417"/>
                    <a:pt x="334" y="903"/>
                  </a:cubicBezTo>
                  <a:cubicBezTo>
                    <a:pt x="0" y="1997"/>
                    <a:pt x="1246" y="2818"/>
                    <a:pt x="2189" y="3243"/>
                  </a:cubicBezTo>
                  <a:cubicBezTo>
                    <a:pt x="2736" y="3517"/>
                    <a:pt x="3131" y="3639"/>
                    <a:pt x="3131" y="3639"/>
                  </a:cubicBezTo>
                  <a:lnTo>
                    <a:pt x="4256" y="2879"/>
                  </a:lnTo>
                  <a:lnTo>
                    <a:pt x="3526" y="3699"/>
                  </a:lnTo>
                  <a:cubicBezTo>
                    <a:pt x="3739" y="3760"/>
                    <a:pt x="5411" y="4581"/>
                    <a:pt x="5411" y="4581"/>
                  </a:cubicBezTo>
                  <a:lnTo>
                    <a:pt x="6322" y="3791"/>
                  </a:lnTo>
                  <a:lnTo>
                    <a:pt x="5775" y="4672"/>
                  </a:lnTo>
                  <a:cubicBezTo>
                    <a:pt x="7356" y="5493"/>
                    <a:pt x="9301" y="6465"/>
                    <a:pt x="9301" y="6465"/>
                  </a:cubicBezTo>
                  <a:lnTo>
                    <a:pt x="10426" y="5705"/>
                  </a:lnTo>
                  <a:lnTo>
                    <a:pt x="10426" y="5705"/>
                  </a:lnTo>
                  <a:lnTo>
                    <a:pt x="9666" y="6557"/>
                  </a:lnTo>
                  <a:cubicBezTo>
                    <a:pt x="11458" y="7499"/>
                    <a:pt x="13633" y="8232"/>
                    <a:pt x="14732" y="8232"/>
                  </a:cubicBezTo>
                  <a:cubicBezTo>
                    <a:pt x="15086" y="8232"/>
                    <a:pt x="15329" y="8156"/>
                    <a:pt x="15411" y="7985"/>
                  </a:cubicBezTo>
                  <a:cubicBezTo>
                    <a:pt x="15958" y="6952"/>
                    <a:pt x="12462" y="4976"/>
                    <a:pt x="12402" y="4976"/>
                  </a:cubicBezTo>
                  <a:cubicBezTo>
                    <a:pt x="12189" y="5341"/>
                    <a:pt x="12037" y="5675"/>
                    <a:pt x="12037" y="5675"/>
                  </a:cubicBezTo>
                  <a:cubicBezTo>
                    <a:pt x="12128" y="5280"/>
                    <a:pt x="12098" y="4854"/>
                    <a:pt x="12098" y="4854"/>
                  </a:cubicBezTo>
                  <a:cubicBezTo>
                    <a:pt x="11915" y="4733"/>
                    <a:pt x="11642" y="4550"/>
                    <a:pt x="11368" y="4398"/>
                  </a:cubicBezTo>
                  <a:cubicBezTo>
                    <a:pt x="10365" y="3760"/>
                    <a:pt x="8997" y="3031"/>
                    <a:pt x="8997" y="3031"/>
                  </a:cubicBezTo>
                  <a:lnTo>
                    <a:pt x="8693" y="3821"/>
                  </a:lnTo>
                  <a:lnTo>
                    <a:pt x="8572" y="2818"/>
                  </a:lnTo>
                  <a:cubicBezTo>
                    <a:pt x="6991" y="1815"/>
                    <a:pt x="4559" y="781"/>
                    <a:pt x="4559" y="781"/>
                  </a:cubicBezTo>
                  <a:lnTo>
                    <a:pt x="4407" y="1936"/>
                  </a:lnTo>
                  <a:lnTo>
                    <a:pt x="4104" y="629"/>
                  </a:lnTo>
                  <a:cubicBezTo>
                    <a:pt x="3952" y="569"/>
                    <a:pt x="3678" y="447"/>
                    <a:pt x="3344" y="325"/>
                  </a:cubicBezTo>
                  <a:cubicBezTo>
                    <a:pt x="2879" y="163"/>
                    <a:pt x="2273" y="0"/>
                    <a:pt x="1728" y="0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1234293" y="1497745"/>
              <a:ext cx="103263" cy="100051"/>
            </a:xfrm>
            <a:custGeom>
              <a:rect b="b" l="l" r="r" t="t"/>
              <a:pathLst>
                <a:path extrusionOk="0" h="3240" w="3344">
                  <a:moveTo>
                    <a:pt x="1694" y="1"/>
                  </a:moveTo>
                  <a:cubicBezTo>
                    <a:pt x="1538" y="1"/>
                    <a:pt x="1387" y="15"/>
                    <a:pt x="1246" y="48"/>
                  </a:cubicBezTo>
                  <a:cubicBezTo>
                    <a:pt x="821" y="170"/>
                    <a:pt x="486" y="413"/>
                    <a:pt x="334" y="900"/>
                  </a:cubicBezTo>
                  <a:cubicBezTo>
                    <a:pt x="0" y="1994"/>
                    <a:pt x="1246" y="2784"/>
                    <a:pt x="2189" y="3240"/>
                  </a:cubicBezTo>
                  <a:cubicBezTo>
                    <a:pt x="2280" y="3027"/>
                    <a:pt x="2341" y="2693"/>
                    <a:pt x="2493" y="2267"/>
                  </a:cubicBezTo>
                  <a:cubicBezTo>
                    <a:pt x="2736" y="1690"/>
                    <a:pt x="2979" y="1021"/>
                    <a:pt x="3344" y="322"/>
                  </a:cubicBezTo>
                  <a:cubicBezTo>
                    <a:pt x="2870" y="180"/>
                    <a:pt x="2248" y="1"/>
                    <a:pt x="1694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1234293" y="1500154"/>
              <a:ext cx="492660" cy="252660"/>
            </a:xfrm>
            <a:custGeom>
              <a:rect b="b" l="l" r="r" t="t"/>
              <a:pathLst>
                <a:path extrusionOk="0" h="8182" w="15954">
                  <a:moveTo>
                    <a:pt x="1246" y="1"/>
                  </a:moveTo>
                  <a:cubicBezTo>
                    <a:pt x="821" y="122"/>
                    <a:pt x="486" y="366"/>
                    <a:pt x="334" y="852"/>
                  </a:cubicBezTo>
                  <a:cubicBezTo>
                    <a:pt x="0" y="1946"/>
                    <a:pt x="1246" y="2767"/>
                    <a:pt x="2189" y="3192"/>
                  </a:cubicBezTo>
                  <a:cubicBezTo>
                    <a:pt x="2736" y="3466"/>
                    <a:pt x="3131" y="3588"/>
                    <a:pt x="3131" y="3588"/>
                  </a:cubicBezTo>
                  <a:lnTo>
                    <a:pt x="4230" y="2845"/>
                  </a:lnTo>
                  <a:lnTo>
                    <a:pt x="4230" y="2845"/>
                  </a:lnTo>
                  <a:cubicBezTo>
                    <a:pt x="4233" y="2845"/>
                    <a:pt x="4236" y="2846"/>
                    <a:pt x="4239" y="2847"/>
                  </a:cubicBezTo>
                  <a:lnTo>
                    <a:pt x="4239" y="2847"/>
                  </a:lnTo>
                  <a:lnTo>
                    <a:pt x="4256" y="2828"/>
                  </a:lnTo>
                  <a:lnTo>
                    <a:pt x="4230" y="2845"/>
                  </a:lnTo>
                  <a:lnTo>
                    <a:pt x="4230" y="2845"/>
                  </a:lnTo>
                  <a:cubicBezTo>
                    <a:pt x="3629" y="2703"/>
                    <a:pt x="3041" y="2540"/>
                    <a:pt x="2523" y="2250"/>
                  </a:cubicBezTo>
                  <a:cubicBezTo>
                    <a:pt x="2341" y="2129"/>
                    <a:pt x="2158" y="2037"/>
                    <a:pt x="2006" y="1916"/>
                  </a:cubicBezTo>
                  <a:cubicBezTo>
                    <a:pt x="1246" y="1308"/>
                    <a:pt x="1368" y="730"/>
                    <a:pt x="1246" y="1"/>
                  </a:cubicBezTo>
                  <a:close/>
                  <a:moveTo>
                    <a:pt x="4239" y="2847"/>
                  </a:moveTo>
                  <a:lnTo>
                    <a:pt x="3526" y="3648"/>
                  </a:lnTo>
                  <a:cubicBezTo>
                    <a:pt x="3739" y="3709"/>
                    <a:pt x="5411" y="4530"/>
                    <a:pt x="5411" y="4530"/>
                  </a:cubicBezTo>
                  <a:lnTo>
                    <a:pt x="6322" y="3740"/>
                  </a:lnTo>
                  <a:lnTo>
                    <a:pt x="5775" y="4621"/>
                  </a:lnTo>
                  <a:cubicBezTo>
                    <a:pt x="7356" y="5442"/>
                    <a:pt x="9301" y="6414"/>
                    <a:pt x="9301" y="6414"/>
                  </a:cubicBezTo>
                  <a:lnTo>
                    <a:pt x="10426" y="5654"/>
                  </a:lnTo>
                  <a:lnTo>
                    <a:pt x="10426" y="5654"/>
                  </a:lnTo>
                  <a:lnTo>
                    <a:pt x="9666" y="6506"/>
                  </a:lnTo>
                  <a:cubicBezTo>
                    <a:pt x="11458" y="7448"/>
                    <a:pt x="13633" y="8181"/>
                    <a:pt x="14732" y="8181"/>
                  </a:cubicBezTo>
                  <a:cubicBezTo>
                    <a:pt x="15086" y="8181"/>
                    <a:pt x="15329" y="8105"/>
                    <a:pt x="15411" y="7934"/>
                  </a:cubicBezTo>
                  <a:cubicBezTo>
                    <a:pt x="15954" y="6909"/>
                    <a:pt x="12515" y="4955"/>
                    <a:pt x="12493" y="4955"/>
                  </a:cubicBezTo>
                  <a:cubicBezTo>
                    <a:pt x="12492" y="4955"/>
                    <a:pt x="12493" y="4955"/>
                    <a:pt x="12493" y="4955"/>
                  </a:cubicBezTo>
                  <a:cubicBezTo>
                    <a:pt x="12250" y="5320"/>
                    <a:pt x="12098" y="5685"/>
                    <a:pt x="12098" y="5685"/>
                  </a:cubicBezTo>
                  <a:cubicBezTo>
                    <a:pt x="12219" y="5259"/>
                    <a:pt x="12189" y="4834"/>
                    <a:pt x="12189" y="4834"/>
                  </a:cubicBezTo>
                  <a:cubicBezTo>
                    <a:pt x="12006" y="4712"/>
                    <a:pt x="11733" y="4530"/>
                    <a:pt x="11459" y="4378"/>
                  </a:cubicBezTo>
                  <a:cubicBezTo>
                    <a:pt x="11034" y="4621"/>
                    <a:pt x="10669" y="4895"/>
                    <a:pt x="10274" y="5138"/>
                  </a:cubicBezTo>
                  <a:cubicBezTo>
                    <a:pt x="10091" y="5259"/>
                    <a:pt x="9940" y="5381"/>
                    <a:pt x="9727" y="5411"/>
                  </a:cubicBezTo>
                  <a:cubicBezTo>
                    <a:pt x="9703" y="5413"/>
                    <a:pt x="9680" y="5414"/>
                    <a:pt x="9657" y="5414"/>
                  </a:cubicBezTo>
                  <a:cubicBezTo>
                    <a:pt x="9323" y="5414"/>
                    <a:pt x="9042" y="5213"/>
                    <a:pt x="8815" y="4986"/>
                  </a:cubicBezTo>
                  <a:cubicBezTo>
                    <a:pt x="7690" y="4135"/>
                    <a:pt x="6444" y="3436"/>
                    <a:pt x="5076" y="3040"/>
                  </a:cubicBezTo>
                  <a:cubicBezTo>
                    <a:pt x="4798" y="2973"/>
                    <a:pt x="4517" y="2912"/>
                    <a:pt x="4239" y="2847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1279346" y="1333744"/>
              <a:ext cx="419567" cy="361852"/>
            </a:xfrm>
            <a:custGeom>
              <a:rect b="b" l="l" r="r" t="t"/>
              <a:pathLst>
                <a:path extrusionOk="0" h="11718" w="13587">
                  <a:moveTo>
                    <a:pt x="1667" y="1"/>
                  </a:moveTo>
                  <a:cubicBezTo>
                    <a:pt x="1365" y="1"/>
                    <a:pt x="1084" y="90"/>
                    <a:pt x="851" y="314"/>
                  </a:cubicBezTo>
                  <a:cubicBezTo>
                    <a:pt x="821" y="344"/>
                    <a:pt x="730" y="435"/>
                    <a:pt x="669" y="557"/>
                  </a:cubicBezTo>
                  <a:cubicBezTo>
                    <a:pt x="0" y="1499"/>
                    <a:pt x="1034" y="2685"/>
                    <a:pt x="1793" y="3353"/>
                  </a:cubicBezTo>
                  <a:cubicBezTo>
                    <a:pt x="2219" y="3748"/>
                    <a:pt x="2584" y="3961"/>
                    <a:pt x="2584" y="3961"/>
                  </a:cubicBezTo>
                  <a:lnTo>
                    <a:pt x="3769" y="3597"/>
                  </a:lnTo>
                  <a:lnTo>
                    <a:pt x="3921" y="3597"/>
                  </a:lnTo>
                  <a:lnTo>
                    <a:pt x="3830" y="3627"/>
                  </a:lnTo>
                  <a:lnTo>
                    <a:pt x="2979" y="4204"/>
                  </a:lnTo>
                  <a:cubicBezTo>
                    <a:pt x="3161" y="4296"/>
                    <a:pt x="4529" y="5572"/>
                    <a:pt x="4529" y="5572"/>
                  </a:cubicBezTo>
                  <a:lnTo>
                    <a:pt x="5441" y="5116"/>
                  </a:lnTo>
                  <a:lnTo>
                    <a:pt x="5593" y="5025"/>
                  </a:lnTo>
                  <a:lnTo>
                    <a:pt x="5593" y="5025"/>
                  </a:lnTo>
                  <a:lnTo>
                    <a:pt x="5471" y="5147"/>
                  </a:lnTo>
                  <a:lnTo>
                    <a:pt x="4803" y="5724"/>
                  </a:lnTo>
                  <a:cubicBezTo>
                    <a:pt x="6079" y="6940"/>
                    <a:pt x="7690" y="8399"/>
                    <a:pt x="7690" y="8399"/>
                  </a:cubicBezTo>
                  <a:lnTo>
                    <a:pt x="8632" y="8095"/>
                  </a:lnTo>
                  <a:lnTo>
                    <a:pt x="8967" y="8004"/>
                  </a:lnTo>
                  <a:lnTo>
                    <a:pt x="8724" y="8186"/>
                  </a:lnTo>
                  <a:lnTo>
                    <a:pt x="8025" y="8642"/>
                  </a:lnTo>
                  <a:cubicBezTo>
                    <a:pt x="9667" y="10258"/>
                    <a:pt x="11867" y="11718"/>
                    <a:pt x="12806" y="11718"/>
                  </a:cubicBezTo>
                  <a:cubicBezTo>
                    <a:pt x="12962" y="11718"/>
                    <a:pt x="13083" y="11677"/>
                    <a:pt x="13161" y="11591"/>
                  </a:cubicBezTo>
                  <a:cubicBezTo>
                    <a:pt x="13587" y="11135"/>
                    <a:pt x="12918" y="10040"/>
                    <a:pt x="12310" y="9159"/>
                  </a:cubicBezTo>
                  <a:cubicBezTo>
                    <a:pt x="11763" y="8460"/>
                    <a:pt x="11186" y="7882"/>
                    <a:pt x="11186" y="7882"/>
                  </a:cubicBezTo>
                  <a:cubicBezTo>
                    <a:pt x="10851" y="8186"/>
                    <a:pt x="10608" y="8460"/>
                    <a:pt x="10608" y="8460"/>
                  </a:cubicBezTo>
                  <a:cubicBezTo>
                    <a:pt x="10851" y="8095"/>
                    <a:pt x="10912" y="7700"/>
                    <a:pt x="10912" y="7700"/>
                  </a:cubicBezTo>
                  <a:cubicBezTo>
                    <a:pt x="10183" y="6818"/>
                    <a:pt x="8450" y="5055"/>
                    <a:pt x="8450" y="5055"/>
                  </a:cubicBezTo>
                  <a:lnTo>
                    <a:pt x="7903" y="5755"/>
                  </a:lnTo>
                  <a:lnTo>
                    <a:pt x="7903" y="5755"/>
                  </a:lnTo>
                  <a:lnTo>
                    <a:pt x="8055" y="4721"/>
                  </a:lnTo>
                  <a:cubicBezTo>
                    <a:pt x="6778" y="3323"/>
                    <a:pt x="4772" y="1651"/>
                    <a:pt x="4772" y="1651"/>
                  </a:cubicBezTo>
                  <a:lnTo>
                    <a:pt x="4255" y="2715"/>
                  </a:lnTo>
                  <a:lnTo>
                    <a:pt x="4347" y="1378"/>
                  </a:lnTo>
                  <a:cubicBezTo>
                    <a:pt x="4225" y="1256"/>
                    <a:pt x="4012" y="1074"/>
                    <a:pt x="3708" y="861"/>
                  </a:cubicBezTo>
                  <a:cubicBezTo>
                    <a:pt x="3139" y="460"/>
                    <a:pt x="2350" y="1"/>
                    <a:pt x="1667" y="1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1279346" y="1333436"/>
              <a:ext cx="114534" cy="102923"/>
            </a:xfrm>
            <a:custGeom>
              <a:rect b="b" l="l" r="r" t="t"/>
              <a:pathLst>
                <a:path extrusionOk="0" h="3333" w="3709">
                  <a:moveTo>
                    <a:pt x="1657" y="1"/>
                  </a:moveTo>
                  <a:cubicBezTo>
                    <a:pt x="1363" y="1"/>
                    <a:pt x="1087" y="85"/>
                    <a:pt x="851" y="293"/>
                  </a:cubicBezTo>
                  <a:cubicBezTo>
                    <a:pt x="821" y="324"/>
                    <a:pt x="730" y="415"/>
                    <a:pt x="669" y="506"/>
                  </a:cubicBezTo>
                  <a:cubicBezTo>
                    <a:pt x="0" y="1479"/>
                    <a:pt x="1034" y="2634"/>
                    <a:pt x="1793" y="3333"/>
                  </a:cubicBezTo>
                  <a:cubicBezTo>
                    <a:pt x="1945" y="3090"/>
                    <a:pt x="2189" y="2755"/>
                    <a:pt x="2493" y="2330"/>
                  </a:cubicBezTo>
                  <a:cubicBezTo>
                    <a:pt x="2797" y="1874"/>
                    <a:pt x="3192" y="1357"/>
                    <a:pt x="3708" y="871"/>
                  </a:cubicBezTo>
                  <a:cubicBezTo>
                    <a:pt x="3133" y="466"/>
                    <a:pt x="2347" y="1"/>
                    <a:pt x="1657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1279346" y="1343410"/>
              <a:ext cx="116418" cy="112681"/>
            </a:xfrm>
            <a:custGeom>
              <a:rect b="b" l="l" r="r" t="t"/>
              <a:pathLst>
                <a:path extrusionOk="0" h="3649" w="3770">
                  <a:moveTo>
                    <a:pt x="851" y="1"/>
                  </a:moveTo>
                  <a:cubicBezTo>
                    <a:pt x="821" y="31"/>
                    <a:pt x="730" y="122"/>
                    <a:pt x="669" y="244"/>
                  </a:cubicBezTo>
                  <a:cubicBezTo>
                    <a:pt x="0" y="1186"/>
                    <a:pt x="1034" y="2372"/>
                    <a:pt x="1793" y="3040"/>
                  </a:cubicBezTo>
                  <a:cubicBezTo>
                    <a:pt x="2219" y="3435"/>
                    <a:pt x="2584" y="3648"/>
                    <a:pt x="2584" y="3648"/>
                  </a:cubicBezTo>
                  <a:lnTo>
                    <a:pt x="3769" y="3284"/>
                  </a:lnTo>
                  <a:cubicBezTo>
                    <a:pt x="3435" y="2919"/>
                    <a:pt x="3100" y="2615"/>
                    <a:pt x="2736" y="2280"/>
                  </a:cubicBezTo>
                  <a:cubicBezTo>
                    <a:pt x="2675" y="2220"/>
                    <a:pt x="2553" y="2128"/>
                    <a:pt x="2493" y="2068"/>
                  </a:cubicBezTo>
                  <a:cubicBezTo>
                    <a:pt x="1763" y="1399"/>
                    <a:pt x="1125" y="882"/>
                    <a:pt x="851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1370378" y="1445713"/>
              <a:ext cx="76057" cy="60123"/>
            </a:xfrm>
            <a:custGeom>
              <a:rect b="b" l="l" r="r" t="t"/>
              <a:pathLst>
                <a:path extrusionOk="0" h="1947" w="2463">
                  <a:moveTo>
                    <a:pt x="852" y="1"/>
                  </a:moveTo>
                  <a:lnTo>
                    <a:pt x="0" y="578"/>
                  </a:lnTo>
                  <a:cubicBezTo>
                    <a:pt x="183" y="670"/>
                    <a:pt x="1551" y="1946"/>
                    <a:pt x="1551" y="1946"/>
                  </a:cubicBezTo>
                  <a:lnTo>
                    <a:pt x="2463" y="1490"/>
                  </a:lnTo>
                  <a:cubicBezTo>
                    <a:pt x="1915" y="974"/>
                    <a:pt x="1399" y="457"/>
                    <a:pt x="852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1427628" y="1492650"/>
              <a:ext cx="118301" cy="100484"/>
            </a:xfrm>
            <a:custGeom>
              <a:rect b="b" l="l" r="r" t="t"/>
              <a:pathLst>
                <a:path extrusionOk="0" h="3254" w="3831">
                  <a:moveTo>
                    <a:pt x="669" y="1"/>
                  </a:moveTo>
                  <a:lnTo>
                    <a:pt x="1" y="578"/>
                  </a:lnTo>
                  <a:cubicBezTo>
                    <a:pt x="1277" y="1794"/>
                    <a:pt x="2888" y="3253"/>
                    <a:pt x="2888" y="3253"/>
                  </a:cubicBezTo>
                  <a:lnTo>
                    <a:pt x="3830" y="2949"/>
                  </a:lnTo>
                  <a:cubicBezTo>
                    <a:pt x="2767" y="1976"/>
                    <a:pt x="1703" y="973"/>
                    <a:pt x="669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1527121" y="1586523"/>
              <a:ext cx="171785" cy="109068"/>
            </a:xfrm>
            <a:custGeom>
              <a:rect b="b" l="l" r="r" t="t"/>
              <a:pathLst>
                <a:path extrusionOk="0" h="3532" w="5563">
                  <a:moveTo>
                    <a:pt x="700" y="0"/>
                  </a:moveTo>
                  <a:lnTo>
                    <a:pt x="1" y="456"/>
                  </a:lnTo>
                  <a:cubicBezTo>
                    <a:pt x="1643" y="2072"/>
                    <a:pt x="3843" y="3532"/>
                    <a:pt x="4782" y="3532"/>
                  </a:cubicBezTo>
                  <a:cubicBezTo>
                    <a:pt x="4938" y="3532"/>
                    <a:pt x="5059" y="3491"/>
                    <a:pt x="5137" y="3405"/>
                  </a:cubicBezTo>
                  <a:cubicBezTo>
                    <a:pt x="5563" y="2949"/>
                    <a:pt x="4894" y="1854"/>
                    <a:pt x="4256" y="973"/>
                  </a:cubicBezTo>
                  <a:cubicBezTo>
                    <a:pt x="4074" y="973"/>
                    <a:pt x="3922" y="973"/>
                    <a:pt x="3770" y="1003"/>
                  </a:cubicBezTo>
                  <a:cubicBezTo>
                    <a:pt x="3369" y="1118"/>
                    <a:pt x="2968" y="1340"/>
                    <a:pt x="2542" y="1340"/>
                  </a:cubicBezTo>
                  <a:cubicBezTo>
                    <a:pt x="2515" y="1340"/>
                    <a:pt x="2489" y="1339"/>
                    <a:pt x="2463" y="1338"/>
                  </a:cubicBezTo>
                  <a:cubicBezTo>
                    <a:pt x="2067" y="1277"/>
                    <a:pt x="1764" y="973"/>
                    <a:pt x="1460" y="730"/>
                  </a:cubicBezTo>
                  <a:cubicBezTo>
                    <a:pt x="1216" y="487"/>
                    <a:pt x="943" y="213"/>
                    <a:pt x="700" y="0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1347836" y="1230792"/>
              <a:ext cx="344528" cy="434667"/>
            </a:xfrm>
            <a:custGeom>
              <a:rect b="b" l="l" r="r" t="t"/>
              <a:pathLst>
                <a:path extrusionOk="0" h="14076" w="11157">
                  <a:moveTo>
                    <a:pt x="1734" y="0"/>
                  </a:moveTo>
                  <a:cubicBezTo>
                    <a:pt x="1582" y="0"/>
                    <a:pt x="1399" y="31"/>
                    <a:pt x="1217" y="122"/>
                  </a:cubicBezTo>
                  <a:cubicBezTo>
                    <a:pt x="1" y="730"/>
                    <a:pt x="609" y="2250"/>
                    <a:pt x="1095" y="3192"/>
                  </a:cubicBezTo>
                  <a:cubicBezTo>
                    <a:pt x="1247" y="3526"/>
                    <a:pt x="1430" y="3769"/>
                    <a:pt x="1521" y="3921"/>
                  </a:cubicBezTo>
                  <a:lnTo>
                    <a:pt x="2858" y="4043"/>
                  </a:lnTo>
                  <a:lnTo>
                    <a:pt x="1734" y="4377"/>
                  </a:lnTo>
                  <a:cubicBezTo>
                    <a:pt x="1734" y="4377"/>
                    <a:pt x="3132" y="6627"/>
                    <a:pt x="4378" y="8055"/>
                  </a:cubicBezTo>
                  <a:lnTo>
                    <a:pt x="5381" y="8025"/>
                  </a:lnTo>
                  <a:lnTo>
                    <a:pt x="4652" y="8450"/>
                  </a:lnTo>
                  <a:cubicBezTo>
                    <a:pt x="4652" y="8450"/>
                    <a:pt x="6171" y="10426"/>
                    <a:pt x="6931" y="11247"/>
                  </a:cubicBezTo>
                  <a:lnTo>
                    <a:pt x="6992" y="11247"/>
                  </a:lnTo>
                  <a:cubicBezTo>
                    <a:pt x="7079" y="11247"/>
                    <a:pt x="7412" y="11219"/>
                    <a:pt x="7705" y="11086"/>
                  </a:cubicBezTo>
                  <a:lnTo>
                    <a:pt x="7705" y="11086"/>
                  </a:lnTo>
                  <a:cubicBezTo>
                    <a:pt x="7598" y="11148"/>
                    <a:pt x="7404" y="11312"/>
                    <a:pt x="7144" y="11520"/>
                  </a:cubicBezTo>
                  <a:lnTo>
                    <a:pt x="7114" y="11520"/>
                  </a:lnTo>
                  <a:cubicBezTo>
                    <a:pt x="7114" y="11520"/>
                    <a:pt x="7144" y="11581"/>
                    <a:pt x="7205" y="11672"/>
                  </a:cubicBezTo>
                  <a:cubicBezTo>
                    <a:pt x="7637" y="12213"/>
                    <a:pt x="9271" y="14075"/>
                    <a:pt x="10205" y="14075"/>
                  </a:cubicBezTo>
                  <a:cubicBezTo>
                    <a:pt x="10321" y="14075"/>
                    <a:pt x="10427" y="14046"/>
                    <a:pt x="10518" y="13982"/>
                  </a:cubicBezTo>
                  <a:cubicBezTo>
                    <a:pt x="11156" y="13526"/>
                    <a:pt x="9880" y="10639"/>
                    <a:pt x="8360" y="8511"/>
                  </a:cubicBezTo>
                  <a:lnTo>
                    <a:pt x="7600" y="9393"/>
                  </a:lnTo>
                  <a:lnTo>
                    <a:pt x="8177" y="8116"/>
                  </a:lnTo>
                  <a:cubicBezTo>
                    <a:pt x="8177" y="8116"/>
                    <a:pt x="6901" y="6383"/>
                    <a:pt x="5837" y="4894"/>
                  </a:cubicBezTo>
                  <a:lnTo>
                    <a:pt x="5047" y="5623"/>
                  </a:lnTo>
                  <a:lnTo>
                    <a:pt x="5685" y="4620"/>
                  </a:lnTo>
                  <a:cubicBezTo>
                    <a:pt x="5685" y="4620"/>
                    <a:pt x="4621" y="3101"/>
                    <a:pt x="4530" y="2888"/>
                  </a:cubicBezTo>
                  <a:lnTo>
                    <a:pt x="3800" y="3739"/>
                  </a:lnTo>
                  <a:lnTo>
                    <a:pt x="4378" y="2523"/>
                  </a:lnTo>
                  <a:cubicBezTo>
                    <a:pt x="4378" y="2523"/>
                    <a:pt x="4135" y="2128"/>
                    <a:pt x="3831" y="1642"/>
                  </a:cubicBezTo>
                  <a:cubicBezTo>
                    <a:pt x="3345" y="912"/>
                    <a:pt x="2585" y="0"/>
                    <a:pt x="1734" y="0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1347836" y="1230792"/>
              <a:ext cx="118301" cy="98569"/>
            </a:xfrm>
            <a:custGeom>
              <a:rect b="b" l="l" r="r" t="t"/>
              <a:pathLst>
                <a:path extrusionOk="0" h="3192" w="3831">
                  <a:moveTo>
                    <a:pt x="1734" y="0"/>
                  </a:moveTo>
                  <a:cubicBezTo>
                    <a:pt x="1582" y="0"/>
                    <a:pt x="1399" y="31"/>
                    <a:pt x="1217" y="122"/>
                  </a:cubicBezTo>
                  <a:cubicBezTo>
                    <a:pt x="1" y="730"/>
                    <a:pt x="609" y="2250"/>
                    <a:pt x="1095" y="3192"/>
                  </a:cubicBezTo>
                  <a:cubicBezTo>
                    <a:pt x="1521" y="2888"/>
                    <a:pt x="1977" y="2614"/>
                    <a:pt x="2341" y="2402"/>
                  </a:cubicBezTo>
                  <a:cubicBezTo>
                    <a:pt x="2949" y="2037"/>
                    <a:pt x="3496" y="1794"/>
                    <a:pt x="3831" y="1642"/>
                  </a:cubicBezTo>
                  <a:cubicBezTo>
                    <a:pt x="3345" y="943"/>
                    <a:pt x="2585" y="31"/>
                    <a:pt x="1734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1347836" y="1230792"/>
              <a:ext cx="166196" cy="248769"/>
            </a:xfrm>
            <a:custGeom>
              <a:rect b="b" l="l" r="r" t="t"/>
              <a:pathLst>
                <a:path extrusionOk="0" h="8056" w="5382">
                  <a:moveTo>
                    <a:pt x="1734" y="0"/>
                  </a:moveTo>
                  <a:cubicBezTo>
                    <a:pt x="1582" y="0"/>
                    <a:pt x="1399" y="31"/>
                    <a:pt x="1217" y="122"/>
                  </a:cubicBezTo>
                  <a:cubicBezTo>
                    <a:pt x="1" y="730"/>
                    <a:pt x="609" y="2250"/>
                    <a:pt x="1095" y="3192"/>
                  </a:cubicBezTo>
                  <a:cubicBezTo>
                    <a:pt x="1247" y="3526"/>
                    <a:pt x="1430" y="3769"/>
                    <a:pt x="1521" y="3921"/>
                  </a:cubicBezTo>
                  <a:lnTo>
                    <a:pt x="2858" y="4043"/>
                  </a:lnTo>
                  <a:lnTo>
                    <a:pt x="1734" y="4377"/>
                  </a:lnTo>
                  <a:cubicBezTo>
                    <a:pt x="1734" y="4377"/>
                    <a:pt x="3132" y="6627"/>
                    <a:pt x="4378" y="8055"/>
                  </a:cubicBezTo>
                  <a:lnTo>
                    <a:pt x="5381" y="7994"/>
                  </a:lnTo>
                  <a:cubicBezTo>
                    <a:pt x="4560" y="6201"/>
                    <a:pt x="3709" y="4499"/>
                    <a:pt x="2615" y="2797"/>
                  </a:cubicBezTo>
                  <a:cubicBezTo>
                    <a:pt x="2493" y="2675"/>
                    <a:pt x="2433" y="2554"/>
                    <a:pt x="2341" y="2402"/>
                  </a:cubicBezTo>
                  <a:cubicBezTo>
                    <a:pt x="1886" y="1550"/>
                    <a:pt x="1734" y="851"/>
                    <a:pt x="1734" y="0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1490529" y="1478569"/>
              <a:ext cx="71364" cy="99526"/>
            </a:xfrm>
            <a:custGeom>
              <a:rect b="b" l="l" r="r" t="t"/>
              <a:pathLst>
                <a:path extrusionOk="0" h="3223" w="2311">
                  <a:moveTo>
                    <a:pt x="760" y="1"/>
                  </a:moveTo>
                  <a:lnTo>
                    <a:pt x="0" y="426"/>
                  </a:lnTo>
                  <a:cubicBezTo>
                    <a:pt x="0" y="426"/>
                    <a:pt x="1520" y="2402"/>
                    <a:pt x="2280" y="3223"/>
                  </a:cubicBezTo>
                  <a:lnTo>
                    <a:pt x="2310" y="3223"/>
                  </a:lnTo>
                  <a:cubicBezTo>
                    <a:pt x="1763" y="2159"/>
                    <a:pt x="1277" y="1095"/>
                    <a:pt x="760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1567480" y="1586523"/>
              <a:ext cx="2841" cy="4725"/>
            </a:xfrm>
            <a:custGeom>
              <a:rect b="b" l="l" r="r" t="t"/>
              <a:pathLst>
                <a:path extrusionOk="0" h="153" w="92">
                  <a:moveTo>
                    <a:pt x="1" y="0"/>
                  </a:moveTo>
                  <a:cubicBezTo>
                    <a:pt x="1" y="0"/>
                    <a:pt x="22" y="43"/>
                    <a:pt x="64" y="110"/>
                  </a:cubicBezTo>
                  <a:lnTo>
                    <a:pt x="64" y="110"/>
                  </a:lnTo>
                  <a:cubicBezTo>
                    <a:pt x="45" y="71"/>
                    <a:pt x="31" y="21"/>
                    <a:pt x="31" y="0"/>
                  </a:cubicBezTo>
                  <a:close/>
                  <a:moveTo>
                    <a:pt x="64" y="110"/>
                  </a:moveTo>
                  <a:lnTo>
                    <a:pt x="64" y="110"/>
                  </a:lnTo>
                  <a:cubicBezTo>
                    <a:pt x="73" y="128"/>
                    <a:pt x="82" y="143"/>
                    <a:pt x="92" y="152"/>
                  </a:cubicBezTo>
                  <a:cubicBezTo>
                    <a:pt x="82" y="137"/>
                    <a:pt x="73" y="123"/>
                    <a:pt x="64" y="110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1597525" y="1153687"/>
              <a:ext cx="136119" cy="512762"/>
            </a:xfrm>
            <a:custGeom>
              <a:rect b="b" l="l" r="r" t="t"/>
              <a:pathLst>
                <a:path extrusionOk="0" h="16605" w="4408">
                  <a:moveTo>
                    <a:pt x="1499" y="1"/>
                  </a:moveTo>
                  <a:cubicBezTo>
                    <a:pt x="1466" y="1"/>
                    <a:pt x="1432" y="2"/>
                    <a:pt x="1398" y="5"/>
                  </a:cubicBezTo>
                  <a:cubicBezTo>
                    <a:pt x="1307" y="5"/>
                    <a:pt x="1216" y="5"/>
                    <a:pt x="1094" y="35"/>
                  </a:cubicBezTo>
                  <a:cubicBezTo>
                    <a:pt x="0" y="339"/>
                    <a:pt x="0" y="1859"/>
                    <a:pt x="152" y="2892"/>
                  </a:cubicBezTo>
                  <a:cubicBezTo>
                    <a:pt x="243" y="3440"/>
                    <a:pt x="335" y="3865"/>
                    <a:pt x="335" y="3865"/>
                  </a:cubicBezTo>
                  <a:lnTo>
                    <a:pt x="1611" y="4412"/>
                  </a:lnTo>
                  <a:lnTo>
                    <a:pt x="487" y="4260"/>
                  </a:lnTo>
                  <a:lnTo>
                    <a:pt x="487" y="4260"/>
                  </a:lnTo>
                  <a:cubicBezTo>
                    <a:pt x="608" y="4503"/>
                    <a:pt x="791" y="6327"/>
                    <a:pt x="791" y="6327"/>
                  </a:cubicBezTo>
                  <a:lnTo>
                    <a:pt x="1976" y="6631"/>
                  </a:lnTo>
                  <a:lnTo>
                    <a:pt x="912" y="6631"/>
                  </a:lnTo>
                  <a:cubicBezTo>
                    <a:pt x="1094" y="8455"/>
                    <a:pt x="1338" y="10583"/>
                    <a:pt x="1338" y="10583"/>
                  </a:cubicBezTo>
                  <a:lnTo>
                    <a:pt x="2584" y="11160"/>
                  </a:lnTo>
                  <a:lnTo>
                    <a:pt x="1459" y="11008"/>
                  </a:lnTo>
                  <a:lnTo>
                    <a:pt x="1459" y="11008"/>
                  </a:lnTo>
                  <a:cubicBezTo>
                    <a:pt x="1638" y="13631"/>
                    <a:pt x="2548" y="16604"/>
                    <a:pt x="3328" y="16604"/>
                  </a:cubicBezTo>
                  <a:cubicBezTo>
                    <a:pt x="3343" y="16604"/>
                    <a:pt x="3359" y="16603"/>
                    <a:pt x="3374" y="16601"/>
                  </a:cubicBezTo>
                  <a:cubicBezTo>
                    <a:pt x="3800" y="16510"/>
                    <a:pt x="4043" y="15993"/>
                    <a:pt x="4195" y="15294"/>
                  </a:cubicBezTo>
                  <a:cubicBezTo>
                    <a:pt x="4408" y="14078"/>
                    <a:pt x="4347" y="12467"/>
                    <a:pt x="4256" y="12406"/>
                  </a:cubicBezTo>
                  <a:lnTo>
                    <a:pt x="4256" y="12406"/>
                  </a:lnTo>
                  <a:cubicBezTo>
                    <a:pt x="3800" y="12467"/>
                    <a:pt x="3465" y="12497"/>
                    <a:pt x="3465" y="12497"/>
                  </a:cubicBezTo>
                  <a:cubicBezTo>
                    <a:pt x="3830" y="12376"/>
                    <a:pt x="4195" y="12102"/>
                    <a:pt x="4195" y="12102"/>
                  </a:cubicBezTo>
                  <a:cubicBezTo>
                    <a:pt x="4225" y="10978"/>
                    <a:pt x="4043" y="8516"/>
                    <a:pt x="4043" y="8516"/>
                  </a:cubicBezTo>
                  <a:lnTo>
                    <a:pt x="3192" y="8668"/>
                  </a:lnTo>
                  <a:lnTo>
                    <a:pt x="3982" y="7999"/>
                  </a:lnTo>
                  <a:cubicBezTo>
                    <a:pt x="3921" y="6114"/>
                    <a:pt x="3496" y="3531"/>
                    <a:pt x="3496" y="3531"/>
                  </a:cubicBezTo>
                  <a:lnTo>
                    <a:pt x="2432" y="4017"/>
                  </a:lnTo>
                  <a:lnTo>
                    <a:pt x="2432" y="4017"/>
                  </a:lnTo>
                  <a:lnTo>
                    <a:pt x="3374" y="3075"/>
                  </a:lnTo>
                  <a:cubicBezTo>
                    <a:pt x="3344" y="2923"/>
                    <a:pt x="3313" y="2619"/>
                    <a:pt x="3222" y="2285"/>
                  </a:cubicBezTo>
                  <a:cubicBezTo>
                    <a:pt x="3016" y="1313"/>
                    <a:pt x="2497" y="1"/>
                    <a:pt x="1499" y="1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1600335" y="1154520"/>
              <a:ext cx="99526" cy="89428"/>
            </a:xfrm>
            <a:custGeom>
              <a:rect b="b" l="l" r="r" t="t"/>
              <a:pathLst>
                <a:path extrusionOk="0" h="2896" w="3223">
                  <a:moveTo>
                    <a:pt x="1529" y="1"/>
                  </a:moveTo>
                  <a:cubicBezTo>
                    <a:pt x="1487" y="1"/>
                    <a:pt x="1443" y="3"/>
                    <a:pt x="1399" y="8"/>
                  </a:cubicBezTo>
                  <a:cubicBezTo>
                    <a:pt x="1277" y="8"/>
                    <a:pt x="1216" y="8"/>
                    <a:pt x="1095" y="39"/>
                  </a:cubicBezTo>
                  <a:cubicBezTo>
                    <a:pt x="0" y="343"/>
                    <a:pt x="0" y="1862"/>
                    <a:pt x="152" y="2896"/>
                  </a:cubicBezTo>
                  <a:cubicBezTo>
                    <a:pt x="487" y="2774"/>
                    <a:pt x="1095" y="2622"/>
                    <a:pt x="1763" y="2470"/>
                  </a:cubicBezTo>
                  <a:cubicBezTo>
                    <a:pt x="2219" y="2410"/>
                    <a:pt x="2736" y="2288"/>
                    <a:pt x="3222" y="2258"/>
                  </a:cubicBezTo>
                  <a:cubicBezTo>
                    <a:pt x="2960" y="1297"/>
                    <a:pt x="2503" y="1"/>
                    <a:pt x="1529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1597525" y="1153810"/>
              <a:ext cx="129542" cy="512639"/>
            </a:xfrm>
            <a:custGeom>
              <a:rect b="b" l="l" r="r" t="t"/>
              <a:pathLst>
                <a:path extrusionOk="0" h="16601" w="4195">
                  <a:moveTo>
                    <a:pt x="1398" y="1"/>
                  </a:moveTo>
                  <a:cubicBezTo>
                    <a:pt x="1307" y="1"/>
                    <a:pt x="1216" y="1"/>
                    <a:pt x="1094" y="31"/>
                  </a:cubicBezTo>
                  <a:cubicBezTo>
                    <a:pt x="0" y="335"/>
                    <a:pt x="0" y="1855"/>
                    <a:pt x="152" y="2888"/>
                  </a:cubicBezTo>
                  <a:cubicBezTo>
                    <a:pt x="243" y="3436"/>
                    <a:pt x="335" y="3861"/>
                    <a:pt x="335" y="3861"/>
                  </a:cubicBezTo>
                  <a:lnTo>
                    <a:pt x="1611" y="4408"/>
                  </a:lnTo>
                  <a:lnTo>
                    <a:pt x="487" y="4256"/>
                  </a:lnTo>
                  <a:lnTo>
                    <a:pt x="487" y="4256"/>
                  </a:lnTo>
                  <a:cubicBezTo>
                    <a:pt x="608" y="4499"/>
                    <a:pt x="791" y="6323"/>
                    <a:pt x="791" y="6323"/>
                  </a:cubicBezTo>
                  <a:lnTo>
                    <a:pt x="1976" y="6627"/>
                  </a:lnTo>
                  <a:lnTo>
                    <a:pt x="912" y="6627"/>
                  </a:lnTo>
                  <a:cubicBezTo>
                    <a:pt x="1094" y="8451"/>
                    <a:pt x="1338" y="10579"/>
                    <a:pt x="1338" y="10579"/>
                  </a:cubicBezTo>
                  <a:lnTo>
                    <a:pt x="2584" y="11156"/>
                  </a:lnTo>
                  <a:lnTo>
                    <a:pt x="1459" y="11004"/>
                  </a:lnTo>
                  <a:lnTo>
                    <a:pt x="1459" y="11004"/>
                  </a:lnTo>
                  <a:cubicBezTo>
                    <a:pt x="1638" y="13627"/>
                    <a:pt x="2548" y="16600"/>
                    <a:pt x="3328" y="16600"/>
                  </a:cubicBezTo>
                  <a:cubicBezTo>
                    <a:pt x="3343" y="16600"/>
                    <a:pt x="3359" y="16599"/>
                    <a:pt x="3374" y="16597"/>
                  </a:cubicBezTo>
                  <a:cubicBezTo>
                    <a:pt x="3800" y="16506"/>
                    <a:pt x="4043" y="15989"/>
                    <a:pt x="4195" y="15290"/>
                  </a:cubicBezTo>
                  <a:cubicBezTo>
                    <a:pt x="4043" y="15290"/>
                    <a:pt x="3830" y="15290"/>
                    <a:pt x="3617" y="15351"/>
                  </a:cubicBezTo>
                  <a:cubicBezTo>
                    <a:pt x="3496" y="15351"/>
                    <a:pt x="3344" y="15290"/>
                    <a:pt x="3222" y="15229"/>
                  </a:cubicBezTo>
                  <a:cubicBezTo>
                    <a:pt x="3131" y="15107"/>
                    <a:pt x="3070" y="14925"/>
                    <a:pt x="3070" y="14743"/>
                  </a:cubicBezTo>
                  <a:cubicBezTo>
                    <a:pt x="2918" y="10974"/>
                    <a:pt x="2553" y="7235"/>
                    <a:pt x="1915" y="3527"/>
                  </a:cubicBezTo>
                  <a:cubicBezTo>
                    <a:pt x="1854" y="3253"/>
                    <a:pt x="1824" y="2919"/>
                    <a:pt x="1794" y="2493"/>
                  </a:cubicBezTo>
                  <a:cubicBezTo>
                    <a:pt x="1702" y="1673"/>
                    <a:pt x="1642" y="670"/>
                    <a:pt x="1398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1710142" y="1218811"/>
              <a:ext cx="122069" cy="499175"/>
            </a:xfrm>
            <a:custGeom>
              <a:rect b="b" l="l" r="r" t="t"/>
              <a:pathLst>
                <a:path extrusionOk="0" h="16165" w="3953">
                  <a:moveTo>
                    <a:pt x="1530" y="1"/>
                  </a:moveTo>
                  <a:cubicBezTo>
                    <a:pt x="1421" y="1"/>
                    <a:pt x="1306" y="18"/>
                    <a:pt x="1186" y="54"/>
                  </a:cubicBezTo>
                  <a:cubicBezTo>
                    <a:pt x="92" y="297"/>
                    <a:pt x="1" y="1787"/>
                    <a:pt x="122" y="2790"/>
                  </a:cubicBezTo>
                  <a:cubicBezTo>
                    <a:pt x="153" y="3306"/>
                    <a:pt x="274" y="3732"/>
                    <a:pt x="274" y="3732"/>
                  </a:cubicBezTo>
                  <a:lnTo>
                    <a:pt x="1490" y="4309"/>
                  </a:lnTo>
                  <a:lnTo>
                    <a:pt x="396" y="4097"/>
                  </a:lnTo>
                  <a:lnTo>
                    <a:pt x="396" y="4097"/>
                  </a:lnTo>
                  <a:cubicBezTo>
                    <a:pt x="457" y="4340"/>
                    <a:pt x="609" y="6133"/>
                    <a:pt x="609" y="6133"/>
                  </a:cubicBezTo>
                  <a:lnTo>
                    <a:pt x="1764" y="6467"/>
                  </a:lnTo>
                  <a:lnTo>
                    <a:pt x="1764" y="6467"/>
                  </a:lnTo>
                  <a:lnTo>
                    <a:pt x="700" y="6437"/>
                  </a:lnTo>
                  <a:lnTo>
                    <a:pt x="700" y="6437"/>
                  </a:lnTo>
                  <a:cubicBezTo>
                    <a:pt x="791" y="8170"/>
                    <a:pt x="1004" y="10267"/>
                    <a:pt x="1004" y="10267"/>
                  </a:cubicBezTo>
                  <a:lnTo>
                    <a:pt x="2250" y="10844"/>
                  </a:lnTo>
                  <a:lnTo>
                    <a:pt x="2250" y="10844"/>
                  </a:lnTo>
                  <a:lnTo>
                    <a:pt x="1095" y="10632"/>
                  </a:lnTo>
                  <a:lnTo>
                    <a:pt x="1095" y="10632"/>
                  </a:lnTo>
                  <a:cubicBezTo>
                    <a:pt x="1215" y="13249"/>
                    <a:pt x="2050" y="16165"/>
                    <a:pt x="2834" y="16165"/>
                  </a:cubicBezTo>
                  <a:cubicBezTo>
                    <a:pt x="2842" y="16165"/>
                    <a:pt x="2850" y="16164"/>
                    <a:pt x="2858" y="16164"/>
                  </a:cubicBezTo>
                  <a:cubicBezTo>
                    <a:pt x="3466" y="16103"/>
                    <a:pt x="3739" y="15009"/>
                    <a:pt x="3831" y="14006"/>
                  </a:cubicBezTo>
                  <a:cubicBezTo>
                    <a:pt x="3950" y="13050"/>
                    <a:pt x="3923" y="12242"/>
                    <a:pt x="3922" y="12242"/>
                  </a:cubicBezTo>
                  <a:lnTo>
                    <a:pt x="3922" y="12242"/>
                  </a:lnTo>
                  <a:cubicBezTo>
                    <a:pt x="3922" y="12242"/>
                    <a:pt x="3922" y="12242"/>
                    <a:pt x="3922" y="12243"/>
                  </a:cubicBezTo>
                  <a:cubicBezTo>
                    <a:pt x="3466" y="12243"/>
                    <a:pt x="3131" y="12273"/>
                    <a:pt x="3131" y="12273"/>
                  </a:cubicBezTo>
                  <a:cubicBezTo>
                    <a:pt x="3527" y="12151"/>
                    <a:pt x="3891" y="11939"/>
                    <a:pt x="3891" y="11939"/>
                  </a:cubicBezTo>
                  <a:cubicBezTo>
                    <a:pt x="3952" y="10844"/>
                    <a:pt x="3831" y="8443"/>
                    <a:pt x="3831" y="8443"/>
                  </a:cubicBezTo>
                  <a:lnTo>
                    <a:pt x="3010" y="8565"/>
                  </a:lnTo>
                  <a:lnTo>
                    <a:pt x="3800" y="7957"/>
                  </a:lnTo>
                  <a:cubicBezTo>
                    <a:pt x="3800" y="6072"/>
                    <a:pt x="3466" y="3580"/>
                    <a:pt x="3466" y="3580"/>
                  </a:cubicBezTo>
                  <a:lnTo>
                    <a:pt x="2402" y="4005"/>
                  </a:lnTo>
                  <a:lnTo>
                    <a:pt x="2402" y="4005"/>
                  </a:lnTo>
                  <a:lnTo>
                    <a:pt x="3344" y="3094"/>
                  </a:lnTo>
                  <a:cubicBezTo>
                    <a:pt x="3344" y="2942"/>
                    <a:pt x="3314" y="2638"/>
                    <a:pt x="3223" y="2273"/>
                  </a:cubicBezTo>
                  <a:cubicBezTo>
                    <a:pt x="3040" y="1513"/>
                    <a:pt x="2706" y="449"/>
                    <a:pt x="1976" y="115"/>
                  </a:cubicBezTo>
                  <a:cubicBezTo>
                    <a:pt x="1848" y="41"/>
                    <a:pt x="1696" y="1"/>
                    <a:pt x="1530" y="1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1710142" y="1219058"/>
              <a:ext cx="99526" cy="85908"/>
            </a:xfrm>
            <a:custGeom>
              <a:rect b="b" l="l" r="r" t="t"/>
              <a:pathLst>
                <a:path extrusionOk="0" h="2782" w="3223">
                  <a:moveTo>
                    <a:pt x="1492" y="1"/>
                  </a:moveTo>
                  <a:cubicBezTo>
                    <a:pt x="1394" y="1"/>
                    <a:pt x="1292" y="14"/>
                    <a:pt x="1186" y="46"/>
                  </a:cubicBezTo>
                  <a:cubicBezTo>
                    <a:pt x="92" y="320"/>
                    <a:pt x="1" y="1779"/>
                    <a:pt x="122" y="2782"/>
                  </a:cubicBezTo>
                  <a:cubicBezTo>
                    <a:pt x="426" y="2690"/>
                    <a:pt x="882" y="2630"/>
                    <a:pt x="1399" y="2508"/>
                  </a:cubicBezTo>
                  <a:cubicBezTo>
                    <a:pt x="1946" y="2386"/>
                    <a:pt x="2584" y="2326"/>
                    <a:pt x="3223" y="2295"/>
                  </a:cubicBezTo>
                  <a:cubicBezTo>
                    <a:pt x="3040" y="1475"/>
                    <a:pt x="2706" y="411"/>
                    <a:pt x="1976" y="107"/>
                  </a:cubicBezTo>
                  <a:cubicBezTo>
                    <a:pt x="1838" y="47"/>
                    <a:pt x="1673" y="1"/>
                    <a:pt x="1492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1710142" y="1219058"/>
              <a:ext cx="70437" cy="334647"/>
            </a:xfrm>
            <a:custGeom>
              <a:rect b="b" l="l" r="r" t="t"/>
              <a:pathLst>
                <a:path extrusionOk="0" h="10837" w="2281">
                  <a:moveTo>
                    <a:pt x="1492" y="1"/>
                  </a:moveTo>
                  <a:cubicBezTo>
                    <a:pt x="1394" y="1"/>
                    <a:pt x="1292" y="14"/>
                    <a:pt x="1186" y="46"/>
                  </a:cubicBezTo>
                  <a:cubicBezTo>
                    <a:pt x="92" y="320"/>
                    <a:pt x="1" y="1779"/>
                    <a:pt x="122" y="2782"/>
                  </a:cubicBezTo>
                  <a:cubicBezTo>
                    <a:pt x="153" y="3298"/>
                    <a:pt x="274" y="3724"/>
                    <a:pt x="274" y="3724"/>
                  </a:cubicBezTo>
                  <a:lnTo>
                    <a:pt x="1490" y="4301"/>
                  </a:lnTo>
                  <a:lnTo>
                    <a:pt x="396" y="4119"/>
                  </a:lnTo>
                  <a:lnTo>
                    <a:pt x="396" y="4119"/>
                  </a:lnTo>
                  <a:cubicBezTo>
                    <a:pt x="457" y="4332"/>
                    <a:pt x="609" y="6125"/>
                    <a:pt x="609" y="6125"/>
                  </a:cubicBezTo>
                  <a:lnTo>
                    <a:pt x="1764" y="6459"/>
                  </a:lnTo>
                  <a:lnTo>
                    <a:pt x="1764" y="6459"/>
                  </a:lnTo>
                  <a:lnTo>
                    <a:pt x="700" y="6429"/>
                  </a:lnTo>
                  <a:lnTo>
                    <a:pt x="700" y="6429"/>
                  </a:lnTo>
                  <a:cubicBezTo>
                    <a:pt x="791" y="8162"/>
                    <a:pt x="1004" y="10259"/>
                    <a:pt x="1004" y="10259"/>
                  </a:cubicBezTo>
                  <a:lnTo>
                    <a:pt x="2250" y="10836"/>
                  </a:lnTo>
                  <a:cubicBezTo>
                    <a:pt x="2280" y="9073"/>
                    <a:pt x="2159" y="7311"/>
                    <a:pt x="1976" y="5548"/>
                  </a:cubicBezTo>
                  <a:cubicBezTo>
                    <a:pt x="1855" y="4666"/>
                    <a:pt x="1521" y="3572"/>
                    <a:pt x="1399" y="2508"/>
                  </a:cubicBezTo>
                  <a:cubicBezTo>
                    <a:pt x="1338" y="1839"/>
                    <a:pt x="1369" y="1140"/>
                    <a:pt x="1642" y="623"/>
                  </a:cubicBezTo>
                  <a:cubicBezTo>
                    <a:pt x="1764" y="411"/>
                    <a:pt x="1855" y="259"/>
                    <a:pt x="1976" y="107"/>
                  </a:cubicBezTo>
                  <a:cubicBezTo>
                    <a:pt x="1838" y="47"/>
                    <a:pt x="1673" y="1"/>
                    <a:pt x="1492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1743924" y="1547090"/>
              <a:ext cx="84519" cy="170890"/>
            </a:xfrm>
            <a:custGeom>
              <a:rect b="b" l="l" r="r" t="t"/>
              <a:pathLst>
                <a:path extrusionOk="0" h="5534" w="2737">
                  <a:moveTo>
                    <a:pt x="1" y="1"/>
                  </a:moveTo>
                  <a:cubicBezTo>
                    <a:pt x="121" y="2618"/>
                    <a:pt x="956" y="5534"/>
                    <a:pt x="1740" y="5534"/>
                  </a:cubicBezTo>
                  <a:cubicBezTo>
                    <a:pt x="1748" y="5534"/>
                    <a:pt x="1756" y="5533"/>
                    <a:pt x="1764" y="5533"/>
                  </a:cubicBezTo>
                  <a:cubicBezTo>
                    <a:pt x="2372" y="5472"/>
                    <a:pt x="2645" y="4378"/>
                    <a:pt x="2737" y="3375"/>
                  </a:cubicBezTo>
                  <a:lnTo>
                    <a:pt x="2189" y="3131"/>
                  </a:lnTo>
                  <a:cubicBezTo>
                    <a:pt x="1825" y="2949"/>
                    <a:pt x="1490" y="2767"/>
                    <a:pt x="1308" y="2432"/>
                  </a:cubicBezTo>
                  <a:cubicBezTo>
                    <a:pt x="1065" y="2098"/>
                    <a:pt x="1126" y="1672"/>
                    <a:pt x="1126" y="1277"/>
                  </a:cubicBezTo>
                  <a:cubicBezTo>
                    <a:pt x="1156" y="912"/>
                    <a:pt x="1156" y="548"/>
                    <a:pt x="1156" y="21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1854688" y="1460165"/>
              <a:ext cx="193401" cy="286196"/>
            </a:xfrm>
            <a:custGeom>
              <a:rect b="b" l="l" r="r" t="t"/>
              <a:pathLst>
                <a:path extrusionOk="0" h="9268" w="6263">
                  <a:moveTo>
                    <a:pt x="4741" y="0"/>
                  </a:moveTo>
                  <a:cubicBezTo>
                    <a:pt x="4151" y="0"/>
                    <a:pt x="3672" y="475"/>
                    <a:pt x="3648" y="931"/>
                  </a:cubicBezTo>
                  <a:cubicBezTo>
                    <a:pt x="3648" y="1113"/>
                    <a:pt x="3557" y="1387"/>
                    <a:pt x="3527" y="1569"/>
                  </a:cubicBezTo>
                  <a:cubicBezTo>
                    <a:pt x="3405" y="1995"/>
                    <a:pt x="3253" y="2390"/>
                    <a:pt x="3253" y="2390"/>
                  </a:cubicBezTo>
                  <a:cubicBezTo>
                    <a:pt x="3770" y="2724"/>
                    <a:pt x="3922" y="3059"/>
                    <a:pt x="3922" y="3059"/>
                  </a:cubicBezTo>
                  <a:cubicBezTo>
                    <a:pt x="3618" y="2785"/>
                    <a:pt x="3192" y="2724"/>
                    <a:pt x="3192" y="2724"/>
                  </a:cubicBezTo>
                  <a:cubicBezTo>
                    <a:pt x="3071" y="3606"/>
                    <a:pt x="2189" y="5338"/>
                    <a:pt x="2189" y="5338"/>
                  </a:cubicBezTo>
                  <a:cubicBezTo>
                    <a:pt x="2493" y="5460"/>
                    <a:pt x="2615" y="5825"/>
                    <a:pt x="2615" y="5886"/>
                  </a:cubicBezTo>
                  <a:cubicBezTo>
                    <a:pt x="2432" y="5673"/>
                    <a:pt x="2037" y="5673"/>
                    <a:pt x="2037" y="5673"/>
                  </a:cubicBezTo>
                  <a:cubicBezTo>
                    <a:pt x="1794" y="6980"/>
                    <a:pt x="1" y="9138"/>
                    <a:pt x="578" y="9259"/>
                  </a:cubicBezTo>
                  <a:cubicBezTo>
                    <a:pt x="610" y="9265"/>
                    <a:pt x="642" y="9267"/>
                    <a:pt x="674" y="9267"/>
                  </a:cubicBezTo>
                  <a:cubicBezTo>
                    <a:pt x="1022" y="9267"/>
                    <a:pt x="1441" y="8982"/>
                    <a:pt x="1885" y="8621"/>
                  </a:cubicBezTo>
                  <a:cubicBezTo>
                    <a:pt x="2888" y="7740"/>
                    <a:pt x="3831" y="6342"/>
                    <a:pt x="3831" y="6342"/>
                  </a:cubicBezTo>
                  <a:cubicBezTo>
                    <a:pt x="3648" y="6190"/>
                    <a:pt x="3223" y="5977"/>
                    <a:pt x="3223" y="5977"/>
                  </a:cubicBezTo>
                  <a:lnTo>
                    <a:pt x="3223" y="5977"/>
                  </a:lnTo>
                  <a:cubicBezTo>
                    <a:pt x="3283" y="5992"/>
                    <a:pt x="3361" y="5998"/>
                    <a:pt x="3444" y="5998"/>
                  </a:cubicBezTo>
                  <a:cubicBezTo>
                    <a:pt x="3692" y="5998"/>
                    <a:pt x="3983" y="5946"/>
                    <a:pt x="3983" y="5946"/>
                  </a:cubicBezTo>
                  <a:cubicBezTo>
                    <a:pt x="4530" y="5521"/>
                    <a:pt x="5350" y="4244"/>
                    <a:pt x="5350" y="4244"/>
                  </a:cubicBezTo>
                  <a:cubicBezTo>
                    <a:pt x="4986" y="4214"/>
                    <a:pt x="4682" y="4062"/>
                    <a:pt x="4682" y="4062"/>
                  </a:cubicBezTo>
                  <a:cubicBezTo>
                    <a:pt x="5077" y="4062"/>
                    <a:pt x="5533" y="3910"/>
                    <a:pt x="5533" y="3910"/>
                  </a:cubicBezTo>
                  <a:cubicBezTo>
                    <a:pt x="5745" y="3545"/>
                    <a:pt x="5989" y="2907"/>
                    <a:pt x="5989" y="2907"/>
                  </a:cubicBezTo>
                  <a:cubicBezTo>
                    <a:pt x="5593" y="2785"/>
                    <a:pt x="5290" y="2603"/>
                    <a:pt x="5290" y="2603"/>
                  </a:cubicBezTo>
                  <a:lnTo>
                    <a:pt x="5290" y="2603"/>
                  </a:lnTo>
                  <a:cubicBezTo>
                    <a:pt x="5317" y="2606"/>
                    <a:pt x="5346" y="2607"/>
                    <a:pt x="5376" y="2607"/>
                  </a:cubicBezTo>
                  <a:cubicBezTo>
                    <a:pt x="5678" y="2607"/>
                    <a:pt x="6080" y="2481"/>
                    <a:pt x="6080" y="2481"/>
                  </a:cubicBezTo>
                  <a:cubicBezTo>
                    <a:pt x="6080" y="2481"/>
                    <a:pt x="6110" y="2329"/>
                    <a:pt x="6141" y="2117"/>
                  </a:cubicBezTo>
                  <a:cubicBezTo>
                    <a:pt x="6232" y="1630"/>
                    <a:pt x="6262" y="658"/>
                    <a:pt x="5593" y="293"/>
                  </a:cubicBezTo>
                  <a:cubicBezTo>
                    <a:pt x="5472" y="202"/>
                    <a:pt x="5350" y="141"/>
                    <a:pt x="5229" y="110"/>
                  </a:cubicBezTo>
                  <a:cubicBezTo>
                    <a:pt x="5063" y="34"/>
                    <a:pt x="4898" y="0"/>
                    <a:pt x="4741" y="0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1964495" y="1458744"/>
              <a:ext cx="83592" cy="66793"/>
            </a:xfrm>
            <a:custGeom>
              <a:rect b="b" l="l" r="r" t="t"/>
              <a:pathLst>
                <a:path extrusionOk="0" h="2163" w="2707">
                  <a:moveTo>
                    <a:pt x="1259" y="0"/>
                  </a:moveTo>
                  <a:cubicBezTo>
                    <a:pt x="641" y="0"/>
                    <a:pt x="147" y="483"/>
                    <a:pt x="123" y="947"/>
                  </a:cubicBezTo>
                  <a:cubicBezTo>
                    <a:pt x="123" y="1129"/>
                    <a:pt x="62" y="1403"/>
                    <a:pt x="1" y="1585"/>
                  </a:cubicBezTo>
                  <a:cubicBezTo>
                    <a:pt x="305" y="1585"/>
                    <a:pt x="761" y="1615"/>
                    <a:pt x="1308" y="1737"/>
                  </a:cubicBezTo>
                  <a:cubicBezTo>
                    <a:pt x="1734" y="1828"/>
                    <a:pt x="2189" y="1919"/>
                    <a:pt x="2585" y="2163"/>
                  </a:cubicBezTo>
                  <a:cubicBezTo>
                    <a:pt x="2676" y="1676"/>
                    <a:pt x="2706" y="704"/>
                    <a:pt x="2068" y="308"/>
                  </a:cubicBezTo>
                  <a:cubicBezTo>
                    <a:pt x="1946" y="217"/>
                    <a:pt x="1825" y="156"/>
                    <a:pt x="1734" y="96"/>
                  </a:cubicBezTo>
                  <a:cubicBezTo>
                    <a:pt x="1571" y="30"/>
                    <a:pt x="1412" y="0"/>
                    <a:pt x="1259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1853762" y="1458158"/>
              <a:ext cx="165208" cy="285640"/>
            </a:xfrm>
            <a:custGeom>
              <a:rect b="b" l="l" r="r" t="t"/>
              <a:pathLst>
                <a:path extrusionOk="0" h="9250" w="5350">
                  <a:moveTo>
                    <a:pt x="4898" y="0"/>
                  </a:moveTo>
                  <a:cubicBezTo>
                    <a:pt x="4272" y="0"/>
                    <a:pt x="3721" y="462"/>
                    <a:pt x="3648" y="905"/>
                  </a:cubicBezTo>
                  <a:cubicBezTo>
                    <a:pt x="3648" y="1118"/>
                    <a:pt x="3557" y="1361"/>
                    <a:pt x="3526" y="1574"/>
                  </a:cubicBezTo>
                  <a:cubicBezTo>
                    <a:pt x="3405" y="1969"/>
                    <a:pt x="3253" y="2364"/>
                    <a:pt x="3253" y="2364"/>
                  </a:cubicBezTo>
                  <a:cubicBezTo>
                    <a:pt x="3739" y="2698"/>
                    <a:pt x="3891" y="3033"/>
                    <a:pt x="3891" y="3033"/>
                  </a:cubicBezTo>
                  <a:cubicBezTo>
                    <a:pt x="3587" y="2789"/>
                    <a:pt x="3192" y="2698"/>
                    <a:pt x="3192" y="2698"/>
                  </a:cubicBezTo>
                  <a:cubicBezTo>
                    <a:pt x="3070" y="3580"/>
                    <a:pt x="2189" y="5312"/>
                    <a:pt x="2189" y="5312"/>
                  </a:cubicBezTo>
                  <a:cubicBezTo>
                    <a:pt x="2493" y="5434"/>
                    <a:pt x="2614" y="5829"/>
                    <a:pt x="2614" y="5859"/>
                  </a:cubicBezTo>
                  <a:cubicBezTo>
                    <a:pt x="2432" y="5677"/>
                    <a:pt x="2037" y="5677"/>
                    <a:pt x="2037" y="5677"/>
                  </a:cubicBezTo>
                  <a:cubicBezTo>
                    <a:pt x="1763" y="6954"/>
                    <a:pt x="0" y="9112"/>
                    <a:pt x="547" y="9233"/>
                  </a:cubicBezTo>
                  <a:cubicBezTo>
                    <a:pt x="595" y="9244"/>
                    <a:pt x="643" y="9250"/>
                    <a:pt x="693" y="9250"/>
                  </a:cubicBezTo>
                  <a:cubicBezTo>
                    <a:pt x="1053" y="9250"/>
                    <a:pt x="1457" y="8969"/>
                    <a:pt x="1885" y="8595"/>
                  </a:cubicBezTo>
                  <a:cubicBezTo>
                    <a:pt x="1824" y="8534"/>
                    <a:pt x="1733" y="8443"/>
                    <a:pt x="1702" y="8321"/>
                  </a:cubicBezTo>
                  <a:cubicBezTo>
                    <a:pt x="1611" y="8078"/>
                    <a:pt x="1854" y="7805"/>
                    <a:pt x="2037" y="7622"/>
                  </a:cubicBezTo>
                  <a:cubicBezTo>
                    <a:pt x="3526" y="6042"/>
                    <a:pt x="4499" y="4036"/>
                    <a:pt x="4864" y="1908"/>
                  </a:cubicBezTo>
                  <a:cubicBezTo>
                    <a:pt x="4894" y="1878"/>
                    <a:pt x="4894" y="1786"/>
                    <a:pt x="4894" y="1756"/>
                  </a:cubicBezTo>
                  <a:cubicBezTo>
                    <a:pt x="4955" y="1239"/>
                    <a:pt x="5046" y="510"/>
                    <a:pt x="5350" y="84"/>
                  </a:cubicBezTo>
                  <a:cubicBezTo>
                    <a:pt x="5199" y="26"/>
                    <a:pt x="5046" y="0"/>
                    <a:pt x="4898" y="0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1875346" y="1632225"/>
              <a:ext cx="186824" cy="150416"/>
            </a:xfrm>
            <a:custGeom>
              <a:rect b="b" l="l" r="r" t="t"/>
              <a:pathLst>
                <a:path extrusionOk="0" h="4871" w="6050">
                  <a:moveTo>
                    <a:pt x="5060" y="0"/>
                  </a:moveTo>
                  <a:cubicBezTo>
                    <a:pt x="4622" y="0"/>
                    <a:pt x="4141" y="367"/>
                    <a:pt x="3830" y="678"/>
                  </a:cubicBezTo>
                  <a:cubicBezTo>
                    <a:pt x="3617" y="891"/>
                    <a:pt x="3465" y="1104"/>
                    <a:pt x="3465" y="1104"/>
                  </a:cubicBezTo>
                  <a:cubicBezTo>
                    <a:pt x="3648" y="1438"/>
                    <a:pt x="3648" y="1925"/>
                    <a:pt x="3648" y="1925"/>
                  </a:cubicBezTo>
                  <a:cubicBezTo>
                    <a:pt x="3496" y="1621"/>
                    <a:pt x="3131" y="1499"/>
                    <a:pt x="3131" y="1499"/>
                  </a:cubicBezTo>
                  <a:cubicBezTo>
                    <a:pt x="2614" y="1955"/>
                    <a:pt x="1946" y="2380"/>
                    <a:pt x="1946" y="2380"/>
                  </a:cubicBezTo>
                  <a:cubicBezTo>
                    <a:pt x="2006" y="2624"/>
                    <a:pt x="2098" y="3080"/>
                    <a:pt x="2098" y="3110"/>
                  </a:cubicBezTo>
                  <a:cubicBezTo>
                    <a:pt x="1915" y="2897"/>
                    <a:pt x="1672" y="2654"/>
                    <a:pt x="1672" y="2654"/>
                  </a:cubicBezTo>
                  <a:cubicBezTo>
                    <a:pt x="1307" y="2988"/>
                    <a:pt x="122" y="3809"/>
                    <a:pt x="122" y="3809"/>
                  </a:cubicBezTo>
                  <a:cubicBezTo>
                    <a:pt x="0" y="4508"/>
                    <a:pt x="487" y="4782"/>
                    <a:pt x="487" y="4782"/>
                  </a:cubicBezTo>
                  <a:cubicBezTo>
                    <a:pt x="586" y="4845"/>
                    <a:pt x="723" y="4871"/>
                    <a:pt x="878" y="4871"/>
                  </a:cubicBezTo>
                  <a:cubicBezTo>
                    <a:pt x="1243" y="4871"/>
                    <a:pt x="1707" y="4727"/>
                    <a:pt x="2006" y="4599"/>
                  </a:cubicBezTo>
                  <a:cubicBezTo>
                    <a:pt x="2250" y="4478"/>
                    <a:pt x="2432" y="4356"/>
                    <a:pt x="2432" y="4326"/>
                  </a:cubicBezTo>
                  <a:cubicBezTo>
                    <a:pt x="2493" y="4204"/>
                    <a:pt x="2371" y="3657"/>
                    <a:pt x="2371" y="3566"/>
                  </a:cubicBezTo>
                  <a:lnTo>
                    <a:pt x="2371" y="3566"/>
                  </a:lnTo>
                  <a:cubicBezTo>
                    <a:pt x="2432" y="3687"/>
                    <a:pt x="2675" y="4174"/>
                    <a:pt x="2675" y="4174"/>
                  </a:cubicBezTo>
                  <a:cubicBezTo>
                    <a:pt x="3435" y="3961"/>
                    <a:pt x="4225" y="3596"/>
                    <a:pt x="4225" y="3596"/>
                  </a:cubicBezTo>
                  <a:cubicBezTo>
                    <a:pt x="4347" y="3201"/>
                    <a:pt x="4043" y="2441"/>
                    <a:pt x="4043" y="2441"/>
                  </a:cubicBezTo>
                  <a:lnTo>
                    <a:pt x="4043" y="2441"/>
                  </a:lnTo>
                  <a:cubicBezTo>
                    <a:pt x="4408" y="2806"/>
                    <a:pt x="4560" y="3262"/>
                    <a:pt x="4560" y="3262"/>
                  </a:cubicBezTo>
                  <a:cubicBezTo>
                    <a:pt x="4712" y="3110"/>
                    <a:pt x="4924" y="2928"/>
                    <a:pt x="5107" y="2684"/>
                  </a:cubicBezTo>
                  <a:cubicBezTo>
                    <a:pt x="5593" y="2077"/>
                    <a:pt x="6049" y="1286"/>
                    <a:pt x="5806" y="618"/>
                  </a:cubicBezTo>
                  <a:cubicBezTo>
                    <a:pt x="5776" y="496"/>
                    <a:pt x="5715" y="405"/>
                    <a:pt x="5624" y="283"/>
                  </a:cubicBezTo>
                  <a:cubicBezTo>
                    <a:pt x="5459" y="80"/>
                    <a:pt x="5264" y="0"/>
                    <a:pt x="5060" y="0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1991730" y="1631267"/>
              <a:ext cx="70437" cy="83870"/>
            </a:xfrm>
            <a:custGeom>
              <a:rect b="b" l="l" r="r" t="t"/>
              <a:pathLst>
                <a:path extrusionOk="0" h="2716" w="2281">
                  <a:moveTo>
                    <a:pt x="1216" y="1"/>
                  </a:moveTo>
                  <a:cubicBezTo>
                    <a:pt x="778" y="1"/>
                    <a:pt x="311" y="368"/>
                    <a:pt x="0" y="679"/>
                  </a:cubicBezTo>
                  <a:cubicBezTo>
                    <a:pt x="244" y="831"/>
                    <a:pt x="548" y="1074"/>
                    <a:pt x="760" y="1439"/>
                  </a:cubicBezTo>
                  <a:cubicBezTo>
                    <a:pt x="1003" y="1773"/>
                    <a:pt x="1216" y="2199"/>
                    <a:pt x="1338" y="2715"/>
                  </a:cubicBezTo>
                  <a:cubicBezTo>
                    <a:pt x="1824" y="2108"/>
                    <a:pt x="2280" y="1317"/>
                    <a:pt x="1976" y="588"/>
                  </a:cubicBezTo>
                  <a:cubicBezTo>
                    <a:pt x="1946" y="466"/>
                    <a:pt x="1855" y="405"/>
                    <a:pt x="1794" y="284"/>
                  </a:cubicBezTo>
                  <a:cubicBezTo>
                    <a:pt x="1620" y="81"/>
                    <a:pt x="1421" y="1"/>
                    <a:pt x="1216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1874389" y="1631267"/>
              <a:ext cx="179320" cy="150447"/>
            </a:xfrm>
            <a:custGeom>
              <a:rect b="b" l="l" r="r" t="t"/>
              <a:pathLst>
                <a:path extrusionOk="0" h="4872" w="5807">
                  <a:moveTo>
                    <a:pt x="5047" y="1"/>
                  </a:moveTo>
                  <a:cubicBezTo>
                    <a:pt x="4608" y="1"/>
                    <a:pt x="4142" y="368"/>
                    <a:pt x="3831" y="679"/>
                  </a:cubicBezTo>
                  <a:cubicBezTo>
                    <a:pt x="3618" y="892"/>
                    <a:pt x="3466" y="1074"/>
                    <a:pt x="3466" y="1074"/>
                  </a:cubicBezTo>
                  <a:cubicBezTo>
                    <a:pt x="3648" y="1439"/>
                    <a:pt x="3648" y="1925"/>
                    <a:pt x="3648" y="1925"/>
                  </a:cubicBezTo>
                  <a:cubicBezTo>
                    <a:pt x="3496" y="1621"/>
                    <a:pt x="3101" y="1500"/>
                    <a:pt x="3101" y="1500"/>
                  </a:cubicBezTo>
                  <a:cubicBezTo>
                    <a:pt x="2615" y="1956"/>
                    <a:pt x="1946" y="2381"/>
                    <a:pt x="1946" y="2381"/>
                  </a:cubicBezTo>
                  <a:cubicBezTo>
                    <a:pt x="2007" y="2594"/>
                    <a:pt x="2098" y="3080"/>
                    <a:pt x="2098" y="3111"/>
                  </a:cubicBezTo>
                  <a:cubicBezTo>
                    <a:pt x="1886" y="2867"/>
                    <a:pt x="1673" y="2655"/>
                    <a:pt x="1673" y="2655"/>
                  </a:cubicBezTo>
                  <a:cubicBezTo>
                    <a:pt x="1278" y="2989"/>
                    <a:pt x="123" y="3779"/>
                    <a:pt x="123" y="3779"/>
                  </a:cubicBezTo>
                  <a:cubicBezTo>
                    <a:pt x="1" y="4509"/>
                    <a:pt x="487" y="4782"/>
                    <a:pt x="487" y="4782"/>
                  </a:cubicBezTo>
                  <a:cubicBezTo>
                    <a:pt x="578" y="4846"/>
                    <a:pt x="708" y="4871"/>
                    <a:pt x="859" y="4871"/>
                  </a:cubicBezTo>
                  <a:cubicBezTo>
                    <a:pt x="1216" y="4871"/>
                    <a:pt x="1687" y="4728"/>
                    <a:pt x="2007" y="4600"/>
                  </a:cubicBezTo>
                  <a:cubicBezTo>
                    <a:pt x="1886" y="4235"/>
                    <a:pt x="1642" y="3931"/>
                    <a:pt x="1338" y="3749"/>
                  </a:cubicBezTo>
                  <a:cubicBezTo>
                    <a:pt x="2433" y="2989"/>
                    <a:pt x="3496" y="2199"/>
                    <a:pt x="4560" y="1439"/>
                  </a:cubicBezTo>
                  <a:cubicBezTo>
                    <a:pt x="4834" y="1256"/>
                    <a:pt x="5047" y="1104"/>
                    <a:pt x="5320" y="892"/>
                  </a:cubicBezTo>
                  <a:cubicBezTo>
                    <a:pt x="5472" y="801"/>
                    <a:pt x="5624" y="679"/>
                    <a:pt x="5807" y="588"/>
                  </a:cubicBezTo>
                  <a:cubicBezTo>
                    <a:pt x="5776" y="527"/>
                    <a:pt x="5715" y="405"/>
                    <a:pt x="5624" y="284"/>
                  </a:cubicBezTo>
                  <a:cubicBezTo>
                    <a:pt x="5450" y="81"/>
                    <a:pt x="5251" y="1"/>
                    <a:pt x="5047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1827483" y="1196825"/>
              <a:ext cx="125805" cy="534286"/>
            </a:xfrm>
            <a:custGeom>
              <a:rect b="b" l="l" r="r" t="t"/>
              <a:pathLst>
                <a:path extrusionOk="0" h="17302" w="4074">
                  <a:moveTo>
                    <a:pt x="2679" y="1"/>
                  </a:moveTo>
                  <a:cubicBezTo>
                    <a:pt x="2637" y="1"/>
                    <a:pt x="2595" y="3"/>
                    <a:pt x="2553" y="6"/>
                  </a:cubicBezTo>
                  <a:cubicBezTo>
                    <a:pt x="1915" y="67"/>
                    <a:pt x="1338" y="796"/>
                    <a:pt x="1216" y="1891"/>
                  </a:cubicBezTo>
                  <a:cubicBezTo>
                    <a:pt x="1216" y="2134"/>
                    <a:pt x="1186" y="2316"/>
                    <a:pt x="1186" y="2499"/>
                  </a:cubicBezTo>
                  <a:cubicBezTo>
                    <a:pt x="1064" y="3866"/>
                    <a:pt x="1003" y="4717"/>
                    <a:pt x="1003" y="4717"/>
                  </a:cubicBezTo>
                  <a:lnTo>
                    <a:pt x="2006" y="5325"/>
                  </a:lnTo>
                  <a:lnTo>
                    <a:pt x="912" y="5143"/>
                  </a:lnTo>
                  <a:cubicBezTo>
                    <a:pt x="912" y="5143"/>
                    <a:pt x="699" y="7818"/>
                    <a:pt x="730" y="8790"/>
                  </a:cubicBezTo>
                  <a:cubicBezTo>
                    <a:pt x="730" y="8790"/>
                    <a:pt x="1186" y="9125"/>
                    <a:pt x="1520" y="9277"/>
                  </a:cubicBezTo>
                  <a:cubicBezTo>
                    <a:pt x="1520" y="9277"/>
                    <a:pt x="1064" y="9216"/>
                    <a:pt x="639" y="9186"/>
                  </a:cubicBezTo>
                  <a:lnTo>
                    <a:pt x="639" y="9186"/>
                  </a:lnTo>
                  <a:cubicBezTo>
                    <a:pt x="639" y="9186"/>
                    <a:pt x="699" y="11374"/>
                    <a:pt x="730" y="12195"/>
                  </a:cubicBezTo>
                  <a:lnTo>
                    <a:pt x="1398" y="12772"/>
                  </a:lnTo>
                  <a:lnTo>
                    <a:pt x="1398" y="12772"/>
                  </a:lnTo>
                  <a:lnTo>
                    <a:pt x="730" y="12529"/>
                  </a:lnTo>
                  <a:lnTo>
                    <a:pt x="730" y="12529"/>
                  </a:lnTo>
                  <a:cubicBezTo>
                    <a:pt x="730" y="12529"/>
                    <a:pt x="0" y="17180"/>
                    <a:pt x="1094" y="17301"/>
                  </a:cubicBezTo>
                  <a:cubicBezTo>
                    <a:pt x="1368" y="17301"/>
                    <a:pt x="1672" y="16784"/>
                    <a:pt x="1946" y="16025"/>
                  </a:cubicBezTo>
                  <a:cubicBezTo>
                    <a:pt x="2493" y="14505"/>
                    <a:pt x="3040" y="12012"/>
                    <a:pt x="3222" y="10948"/>
                  </a:cubicBezTo>
                  <a:lnTo>
                    <a:pt x="3222" y="10948"/>
                  </a:lnTo>
                  <a:lnTo>
                    <a:pt x="2553" y="11252"/>
                  </a:lnTo>
                  <a:lnTo>
                    <a:pt x="2553" y="11252"/>
                  </a:lnTo>
                  <a:lnTo>
                    <a:pt x="3313" y="10553"/>
                  </a:lnTo>
                  <a:cubicBezTo>
                    <a:pt x="3313" y="10553"/>
                    <a:pt x="3708" y="6875"/>
                    <a:pt x="3830" y="5812"/>
                  </a:cubicBezTo>
                  <a:lnTo>
                    <a:pt x="3830" y="5812"/>
                  </a:lnTo>
                  <a:lnTo>
                    <a:pt x="3070" y="6298"/>
                  </a:lnTo>
                  <a:lnTo>
                    <a:pt x="3769" y="5173"/>
                  </a:lnTo>
                  <a:cubicBezTo>
                    <a:pt x="3769" y="5173"/>
                    <a:pt x="4043" y="3957"/>
                    <a:pt x="4043" y="2742"/>
                  </a:cubicBezTo>
                  <a:cubicBezTo>
                    <a:pt x="4073" y="1830"/>
                    <a:pt x="3982" y="948"/>
                    <a:pt x="3617" y="492"/>
                  </a:cubicBezTo>
                  <a:cubicBezTo>
                    <a:pt x="3348" y="115"/>
                    <a:pt x="3007" y="1"/>
                    <a:pt x="2679" y="1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1864075" y="1195960"/>
              <a:ext cx="90139" cy="84611"/>
            </a:xfrm>
            <a:custGeom>
              <a:rect b="b" l="l" r="r" t="t"/>
              <a:pathLst>
                <a:path extrusionOk="0" h="2740" w="2919">
                  <a:moveTo>
                    <a:pt x="1549" y="1"/>
                  </a:moveTo>
                  <a:cubicBezTo>
                    <a:pt x="841" y="1"/>
                    <a:pt x="166" y="731"/>
                    <a:pt x="61" y="1919"/>
                  </a:cubicBezTo>
                  <a:cubicBezTo>
                    <a:pt x="31" y="2162"/>
                    <a:pt x="1" y="2344"/>
                    <a:pt x="1" y="2527"/>
                  </a:cubicBezTo>
                  <a:cubicBezTo>
                    <a:pt x="669" y="2587"/>
                    <a:pt x="1855" y="2618"/>
                    <a:pt x="2888" y="2739"/>
                  </a:cubicBezTo>
                  <a:cubicBezTo>
                    <a:pt x="2919" y="1858"/>
                    <a:pt x="2858" y="976"/>
                    <a:pt x="2493" y="490"/>
                  </a:cubicBezTo>
                  <a:cubicBezTo>
                    <a:pt x="2206" y="155"/>
                    <a:pt x="1874" y="1"/>
                    <a:pt x="1549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1827483" y="1197937"/>
              <a:ext cx="84488" cy="534100"/>
            </a:xfrm>
            <a:custGeom>
              <a:rect b="b" l="l" r="r" t="t"/>
              <a:pathLst>
                <a:path extrusionOk="0" h="17296" w="2736">
                  <a:moveTo>
                    <a:pt x="2553" y="0"/>
                  </a:moveTo>
                  <a:cubicBezTo>
                    <a:pt x="1915" y="92"/>
                    <a:pt x="1338" y="791"/>
                    <a:pt x="1216" y="1915"/>
                  </a:cubicBezTo>
                  <a:cubicBezTo>
                    <a:pt x="1216" y="2128"/>
                    <a:pt x="1186" y="2311"/>
                    <a:pt x="1186" y="2523"/>
                  </a:cubicBezTo>
                  <a:cubicBezTo>
                    <a:pt x="1064" y="3891"/>
                    <a:pt x="1003" y="4712"/>
                    <a:pt x="1003" y="4712"/>
                  </a:cubicBezTo>
                  <a:lnTo>
                    <a:pt x="2006" y="5320"/>
                  </a:lnTo>
                  <a:lnTo>
                    <a:pt x="912" y="5137"/>
                  </a:lnTo>
                  <a:cubicBezTo>
                    <a:pt x="912" y="5137"/>
                    <a:pt x="699" y="7843"/>
                    <a:pt x="730" y="8785"/>
                  </a:cubicBezTo>
                  <a:cubicBezTo>
                    <a:pt x="730" y="8785"/>
                    <a:pt x="1186" y="9119"/>
                    <a:pt x="1520" y="9271"/>
                  </a:cubicBezTo>
                  <a:cubicBezTo>
                    <a:pt x="1520" y="9271"/>
                    <a:pt x="1064" y="9241"/>
                    <a:pt x="639" y="9210"/>
                  </a:cubicBezTo>
                  <a:lnTo>
                    <a:pt x="639" y="9210"/>
                  </a:lnTo>
                  <a:cubicBezTo>
                    <a:pt x="639" y="9210"/>
                    <a:pt x="699" y="11368"/>
                    <a:pt x="730" y="12189"/>
                  </a:cubicBezTo>
                  <a:lnTo>
                    <a:pt x="1398" y="12767"/>
                  </a:lnTo>
                  <a:lnTo>
                    <a:pt x="1398" y="12767"/>
                  </a:lnTo>
                  <a:lnTo>
                    <a:pt x="730" y="12554"/>
                  </a:lnTo>
                  <a:lnTo>
                    <a:pt x="730" y="12554"/>
                  </a:lnTo>
                  <a:cubicBezTo>
                    <a:pt x="730" y="12554"/>
                    <a:pt x="0" y="17174"/>
                    <a:pt x="1094" y="17296"/>
                  </a:cubicBezTo>
                  <a:cubicBezTo>
                    <a:pt x="1368" y="17296"/>
                    <a:pt x="1672" y="16809"/>
                    <a:pt x="1946" y="16049"/>
                  </a:cubicBezTo>
                  <a:cubicBezTo>
                    <a:pt x="1702" y="15897"/>
                    <a:pt x="1520" y="15745"/>
                    <a:pt x="1398" y="15533"/>
                  </a:cubicBezTo>
                  <a:cubicBezTo>
                    <a:pt x="1155" y="15077"/>
                    <a:pt x="1246" y="14530"/>
                    <a:pt x="1398" y="13982"/>
                  </a:cubicBezTo>
                  <a:cubicBezTo>
                    <a:pt x="2401" y="10183"/>
                    <a:pt x="2736" y="6232"/>
                    <a:pt x="2401" y="2371"/>
                  </a:cubicBezTo>
                  <a:cubicBezTo>
                    <a:pt x="2310" y="1763"/>
                    <a:pt x="2249" y="730"/>
                    <a:pt x="2553" y="0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1310317" y="2903375"/>
              <a:ext cx="388594" cy="1129590"/>
            </a:xfrm>
            <a:custGeom>
              <a:rect b="b" l="l" r="r" t="t"/>
              <a:pathLst>
                <a:path extrusionOk="0" h="36580" w="12584">
                  <a:moveTo>
                    <a:pt x="8754" y="0"/>
                  </a:moveTo>
                  <a:cubicBezTo>
                    <a:pt x="8754" y="0"/>
                    <a:pt x="8572" y="365"/>
                    <a:pt x="8207" y="1155"/>
                  </a:cubicBezTo>
                  <a:cubicBezTo>
                    <a:pt x="7478" y="2675"/>
                    <a:pt x="6140" y="5867"/>
                    <a:pt x="4347" y="11642"/>
                  </a:cubicBezTo>
                  <a:cubicBezTo>
                    <a:pt x="4104" y="12554"/>
                    <a:pt x="3800" y="13526"/>
                    <a:pt x="3496" y="14590"/>
                  </a:cubicBezTo>
                  <a:cubicBezTo>
                    <a:pt x="3435" y="14803"/>
                    <a:pt x="3374" y="14955"/>
                    <a:pt x="3344" y="15137"/>
                  </a:cubicBezTo>
                  <a:cubicBezTo>
                    <a:pt x="2949" y="16475"/>
                    <a:pt x="2645" y="17721"/>
                    <a:pt x="2341" y="18967"/>
                  </a:cubicBezTo>
                  <a:cubicBezTo>
                    <a:pt x="2067" y="20031"/>
                    <a:pt x="1854" y="21034"/>
                    <a:pt x="1672" y="22007"/>
                  </a:cubicBezTo>
                  <a:cubicBezTo>
                    <a:pt x="1398" y="23344"/>
                    <a:pt x="1186" y="24560"/>
                    <a:pt x="973" y="25745"/>
                  </a:cubicBezTo>
                  <a:lnTo>
                    <a:pt x="973" y="25776"/>
                  </a:lnTo>
                  <a:cubicBezTo>
                    <a:pt x="0" y="31946"/>
                    <a:pt x="31" y="36110"/>
                    <a:pt x="608" y="36505"/>
                  </a:cubicBezTo>
                  <a:cubicBezTo>
                    <a:pt x="682" y="36552"/>
                    <a:pt x="770" y="36580"/>
                    <a:pt x="873" y="36580"/>
                  </a:cubicBezTo>
                  <a:cubicBezTo>
                    <a:pt x="1237" y="36580"/>
                    <a:pt x="1782" y="36234"/>
                    <a:pt x="2493" y="35168"/>
                  </a:cubicBezTo>
                  <a:cubicBezTo>
                    <a:pt x="3374" y="33831"/>
                    <a:pt x="4529" y="31399"/>
                    <a:pt x="5836" y="27235"/>
                  </a:cubicBezTo>
                  <a:lnTo>
                    <a:pt x="5836" y="27174"/>
                  </a:lnTo>
                  <a:cubicBezTo>
                    <a:pt x="6414" y="25441"/>
                    <a:pt x="6991" y="23435"/>
                    <a:pt x="7629" y="21034"/>
                  </a:cubicBezTo>
                  <a:cubicBezTo>
                    <a:pt x="11399" y="6870"/>
                    <a:pt x="12584" y="2067"/>
                    <a:pt x="12584" y="2067"/>
                  </a:cubicBezTo>
                  <a:lnTo>
                    <a:pt x="11854" y="1642"/>
                  </a:lnTo>
                  <a:lnTo>
                    <a:pt x="10183" y="760"/>
                  </a:lnTo>
                  <a:lnTo>
                    <a:pt x="8754" y="0"/>
                  </a:lnTo>
                  <a:close/>
                </a:path>
              </a:pathLst>
            </a:custGeom>
            <a:solidFill>
              <a:srgbClr val="E6D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1562786" y="2426659"/>
              <a:ext cx="605433" cy="658825"/>
            </a:xfrm>
            <a:custGeom>
              <a:rect b="b" l="l" r="r" t="t"/>
              <a:pathLst>
                <a:path extrusionOk="0" h="21335" w="19606">
                  <a:moveTo>
                    <a:pt x="14542" y="1"/>
                  </a:moveTo>
                  <a:cubicBezTo>
                    <a:pt x="11808" y="1"/>
                    <a:pt x="8572" y="1197"/>
                    <a:pt x="5958" y="4161"/>
                  </a:cubicBezTo>
                  <a:cubicBezTo>
                    <a:pt x="5837" y="4283"/>
                    <a:pt x="5776" y="4405"/>
                    <a:pt x="5654" y="4526"/>
                  </a:cubicBezTo>
                  <a:cubicBezTo>
                    <a:pt x="4773" y="5590"/>
                    <a:pt x="4013" y="6684"/>
                    <a:pt x="3375" y="7748"/>
                  </a:cubicBezTo>
                  <a:cubicBezTo>
                    <a:pt x="2615" y="8994"/>
                    <a:pt x="2007" y="10180"/>
                    <a:pt x="1551" y="11274"/>
                  </a:cubicBezTo>
                  <a:cubicBezTo>
                    <a:pt x="852" y="12824"/>
                    <a:pt x="487" y="14162"/>
                    <a:pt x="244" y="15043"/>
                  </a:cubicBezTo>
                  <a:cubicBezTo>
                    <a:pt x="61" y="15803"/>
                    <a:pt x="1" y="16229"/>
                    <a:pt x="1" y="16229"/>
                  </a:cubicBezTo>
                  <a:cubicBezTo>
                    <a:pt x="1" y="16229"/>
                    <a:pt x="1" y="16380"/>
                    <a:pt x="31" y="16624"/>
                  </a:cubicBezTo>
                  <a:cubicBezTo>
                    <a:pt x="92" y="17171"/>
                    <a:pt x="365" y="18143"/>
                    <a:pt x="1004" y="18873"/>
                  </a:cubicBezTo>
                  <a:lnTo>
                    <a:pt x="1125" y="18995"/>
                  </a:lnTo>
                  <a:cubicBezTo>
                    <a:pt x="2189" y="20058"/>
                    <a:pt x="2371" y="21335"/>
                    <a:pt x="2371" y="21335"/>
                  </a:cubicBezTo>
                  <a:cubicBezTo>
                    <a:pt x="2371" y="21335"/>
                    <a:pt x="2463" y="20970"/>
                    <a:pt x="2645" y="20271"/>
                  </a:cubicBezTo>
                  <a:cubicBezTo>
                    <a:pt x="2797" y="19724"/>
                    <a:pt x="3040" y="18995"/>
                    <a:pt x="3375" y="18083"/>
                  </a:cubicBezTo>
                  <a:cubicBezTo>
                    <a:pt x="3496" y="17779"/>
                    <a:pt x="3587" y="17475"/>
                    <a:pt x="3739" y="17140"/>
                  </a:cubicBezTo>
                  <a:cubicBezTo>
                    <a:pt x="4013" y="16472"/>
                    <a:pt x="4317" y="15773"/>
                    <a:pt x="4712" y="15013"/>
                  </a:cubicBezTo>
                  <a:cubicBezTo>
                    <a:pt x="5168" y="14040"/>
                    <a:pt x="5715" y="13037"/>
                    <a:pt x="6384" y="11973"/>
                  </a:cubicBezTo>
                  <a:cubicBezTo>
                    <a:pt x="6870" y="11122"/>
                    <a:pt x="7478" y="10210"/>
                    <a:pt x="8116" y="9298"/>
                  </a:cubicBezTo>
                  <a:cubicBezTo>
                    <a:pt x="8268" y="9025"/>
                    <a:pt x="8420" y="8842"/>
                    <a:pt x="8603" y="8630"/>
                  </a:cubicBezTo>
                  <a:cubicBezTo>
                    <a:pt x="10518" y="6198"/>
                    <a:pt x="12676" y="4678"/>
                    <a:pt x="14591" y="3706"/>
                  </a:cubicBezTo>
                  <a:cubicBezTo>
                    <a:pt x="17357" y="2307"/>
                    <a:pt x="19606" y="2125"/>
                    <a:pt x="19606" y="2125"/>
                  </a:cubicBezTo>
                  <a:cubicBezTo>
                    <a:pt x="18724" y="1031"/>
                    <a:pt x="17265" y="301"/>
                    <a:pt x="15563" y="58"/>
                  </a:cubicBezTo>
                  <a:cubicBezTo>
                    <a:pt x="15233" y="20"/>
                    <a:pt x="14891" y="1"/>
                    <a:pt x="14542" y="1"/>
                  </a:cubicBezTo>
                  <a:close/>
                </a:path>
              </a:pathLst>
            </a:custGeom>
            <a:solidFill>
              <a:srgbClr val="F69E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1310317" y="2427925"/>
              <a:ext cx="732134" cy="1605050"/>
            </a:xfrm>
            <a:custGeom>
              <a:rect b="b" l="l" r="r" t="t"/>
              <a:pathLst>
                <a:path extrusionOk="0" h="51977" w="23709">
                  <a:moveTo>
                    <a:pt x="22546" y="1"/>
                  </a:moveTo>
                  <a:cubicBezTo>
                    <a:pt x="19843" y="1"/>
                    <a:pt x="16677" y="1203"/>
                    <a:pt x="14134" y="4090"/>
                  </a:cubicBezTo>
                  <a:cubicBezTo>
                    <a:pt x="14013" y="4212"/>
                    <a:pt x="13952" y="4333"/>
                    <a:pt x="13830" y="4424"/>
                  </a:cubicBezTo>
                  <a:cubicBezTo>
                    <a:pt x="12949" y="5488"/>
                    <a:pt x="12189" y="6613"/>
                    <a:pt x="11551" y="7677"/>
                  </a:cubicBezTo>
                  <a:cubicBezTo>
                    <a:pt x="10791" y="8923"/>
                    <a:pt x="10183" y="10108"/>
                    <a:pt x="9727" y="11203"/>
                  </a:cubicBezTo>
                  <a:cubicBezTo>
                    <a:pt x="9028" y="12753"/>
                    <a:pt x="8663" y="14090"/>
                    <a:pt x="8420" y="14972"/>
                  </a:cubicBezTo>
                  <a:cubicBezTo>
                    <a:pt x="8237" y="15732"/>
                    <a:pt x="8177" y="16127"/>
                    <a:pt x="8177" y="16127"/>
                  </a:cubicBezTo>
                  <a:cubicBezTo>
                    <a:pt x="8177" y="16127"/>
                    <a:pt x="8177" y="16279"/>
                    <a:pt x="8207" y="16552"/>
                  </a:cubicBezTo>
                  <a:cubicBezTo>
                    <a:pt x="7478" y="18072"/>
                    <a:pt x="6140" y="21264"/>
                    <a:pt x="4377" y="27039"/>
                  </a:cubicBezTo>
                  <a:cubicBezTo>
                    <a:pt x="4104" y="27951"/>
                    <a:pt x="3800" y="28954"/>
                    <a:pt x="3496" y="30018"/>
                  </a:cubicBezTo>
                  <a:cubicBezTo>
                    <a:pt x="3465" y="30200"/>
                    <a:pt x="3374" y="30352"/>
                    <a:pt x="3344" y="30534"/>
                  </a:cubicBezTo>
                  <a:cubicBezTo>
                    <a:pt x="2949" y="31872"/>
                    <a:pt x="2645" y="33118"/>
                    <a:pt x="2341" y="34364"/>
                  </a:cubicBezTo>
                  <a:cubicBezTo>
                    <a:pt x="2097" y="35428"/>
                    <a:pt x="1854" y="36431"/>
                    <a:pt x="1672" y="37404"/>
                  </a:cubicBezTo>
                  <a:cubicBezTo>
                    <a:pt x="1398" y="38741"/>
                    <a:pt x="1186" y="39957"/>
                    <a:pt x="973" y="41142"/>
                  </a:cubicBezTo>
                  <a:lnTo>
                    <a:pt x="973" y="41173"/>
                  </a:lnTo>
                  <a:cubicBezTo>
                    <a:pt x="0" y="47343"/>
                    <a:pt x="31" y="51507"/>
                    <a:pt x="608" y="51902"/>
                  </a:cubicBezTo>
                  <a:cubicBezTo>
                    <a:pt x="682" y="51949"/>
                    <a:pt x="770" y="51977"/>
                    <a:pt x="873" y="51977"/>
                  </a:cubicBezTo>
                  <a:cubicBezTo>
                    <a:pt x="1237" y="51977"/>
                    <a:pt x="1782" y="51631"/>
                    <a:pt x="2493" y="50565"/>
                  </a:cubicBezTo>
                  <a:cubicBezTo>
                    <a:pt x="2037" y="48741"/>
                    <a:pt x="2249" y="46796"/>
                    <a:pt x="2432" y="44942"/>
                  </a:cubicBezTo>
                  <a:cubicBezTo>
                    <a:pt x="2949" y="39623"/>
                    <a:pt x="3496" y="34273"/>
                    <a:pt x="5167" y="29166"/>
                  </a:cubicBezTo>
                  <a:cubicBezTo>
                    <a:pt x="5775" y="27221"/>
                    <a:pt x="6566" y="25337"/>
                    <a:pt x="7356" y="23422"/>
                  </a:cubicBezTo>
                  <a:cubicBezTo>
                    <a:pt x="8025" y="21871"/>
                    <a:pt x="8633" y="20321"/>
                    <a:pt x="9180" y="18832"/>
                  </a:cubicBezTo>
                  <a:lnTo>
                    <a:pt x="10213" y="16218"/>
                  </a:lnTo>
                  <a:cubicBezTo>
                    <a:pt x="11520" y="12905"/>
                    <a:pt x="12827" y="9683"/>
                    <a:pt x="14803" y="6370"/>
                  </a:cubicBezTo>
                  <a:cubicBezTo>
                    <a:pt x="14964" y="6099"/>
                    <a:pt x="15125" y="5984"/>
                    <a:pt x="15284" y="5984"/>
                  </a:cubicBezTo>
                  <a:cubicBezTo>
                    <a:pt x="15870" y="5984"/>
                    <a:pt x="16413" y="7566"/>
                    <a:pt x="16748" y="8619"/>
                  </a:cubicBezTo>
                  <a:cubicBezTo>
                    <a:pt x="16900" y="9105"/>
                    <a:pt x="17022" y="9440"/>
                    <a:pt x="17052" y="9500"/>
                  </a:cubicBezTo>
                  <a:cubicBezTo>
                    <a:pt x="17293" y="9666"/>
                    <a:pt x="17546" y="9738"/>
                    <a:pt x="17804" y="9738"/>
                  </a:cubicBezTo>
                  <a:cubicBezTo>
                    <a:pt x="19209" y="9738"/>
                    <a:pt x="20768" y="7598"/>
                    <a:pt x="21308" y="6674"/>
                  </a:cubicBezTo>
                  <a:cubicBezTo>
                    <a:pt x="21824" y="5731"/>
                    <a:pt x="22341" y="4728"/>
                    <a:pt x="22706" y="3725"/>
                  </a:cubicBezTo>
                  <a:cubicBezTo>
                    <a:pt x="23040" y="2753"/>
                    <a:pt x="23344" y="1810"/>
                    <a:pt x="23557" y="838"/>
                  </a:cubicBezTo>
                  <a:cubicBezTo>
                    <a:pt x="23618" y="595"/>
                    <a:pt x="23678" y="321"/>
                    <a:pt x="23709" y="78"/>
                  </a:cubicBezTo>
                  <a:cubicBezTo>
                    <a:pt x="23334" y="27"/>
                    <a:pt x="22945" y="1"/>
                    <a:pt x="22546" y="1"/>
                  </a:cubicBezTo>
                  <a:close/>
                </a:path>
              </a:pathLst>
            </a:custGeom>
            <a:solidFill>
              <a:srgbClr val="783F04"/>
            </a:solidFill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1666047" y="2555148"/>
              <a:ext cx="91065" cy="335110"/>
            </a:xfrm>
            <a:custGeom>
              <a:rect b="b" l="l" r="r" t="t"/>
              <a:pathLst>
                <a:path extrusionOk="0" h="10852" w="2949">
                  <a:moveTo>
                    <a:pt x="2584" y="0"/>
                  </a:moveTo>
                  <a:lnTo>
                    <a:pt x="2584" y="0"/>
                  </a:lnTo>
                  <a:cubicBezTo>
                    <a:pt x="2462" y="122"/>
                    <a:pt x="2371" y="244"/>
                    <a:pt x="2280" y="335"/>
                  </a:cubicBezTo>
                  <a:cubicBezTo>
                    <a:pt x="1398" y="1399"/>
                    <a:pt x="638" y="2523"/>
                    <a:pt x="0" y="3587"/>
                  </a:cubicBezTo>
                  <a:cubicBezTo>
                    <a:pt x="0" y="3952"/>
                    <a:pt x="0" y="4377"/>
                    <a:pt x="61" y="4742"/>
                  </a:cubicBezTo>
                  <a:cubicBezTo>
                    <a:pt x="152" y="5107"/>
                    <a:pt x="334" y="5441"/>
                    <a:pt x="365" y="5806"/>
                  </a:cubicBezTo>
                  <a:cubicBezTo>
                    <a:pt x="395" y="6232"/>
                    <a:pt x="334" y="6687"/>
                    <a:pt x="334" y="7113"/>
                  </a:cubicBezTo>
                  <a:cubicBezTo>
                    <a:pt x="365" y="7539"/>
                    <a:pt x="456" y="7903"/>
                    <a:pt x="547" y="8298"/>
                  </a:cubicBezTo>
                  <a:cubicBezTo>
                    <a:pt x="790" y="9058"/>
                    <a:pt x="973" y="9757"/>
                    <a:pt x="1155" y="10517"/>
                  </a:cubicBezTo>
                  <a:cubicBezTo>
                    <a:pt x="1155" y="10639"/>
                    <a:pt x="1246" y="10730"/>
                    <a:pt x="1277" y="10852"/>
                  </a:cubicBezTo>
                  <a:cubicBezTo>
                    <a:pt x="1733" y="9879"/>
                    <a:pt x="2310" y="8876"/>
                    <a:pt x="2949" y="7812"/>
                  </a:cubicBezTo>
                  <a:cubicBezTo>
                    <a:pt x="2949" y="7751"/>
                    <a:pt x="2949" y="7751"/>
                    <a:pt x="2918" y="7721"/>
                  </a:cubicBezTo>
                  <a:cubicBezTo>
                    <a:pt x="2888" y="6809"/>
                    <a:pt x="2827" y="5867"/>
                    <a:pt x="2766" y="4955"/>
                  </a:cubicBezTo>
                  <a:cubicBezTo>
                    <a:pt x="2766" y="4621"/>
                    <a:pt x="2736" y="4225"/>
                    <a:pt x="2584" y="3922"/>
                  </a:cubicBezTo>
                  <a:cubicBezTo>
                    <a:pt x="2462" y="3678"/>
                    <a:pt x="2280" y="3466"/>
                    <a:pt x="2280" y="3192"/>
                  </a:cubicBezTo>
                  <a:cubicBezTo>
                    <a:pt x="2219" y="2858"/>
                    <a:pt x="2523" y="2584"/>
                    <a:pt x="2584" y="2250"/>
                  </a:cubicBezTo>
                  <a:cubicBezTo>
                    <a:pt x="2584" y="2007"/>
                    <a:pt x="2462" y="1794"/>
                    <a:pt x="2371" y="1551"/>
                  </a:cubicBezTo>
                  <a:cubicBezTo>
                    <a:pt x="2310" y="1247"/>
                    <a:pt x="2462" y="548"/>
                    <a:pt x="2584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1571247" y="2774794"/>
              <a:ext cx="94832" cy="277858"/>
            </a:xfrm>
            <a:custGeom>
              <a:rect b="b" l="l" r="r" t="t"/>
              <a:pathLst>
                <a:path extrusionOk="0" h="8998" w="3071">
                  <a:moveTo>
                    <a:pt x="1307" y="0"/>
                  </a:moveTo>
                  <a:cubicBezTo>
                    <a:pt x="608" y="1550"/>
                    <a:pt x="243" y="2888"/>
                    <a:pt x="0" y="3769"/>
                  </a:cubicBezTo>
                  <a:cubicBezTo>
                    <a:pt x="122" y="3921"/>
                    <a:pt x="274" y="4043"/>
                    <a:pt x="365" y="4225"/>
                  </a:cubicBezTo>
                  <a:cubicBezTo>
                    <a:pt x="547" y="4651"/>
                    <a:pt x="456" y="5198"/>
                    <a:pt x="851" y="5471"/>
                  </a:cubicBezTo>
                  <a:cubicBezTo>
                    <a:pt x="973" y="5593"/>
                    <a:pt x="1155" y="5654"/>
                    <a:pt x="1216" y="5806"/>
                  </a:cubicBezTo>
                  <a:cubicBezTo>
                    <a:pt x="1307" y="6018"/>
                    <a:pt x="1186" y="6170"/>
                    <a:pt x="1186" y="6353"/>
                  </a:cubicBezTo>
                  <a:cubicBezTo>
                    <a:pt x="1186" y="6626"/>
                    <a:pt x="1429" y="6809"/>
                    <a:pt x="1581" y="6991"/>
                  </a:cubicBezTo>
                  <a:cubicBezTo>
                    <a:pt x="1976" y="7569"/>
                    <a:pt x="1794" y="8541"/>
                    <a:pt x="2341" y="8997"/>
                  </a:cubicBezTo>
                  <a:cubicBezTo>
                    <a:pt x="2493" y="8450"/>
                    <a:pt x="2705" y="7721"/>
                    <a:pt x="3070" y="6809"/>
                  </a:cubicBezTo>
                  <a:cubicBezTo>
                    <a:pt x="2827" y="6170"/>
                    <a:pt x="2553" y="5593"/>
                    <a:pt x="2553" y="4863"/>
                  </a:cubicBezTo>
                  <a:cubicBezTo>
                    <a:pt x="2553" y="4711"/>
                    <a:pt x="2553" y="4559"/>
                    <a:pt x="2523" y="4438"/>
                  </a:cubicBezTo>
                  <a:cubicBezTo>
                    <a:pt x="2401" y="4195"/>
                    <a:pt x="2067" y="3982"/>
                    <a:pt x="1945" y="3739"/>
                  </a:cubicBezTo>
                  <a:cubicBezTo>
                    <a:pt x="1794" y="3313"/>
                    <a:pt x="2037" y="2827"/>
                    <a:pt x="1885" y="2432"/>
                  </a:cubicBezTo>
                  <a:cubicBezTo>
                    <a:pt x="1763" y="2128"/>
                    <a:pt x="1459" y="1976"/>
                    <a:pt x="1338" y="1672"/>
                  </a:cubicBezTo>
                  <a:cubicBezTo>
                    <a:pt x="1277" y="1459"/>
                    <a:pt x="1307" y="1216"/>
                    <a:pt x="1338" y="1003"/>
                  </a:cubicBezTo>
                  <a:cubicBezTo>
                    <a:pt x="1398" y="638"/>
                    <a:pt x="1398" y="334"/>
                    <a:pt x="1307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1473638" y="1233108"/>
              <a:ext cx="230921" cy="486360"/>
            </a:xfrm>
            <a:custGeom>
              <a:rect b="b" l="l" r="r" t="t"/>
              <a:pathLst>
                <a:path extrusionOk="0" h="15750" w="7478">
                  <a:moveTo>
                    <a:pt x="1588" y="1"/>
                  </a:moveTo>
                  <a:cubicBezTo>
                    <a:pt x="1394" y="1"/>
                    <a:pt x="1186" y="54"/>
                    <a:pt x="973" y="168"/>
                  </a:cubicBezTo>
                  <a:cubicBezTo>
                    <a:pt x="0" y="685"/>
                    <a:pt x="334" y="2175"/>
                    <a:pt x="669" y="3147"/>
                  </a:cubicBezTo>
                  <a:cubicBezTo>
                    <a:pt x="851" y="3694"/>
                    <a:pt x="1094" y="4059"/>
                    <a:pt x="1094" y="4059"/>
                  </a:cubicBezTo>
                  <a:lnTo>
                    <a:pt x="2401" y="4302"/>
                  </a:lnTo>
                  <a:lnTo>
                    <a:pt x="1307" y="4363"/>
                  </a:lnTo>
                  <a:cubicBezTo>
                    <a:pt x="1429" y="4606"/>
                    <a:pt x="2037" y="6339"/>
                    <a:pt x="2037" y="6339"/>
                  </a:cubicBezTo>
                  <a:lnTo>
                    <a:pt x="3252" y="6400"/>
                  </a:lnTo>
                  <a:lnTo>
                    <a:pt x="2219" y="6612"/>
                  </a:lnTo>
                  <a:cubicBezTo>
                    <a:pt x="2796" y="8314"/>
                    <a:pt x="3526" y="10381"/>
                    <a:pt x="3526" y="10381"/>
                  </a:cubicBezTo>
                  <a:lnTo>
                    <a:pt x="4742" y="10594"/>
                  </a:lnTo>
                  <a:lnTo>
                    <a:pt x="4863" y="10655"/>
                  </a:lnTo>
                  <a:lnTo>
                    <a:pt x="4742" y="10655"/>
                  </a:lnTo>
                  <a:lnTo>
                    <a:pt x="3708" y="10716"/>
                  </a:lnTo>
                  <a:cubicBezTo>
                    <a:pt x="4462" y="13150"/>
                    <a:pt x="5934" y="15750"/>
                    <a:pt x="6728" y="15750"/>
                  </a:cubicBezTo>
                  <a:cubicBezTo>
                    <a:pt x="6766" y="15750"/>
                    <a:pt x="6804" y="15744"/>
                    <a:pt x="6839" y="15731"/>
                  </a:cubicBezTo>
                  <a:cubicBezTo>
                    <a:pt x="7477" y="15518"/>
                    <a:pt x="7356" y="14029"/>
                    <a:pt x="7082" y="12935"/>
                  </a:cubicBezTo>
                  <a:cubicBezTo>
                    <a:pt x="6991" y="12175"/>
                    <a:pt x="6778" y="11567"/>
                    <a:pt x="6778" y="11567"/>
                  </a:cubicBezTo>
                  <a:cubicBezTo>
                    <a:pt x="6383" y="11658"/>
                    <a:pt x="6018" y="11780"/>
                    <a:pt x="6018" y="11780"/>
                  </a:cubicBezTo>
                  <a:cubicBezTo>
                    <a:pt x="6414" y="11567"/>
                    <a:pt x="6687" y="11263"/>
                    <a:pt x="6687" y="11263"/>
                  </a:cubicBezTo>
                  <a:cubicBezTo>
                    <a:pt x="6444" y="10138"/>
                    <a:pt x="5714" y="7798"/>
                    <a:pt x="5714" y="7798"/>
                  </a:cubicBezTo>
                  <a:lnTo>
                    <a:pt x="4924" y="8132"/>
                  </a:lnTo>
                  <a:lnTo>
                    <a:pt x="4924" y="8132"/>
                  </a:lnTo>
                  <a:lnTo>
                    <a:pt x="5562" y="7311"/>
                  </a:lnTo>
                  <a:cubicBezTo>
                    <a:pt x="5076" y="5488"/>
                    <a:pt x="4103" y="3056"/>
                    <a:pt x="4103" y="3056"/>
                  </a:cubicBezTo>
                  <a:lnTo>
                    <a:pt x="3192" y="3755"/>
                  </a:lnTo>
                  <a:lnTo>
                    <a:pt x="3860" y="2631"/>
                  </a:lnTo>
                  <a:cubicBezTo>
                    <a:pt x="3799" y="2479"/>
                    <a:pt x="3678" y="2205"/>
                    <a:pt x="3526" y="1871"/>
                  </a:cubicBezTo>
                  <a:cubicBezTo>
                    <a:pt x="3222" y="1293"/>
                    <a:pt x="2766" y="533"/>
                    <a:pt x="2189" y="199"/>
                  </a:cubicBezTo>
                  <a:cubicBezTo>
                    <a:pt x="2011" y="70"/>
                    <a:pt x="1808" y="1"/>
                    <a:pt x="1588" y="1"/>
                  </a:cubicBezTo>
                  <a:close/>
                </a:path>
              </a:pathLst>
            </a:custGeom>
            <a:solidFill>
              <a:srgbClr val="E8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1473638" y="1232028"/>
              <a:ext cx="109840" cy="97334"/>
            </a:xfrm>
            <a:custGeom>
              <a:rect b="b" l="l" r="r" t="t"/>
              <a:pathLst>
                <a:path extrusionOk="0" h="3152" w="3557">
                  <a:moveTo>
                    <a:pt x="1564" y="0"/>
                  </a:moveTo>
                  <a:cubicBezTo>
                    <a:pt x="1377" y="0"/>
                    <a:pt x="1178" y="47"/>
                    <a:pt x="973" y="143"/>
                  </a:cubicBezTo>
                  <a:cubicBezTo>
                    <a:pt x="0" y="690"/>
                    <a:pt x="334" y="2179"/>
                    <a:pt x="669" y="3152"/>
                  </a:cubicBezTo>
                  <a:cubicBezTo>
                    <a:pt x="912" y="3000"/>
                    <a:pt x="1277" y="2817"/>
                    <a:pt x="1702" y="2635"/>
                  </a:cubicBezTo>
                  <a:cubicBezTo>
                    <a:pt x="2219" y="2362"/>
                    <a:pt x="2888" y="2088"/>
                    <a:pt x="3556" y="1875"/>
                  </a:cubicBezTo>
                  <a:cubicBezTo>
                    <a:pt x="3283" y="1267"/>
                    <a:pt x="2827" y="538"/>
                    <a:pt x="2189" y="203"/>
                  </a:cubicBezTo>
                  <a:cubicBezTo>
                    <a:pt x="2005" y="70"/>
                    <a:pt x="1793" y="0"/>
                    <a:pt x="1564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1473638" y="1233108"/>
              <a:ext cx="146433" cy="327174"/>
            </a:xfrm>
            <a:custGeom>
              <a:rect b="b" l="l" r="r" t="t"/>
              <a:pathLst>
                <a:path extrusionOk="0" h="10595" w="4742">
                  <a:moveTo>
                    <a:pt x="1588" y="1"/>
                  </a:moveTo>
                  <a:cubicBezTo>
                    <a:pt x="1394" y="1"/>
                    <a:pt x="1186" y="54"/>
                    <a:pt x="973" y="168"/>
                  </a:cubicBezTo>
                  <a:cubicBezTo>
                    <a:pt x="0" y="685"/>
                    <a:pt x="334" y="2175"/>
                    <a:pt x="669" y="3147"/>
                  </a:cubicBezTo>
                  <a:cubicBezTo>
                    <a:pt x="851" y="3694"/>
                    <a:pt x="1094" y="4059"/>
                    <a:pt x="1094" y="4059"/>
                  </a:cubicBezTo>
                  <a:lnTo>
                    <a:pt x="2401" y="4302"/>
                  </a:lnTo>
                  <a:lnTo>
                    <a:pt x="1307" y="4363"/>
                  </a:lnTo>
                  <a:cubicBezTo>
                    <a:pt x="1429" y="4606"/>
                    <a:pt x="2037" y="6339"/>
                    <a:pt x="2037" y="6339"/>
                  </a:cubicBezTo>
                  <a:lnTo>
                    <a:pt x="3252" y="6400"/>
                  </a:lnTo>
                  <a:lnTo>
                    <a:pt x="2219" y="6612"/>
                  </a:lnTo>
                  <a:cubicBezTo>
                    <a:pt x="2796" y="8314"/>
                    <a:pt x="3526" y="10381"/>
                    <a:pt x="3526" y="10381"/>
                  </a:cubicBezTo>
                  <a:lnTo>
                    <a:pt x="4742" y="10594"/>
                  </a:lnTo>
                  <a:cubicBezTo>
                    <a:pt x="4286" y="8831"/>
                    <a:pt x="3739" y="7068"/>
                    <a:pt x="3040" y="5397"/>
                  </a:cubicBezTo>
                  <a:cubicBezTo>
                    <a:pt x="2766" y="4728"/>
                    <a:pt x="2067" y="3603"/>
                    <a:pt x="1672" y="2631"/>
                  </a:cubicBezTo>
                  <a:cubicBezTo>
                    <a:pt x="1429" y="2053"/>
                    <a:pt x="1277" y="1475"/>
                    <a:pt x="1398" y="1080"/>
                  </a:cubicBezTo>
                  <a:cubicBezTo>
                    <a:pt x="1520" y="624"/>
                    <a:pt x="1854" y="381"/>
                    <a:pt x="2189" y="199"/>
                  </a:cubicBezTo>
                  <a:cubicBezTo>
                    <a:pt x="2011" y="70"/>
                    <a:pt x="1808" y="1"/>
                    <a:pt x="1588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1588138" y="1562098"/>
              <a:ext cx="116418" cy="157364"/>
            </a:xfrm>
            <a:custGeom>
              <a:rect b="b" l="l" r="r" t="t"/>
              <a:pathLst>
                <a:path extrusionOk="0" h="5096" w="3770">
                  <a:moveTo>
                    <a:pt x="1034" y="1"/>
                  </a:moveTo>
                  <a:lnTo>
                    <a:pt x="0" y="62"/>
                  </a:lnTo>
                  <a:cubicBezTo>
                    <a:pt x="754" y="2496"/>
                    <a:pt x="2226" y="5096"/>
                    <a:pt x="3020" y="5096"/>
                  </a:cubicBezTo>
                  <a:cubicBezTo>
                    <a:pt x="3058" y="5096"/>
                    <a:pt x="3096" y="5090"/>
                    <a:pt x="3131" y="5077"/>
                  </a:cubicBezTo>
                  <a:cubicBezTo>
                    <a:pt x="3769" y="4864"/>
                    <a:pt x="3648" y="3375"/>
                    <a:pt x="3435" y="2220"/>
                  </a:cubicBezTo>
                  <a:cubicBezTo>
                    <a:pt x="3192" y="2159"/>
                    <a:pt x="2979" y="2129"/>
                    <a:pt x="2736" y="2037"/>
                  </a:cubicBezTo>
                  <a:cubicBezTo>
                    <a:pt x="2280" y="1916"/>
                    <a:pt x="1824" y="1855"/>
                    <a:pt x="1520" y="1521"/>
                  </a:cubicBezTo>
                  <a:cubicBezTo>
                    <a:pt x="1338" y="1278"/>
                    <a:pt x="1247" y="974"/>
                    <a:pt x="1186" y="670"/>
                  </a:cubicBezTo>
                  <a:cubicBezTo>
                    <a:pt x="1155" y="457"/>
                    <a:pt x="1064" y="214"/>
                    <a:pt x="1034" y="1"/>
                  </a:cubicBezTo>
                  <a:close/>
                </a:path>
              </a:pathLst>
            </a:custGeom>
            <a:solidFill>
              <a:srgbClr val="9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1437015" y="1641952"/>
              <a:ext cx="745289" cy="1035252"/>
            </a:xfrm>
            <a:custGeom>
              <a:rect b="b" l="l" r="r" t="t"/>
              <a:pathLst>
                <a:path extrusionOk="0" h="33525" w="24135">
                  <a:moveTo>
                    <a:pt x="8533" y="0"/>
                  </a:moveTo>
                  <a:cubicBezTo>
                    <a:pt x="5503" y="0"/>
                    <a:pt x="2192" y="1611"/>
                    <a:pt x="1308" y="5987"/>
                  </a:cubicBezTo>
                  <a:cubicBezTo>
                    <a:pt x="1" y="12643"/>
                    <a:pt x="3344" y="15196"/>
                    <a:pt x="8724" y="21823"/>
                  </a:cubicBezTo>
                  <a:cubicBezTo>
                    <a:pt x="14165" y="28479"/>
                    <a:pt x="13162" y="33525"/>
                    <a:pt x="13162" y="33525"/>
                  </a:cubicBezTo>
                  <a:cubicBezTo>
                    <a:pt x="17357" y="28966"/>
                    <a:pt x="24135" y="28206"/>
                    <a:pt x="24135" y="28206"/>
                  </a:cubicBezTo>
                  <a:cubicBezTo>
                    <a:pt x="24135" y="28206"/>
                    <a:pt x="23983" y="27537"/>
                    <a:pt x="23527" y="26352"/>
                  </a:cubicBezTo>
                  <a:cubicBezTo>
                    <a:pt x="23253" y="25592"/>
                    <a:pt x="22919" y="24649"/>
                    <a:pt x="22402" y="23586"/>
                  </a:cubicBezTo>
                  <a:cubicBezTo>
                    <a:pt x="22068" y="22826"/>
                    <a:pt x="21703" y="21975"/>
                    <a:pt x="21186" y="21093"/>
                  </a:cubicBezTo>
                  <a:cubicBezTo>
                    <a:pt x="19028" y="17081"/>
                    <a:pt x="16080" y="15136"/>
                    <a:pt x="14195" y="14163"/>
                  </a:cubicBezTo>
                  <a:cubicBezTo>
                    <a:pt x="12341" y="13160"/>
                    <a:pt x="10396" y="11275"/>
                    <a:pt x="11612" y="9938"/>
                  </a:cubicBezTo>
                  <a:cubicBezTo>
                    <a:pt x="12888" y="8601"/>
                    <a:pt x="15016" y="9695"/>
                    <a:pt x="15958" y="8297"/>
                  </a:cubicBezTo>
                  <a:cubicBezTo>
                    <a:pt x="17053" y="6594"/>
                    <a:pt x="16050" y="3008"/>
                    <a:pt x="12402" y="971"/>
                  </a:cubicBezTo>
                  <a:cubicBezTo>
                    <a:pt x="12372" y="941"/>
                    <a:pt x="12341" y="941"/>
                    <a:pt x="12311" y="880"/>
                  </a:cubicBezTo>
                  <a:cubicBezTo>
                    <a:pt x="11885" y="667"/>
                    <a:pt x="11399" y="485"/>
                    <a:pt x="10882" y="333"/>
                  </a:cubicBezTo>
                  <a:cubicBezTo>
                    <a:pt x="10156" y="119"/>
                    <a:pt x="9355" y="0"/>
                    <a:pt x="8533" y="0"/>
                  </a:cubicBezTo>
                  <a:close/>
                </a:path>
              </a:pathLst>
            </a:custGeom>
            <a:solidFill>
              <a:srgbClr val="FCBF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1741114" y="1672862"/>
              <a:ext cx="389551" cy="698351"/>
            </a:xfrm>
            <a:custGeom>
              <a:rect b="b" l="l" r="r" t="t"/>
              <a:pathLst>
                <a:path extrusionOk="0" h="22615" w="12615">
                  <a:moveTo>
                    <a:pt x="2554" y="1"/>
                  </a:moveTo>
                  <a:cubicBezTo>
                    <a:pt x="3071" y="882"/>
                    <a:pt x="4195" y="1794"/>
                    <a:pt x="4591" y="2615"/>
                  </a:cubicBezTo>
                  <a:cubicBezTo>
                    <a:pt x="5046" y="3527"/>
                    <a:pt x="5229" y="4742"/>
                    <a:pt x="4530" y="5472"/>
                  </a:cubicBezTo>
                  <a:cubicBezTo>
                    <a:pt x="4195" y="5867"/>
                    <a:pt x="3709" y="6019"/>
                    <a:pt x="3314" y="6353"/>
                  </a:cubicBezTo>
                  <a:cubicBezTo>
                    <a:pt x="2980" y="6688"/>
                    <a:pt x="2828" y="7387"/>
                    <a:pt x="3253" y="7660"/>
                  </a:cubicBezTo>
                  <a:cubicBezTo>
                    <a:pt x="1946" y="7934"/>
                    <a:pt x="426" y="8511"/>
                    <a:pt x="214" y="9818"/>
                  </a:cubicBezTo>
                  <a:cubicBezTo>
                    <a:pt x="1" y="10943"/>
                    <a:pt x="973" y="11976"/>
                    <a:pt x="1916" y="12706"/>
                  </a:cubicBezTo>
                  <a:cubicBezTo>
                    <a:pt x="3739" y="14104"/>
                    <a:pt x="5776" y="15290"/>
                    <a:pt x="7509" y="16809"/>
                  </a:cubicBezTo>
                  <a:cubicBezTo>
                    <a:pt x="9454" y="18512"/>
                    <a:pt x="10974" y="20609"/>
                    <a:pt x="12615" y="22615"/>
                  </a:cubicBezTo>
                  <a:cubicBezTo>
                    <a:pt x="12250" y="21855"/>
                    <a:pt x="11855" y="21034"/>
                    <a:pt x="11338" y="20153"/>
                  </a:cubicBezTo>
                  <a:cubicBezTo>
                    <a:pt x="9180" y="16110"/>
                    <a:pt x="6202" y="14195"/>
                    <a:pt x="4347" y="13192"/>
                  </a:cubicBezTo>
                  <a:cubicBezTo>
                    <a:pt x="2493" y="12220"/>
                    <a:pt x="548" y="10305"/>
                    <a:pt x="1764" y="8967"/>
                  </a:cubicBezTo>
                  <a:cubicBezTo>
                    <a:pt x="3010" y="7660"/>
                    <a:pt x="5138" y="8755"/>
                    <a:pt x="6110" y="7326"/>
                  </a:cubicBezTo>
                  <a:cubicBezTo>
                    <a:pt x="7205" y="5624"/>
                    <a:pt x="6202" y="2068"/>
                    <a:pt x="2554" y="1"/>
                  </a:cubicBezTo>
                  <a:close/>
                </a:path>
              </a:pathLst>
            </a:custGeom>
            <a:solidFill>
              <a:srgbClr val="FFFFD2">
                <a:alpha val="318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1437015" y="1641952"/>
              <a:ext cx="745289" cy="1035252"/>
            </a:xfrm>
            <a:custGeom>
              <a:rect b="b" l="l" r="r" t="t"/>
              <a:pathLst>
                <a:path extrusionOk="0" h="33525" w="24135">
                  <a:moveTo>
                    <a:pt x="8533" y="0"/>
                  </a:moveTo>
                  <a:cubicBezTo>
                    <a:pt x="5503" y="0"/>
                    <a:pt x="2192" y="1611"/>
                    <a:pt x="1308" y="5987"/>
                  </a:cubicBezTo>
                  <a:cubicBezTo>
                    <a:pt x="1" y="12643"/>
                    <a:pt x="3344" y="15196"/>
                    <a:pt x="8724" y="21823"/>
                  </a:cubicBezTo>
                  <a:cubicBezTo>
                    <a:pt x="14165" y="28479"/>
                    <a:pt x="13162" y="33525"/>
                    <a:pt x="13162" y="33525"/>
                  </a:cubicBezTo>
                  <a:cubicBezTo>
                    <a:pt x="17357" y="28966"/>
                    <a:pt x="24135" y="28206"/>
                    <a:pt x="24135" y="28206"/>
                  </a:cubicBezTo>
                  <a:cubicBezTo>
                    <a:pt x="24135" y="28206"/>
                    <a:pt x="23983" y="27537"/>
                    <a:pt x="23557" y="26352"/>
                  </a:cubicBezTo>
                  <a:cubicBezTo>
                    <a:pt x="23123" y="26273"/>
                    <a:pt x="22679" y="26233"/>
                    <a:pt x="22234" y="26233"/>
                  </a:cubicBezTo>
                  <a:cubicBezTo>
                    <a:pt x="20963" y="26233"/>
                    <a:pt x="19683" y="26558"/>
                    <a:pt x="18603" y="27233"/>
                  </a:cubicBezTo>
                  <a:cubicBezTo>
                    <a:pt x="18268" y="27446"/>
                    <a:pt x="17934" y="27689"/>
                    <a:pt x="17539" y="27750"/>
                  </a:cubicBezTo>
                  <a:cubicBezTo>
                    <a:pt x="17509" y="27752"/>
                    <a:pt x="17478" y="27754"/>
                    <a:pt x="17446" y="27754"/>
                  </a:cubicBezTo>
                  <a:cubicBezTo>
                    <a:pt x="17096" y="27754"/>
                    <a:pt x="16678" y="27598"/>
                    <a:pt x="16566" y="27263"/>
                  </a:cubicBezTo>
                  <a:cubicBezTo>
                    <a:pt x="16536" y="27111"/>
                    <a:pt x="16566" y="26929"/>
                    <a:pt x="16566" y="26777"/>
                  </a:cubicBezTo>
                  <a:cubicBezTo>
                    <a:pt x="16749" y="24072"/>
                    <a:pt x="14256" y="21458"/>
                    <a:pt x="12524" y="19330"/>
                  </a:cubicBezTo>
                  <a:cubicBezTo>
                    <a:pt x="10821" y="17202"/>
                    <a:pt x="8785" y="15318"/>
                    <a:pt x="7296" y="13038"/>
                  </a:cubicBezTo>
                  <a:cubicBezTo>
                    <a:pt x="5624" y="10515"/>
                    <a:pt x="4712" y="7263"/>
                    <a:pt x="5685" y="4376"/>
                  </a:cubicBezTo>
                  <a:cubicBezTo>
                    <a:pt x="6292" y="2552"/>
                    <a:pt x="8998" y="971"/>
                    <a:pt x="10821" y="363"/>
                  </a:cubicBezTo>
                  <a:cubicBezTo>
                    <a:pt x="10852" y="333"/>
                    <a:pt x="10852" y="333"/>
                    <a:pt x="10882" y="333"/>
                  </a:cubicBezTo>
                  <a:cubicBezTo>
                    <a:pt x="10156" y="119"/>
                    <a:pt x="9355" y="0"/>
                    <a:pt x="8533" y="0"/>
                  </a:cubicBezTo>
                  <a:close/>
                </a:path>
              </a:pathLst>
            </a:custGeom>
            <a:solidFill>
              <a:srgbClr val="660000"/>
            </a:solidFill>
            <a:ln cap="flat" cmpd="sng" w="19050">
              <a:solidFill>
                <a:srgbClr val="66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1478856" y="2725973"/>
              <a:ext cx="724105" cy="988685"/>
            </a:xfrm>
            <a:custGeom>
              <a:rect b="b" l="l" r="r" t="t"/>
              <a:pathLst>
                <a:path extrusionOk="0" h="32017" w="23449">
                  <a:moveTo>
                    <a:pt x="23448" y="0"/>
                  </a:moveTo>
                  <a:cubicBezTo>
                    <a:pt x="23448" y="1"/>
                    <a:pt x="15181" y="3861"/>
                    <a:pt x="11716" y="9940"/>
                  </a:cubicBezTo>
                  <a:cubicBezTo>
                    <a:pt x="8298" y="15936"/>
                    <a:pt x="1" y="32016"/>
                    <a:pt x="4938" y="32016"/>
                  </a:cubicBezTo>
                  <a:cubicBezTo>
                    <a:pt x="5006" y="32016"/>
                    <a:pt x="5077" y="32013"/>
                    <a:pt x="5150" y="32007"/>
                  </a:cubicBezTo>
                  <a:cubicBezTo>
                    <a:pt x="10530" y="31551"/>
                    <a:pt x="13509" y="22736"/>
                    <a:pt x="16853" y="18846"/>
                  </a:cubicBezTo>
                  <a:cubicBezTo>
                    <a:pt x="20196" y="14925"/>
                    <a:pt x="23418" y="5046"/>
                    <a:pt x="23448" y="0"/>
                  </a:cubicBezTo>
                  <a:close/>
                </a:path>
              </a:pathLst>
            </a:custGeom>
            <a:solidFill>
              <a:srgbClr val="CA7B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1485835" y="3031957"/>
              <a:ext cx="577271" cy="1635281"/>
            </a:xfrm>
            <a:custGeom>
              <a:rect b="b" l="l" r="r" t="t"/>
              <a:pathLst>
                <a:path extrusionOk="0" h="52956" w="18694">
                  <a:moveTo>
                    <a:pt x="16657" y="0"/>
                  </a:moveTo>
                  <a:lnTo>
                    <a:pt x="16657" y="0"/>
                  </a:lnTo>
                  <a:cubicBezTo>
                    <a:pt x="16657" y="1"/>
                    <a:pt x="11064" y="9241"/>
                    <a:pt x="9636" y="14712"/>
                  </a:cubicBezTo>
                  <a:cubicBezTo>
                    <a:pt x="9575" y="14925"/>
                    <a:pt x="9514" y="15198"/>
                    <a:pt x="9484" y="15411"/>
                  </a:cubicBezTo>
                  <a:cubicBezTo>
                    <a:pt x="9058" y="17387"/>
                    <a:pt x="8785" y="19362"/>
                    <a:pt x="8572" y="21338"/>
                  </a:cubicBezTo>
                  <a:cubicBezTo>
                    <a:pt x="8146" y="24651"/>
                    <a:pt x="7873" y="27843"/>
                    <a:pt x="7265" y="30426"/>
                  </a:cubicBezTo>
                  <a:cubicBezTo>
                    <a:pt x="7082" y="31277"/>
                    <a:pt x="6900" y="31977"/>
                    <a:pt x="6748" y="32706"/>
                  </a:cubicBezTo>
                  <a:cubicBezTo>
                    <a:pt x="6079" y="35594"/>
                    <a:pt x="5593" y="37904"/>
                    <a:pt x="4468" y="41521"/>
                  </a:cubicBezTo>
                  <a:lnTo>
                    <a:pt x="4347" y="41855"/>
                  </a:lnTo>
                  <a:cubicBezTo>
                    <a:pt x="2857" y="46111"/>
                    <a:pt x="0" y="47448"/>
                    <a:pt x="1186" y="48755"/>
                  </a:cubicBezTo>
                  <a:cubicBezTo>
                    <a:pt x="1558" y="49165"/>
                    <a:pt x="1984" y="49306"/>
                    <a:pt x="2393" y="49306"/>
                  </a:cubicBezTo>
                  <a:cubicBezTo>
                    <a:pt x="3288" y="49306"/>
                    <a:pt x="4103" y="48633"/>
                    <a:pt x="4104" y="48633"/>
                  </a:cubicBezTo>
                  <a:lnTo>
                    <a:pt x="4104" y="48633"/>
                  </a:lnTo>
                  <a:cubicBezTo>
                    <a:pt x="4104" y="48633"/>
                    <a:pt x="3617" y="51521"/>
                    <a:pt x="5380" y="52038"/>
                  </a:cubicBezTo>
                  <a:cubicBezTo>
                    <a:pt x="5549" y="52089"/>
                    <a:pt x="5713" y="52112"/>
                    <a:pt x="5869" y="52112"/>
                  </a:cubicBezTo>
                  <a:cubicBezTo>
                    <a:pt x="7289" y="52112"/>
                    <a:pt x="8177" y="50214"/>
                    <a:pt x="8177" y="50214"/>
                  </a:cubicBezTo>
                  <a:cubicBezTo>
                    <a:pt x="8177" y="50214"/>
                    <a:pt x="8262" y="52776"/>
                    <a:pt x="9507" y="52776"/>
                  </a:cubicBezTo>
                  <a:cubicBezTo>
                    <a:pt x="9549" y="52776"/>
                    <a:pt x="9591" y="52773"/>
                    <a:pt x="9636" y="52767"/>
                  </a:cubicBezTo>
                  <a:cubicBezTo>
                    <a:pt x="11003" y="52585"/>
                    <a:pt x="10943" y="50366"/>
                    <a:pt x="10943" y="50366"/>
                  </a:cubicBezTo>
                  <a:lnTo>
                    <a:pt x="10943" y="50366"/>
                  </a:lnTo>
                  <a:cubicBezTo>
                    <a:pt x="10943" y="50366"/>
                    <a:pt x="11605" y="52956"/>
                    <a:pt x="13012" y="52956"/>
                  </a:cubicBezTo>
                  <a:cubicBezTo>
                    <a:pt x="13051" y="52956"/>
                    <a:pt x="13091" y="52954"/>
                    <a:pt x="13131" y="52950"/>
                  </a:cubicBezTo>
                  <a:cubicBezTo>
                    <a:pt x="14590" y="52767"/>
                    <a:pt x="15107" y="50153"/>
                    <a:pt x="15107" y="50153"/>
                  </a:cubicBezTo>
                  <a:cubicBezTo>
                    <a:pt x="15107" y="50153"/>
                    <a:pt x="15338" y="52365"/>
                    <a:pt x="16842" y="52365"/>
                  </a:cubicBezTo>
                  <a:cubicBezTo>
                    <a:pt x="16973" y="52365"/>
                    <a:pt x="17114" y="52348"/>
                    <a:pt x="17265" y="52311"/>
                  </a:cubicBezTo>
                  <a:cubicBezTo>
                    <a:pt x="18177" y="52098"/>
                    <a:pt x="18542" y="51095"/>
                    <a:pt x="18633" y="49910"/>
                  </a:cubicBezTo>
                  <a:cubicBezTo>
                    <a:pt x="18694" y="48755"/>
                    <a:pt x="18420" y="47387"/>
                    <a:pt x="18146" y="46414"/>
                  </a:cubicBezTo>
                  <a:cubicBezTo>
                    <a:pt x="17842" y="45472"/>
                    <a:pt x="17690" y="44044"/>
                    <a:pt x="17690" y="42281"/>
                  </a:cubicBezTo>
                  <a:cubicBezTo>
                    <a:pt x="17690" y="40396"/>
                    <a:pt x="17782" y="38177"/>
                    <a:pt x="17934" y="35867"/>
                  </a:cubicBezTo>
                  <a:cubicBezTo>
                    <a:pt x="18055" y="34256"/>
                    <a:pt x="17873" y="33010"/>
                    <a:pt x="17599" y="31612"/>
                  </a:cubicBezTo>
                  <a:cubicBezTo>
                    <a:pt x="17113" y="29089"/>
                    <a:pt x="16262" y="26171"/>
                    <a:pt x="16019" y="20335"/>
                  </a:cubicBezTo>
                  <a:lnTo>
                    <a:pt x="16019" y="20031"/>
                  </a:lnTo>
                  <a:cubicBezTo>
                    <a:pt x="15928" y="17630"/>
                    <a:pt x="15928" y="15077"/>
                    <a:pt x="15958" y="12645"/>
                  </a:cubicBezTo>
                  <a:cubicBezTo>
                    <a:pt x="16019" y="11156"/>
                    <a:pt x="16079" y="9727"/>
                    <a:pt x="16110" y="8390"/>
                  </a:cubicBezTo>
                  <a:cubicBezTo>
                    <a:pt x="16323" y="3618"/>
                    <a:pt x="16657" y="1"/>
                    <a:pt x="16657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1619110" y="4003393"/>
              <a:ext cx="425218" cy="350457"/>
            </a:xfrm>
            <a:custGeom>
              <a:rect b="b" l="l" r="r" t="t"/>
              <a:pathLst>
                <a:path extrusionOk="0" h="11349" w="13770">
                  <a:moveTo>
                    <a:pt x="13314" y="1"/>
                  </a:moveTo>
                  <a:cubicBezTo>
                    <a:pt x="12833" y="425"/>
                    <a:pt x="12510" y="1138"/>
                    <a:pt x="11930" y="1138"/>
                  </a:cubicBezTo>
                  <a:cubicBezTo>
                    <a:pt x="11886" y="1138"/>
                    <a:pt x="11841" y="1134"/>
                    <a:pt x="11794" y="1125"/>
                  </a:cubicBezTo>
                  <a:cubicBezTo>
                    <a:pt x="11376" y="1070"/>
                    <a:pt x="11060" y="503"/>
                    <a:pt x="10635" y="503"/>
                  </a:cubicBezTo>
                  <a:cubicBezTo>
                    <a:pt x="10597" y="503"/>
                    <a:pt x="10558" y="507"/>
                    <a:pt x="10517" y="518"/>
                  </a:cubicBezTo>
                  <a:cubicBezTo>
                    <a:pt x="10122" y="639"/>
                    <a:pt x="10061" y="1156"/>
                    <a:pt x="9970" y="1551"/>
                  </a:cubicBezTo>
                  <a:cubicBezTo>
                    <a:pt x="9921" y="1848"/>
                    <a:pt x="9650" y="2224"/>
                    <a:pt x="9371" y="2224"/>
                  </a:cubicBezTo>
                  <a:cubicBezTo>
                    <a:pt x="9307" y="2224"/>
                    <a:pt x="9242" y="2204"/>
                    <a:pt x="9180" y="2159"/>
                  </a:cubicBezTo>
                  <a:cubicBezTo>
                    <a:pt x="8845" y="1885"/>
                    <a:pt x="9058" y="1247"/>
                    <a:pt x="8724" y="1065"/>
                  </a:cubicBezTo>
                  <a:cubicBezTo>
                    <a:pt x="8673" y="1044"/>
                    <a:pt x="8623" y="1035"/>
                    <a:pt x="8573" y="1035"/>
                  </a:cubicBezTo>
                  <a:cubicBezTo>
                    <a:pt x="8324" y="1035"/>
                    <a:pt x="8096" y="1267"/>
                    <a:pt x="7994" y="1521"/>
                  </a:cubicBezTo>
                  <a:cubicBezTo>
                    <a:pt x="7842" y="1825"/>
                    <a:pt x="7751" y="2159"/>
                    <a:pt x="7447" y="2220"/>
                  </a:cubicBezTo>
                  <a:cubicBezTo>
                    <a:pt x="7408" y="2229"/>
                    <a:pt x="7370" y="2233"/>
                    <a:pt x="7332" y="2233"/>
                  </a:cubicBezTo>
                  <a:cubicBezTo>
                    <a:pt x="6994" y="2233"/>
                    <a:pt x="6742" y="1883"/>
                    <a:pt x="6687" y="1581"/>
                  </a:cubicBezTo>
                  <a:cubicBezTo>
                    <a:pt x="6566" y="1247"/>
                    <a:pt x="6535" y="822"/>
                    <a:pt x="6262" y="609"/>
                  </a:cubicBezTo>
                  <a:cubicBezTo>
                    <a:pt x="6121" y="501"/>
                    <a:pt x="5961" y="454"/>
                    <a:pt x="5797" y="454"/>
                  </a:cubicBezTo>
                  <a:cubicBezTo>
                    <a:pt x="5500" y="454"/>
                    <a:pt x="5190" y="606"/>
                    <a:pt x="4955" y="822"/>
                  </a:cubicBezTo>
                  <a:cubicBezTo>
                    <a:pt x="4620" y="1217"/>
                    <a:pt x="4469" y="1673"/>
                    <a:pt x="4195" y="2098"/>
                  </a:cubicBezTo>
                  <a:cubicBezTo>
                    <a:pt x="4134" y="2159"/>
                    <a:pt x="4104" y="2281"/>
                    <a:pt x="3982" y="2311"/>
                  </a:cubicBezTo>
                  <a:cubicBezTo>
                    <a:pt x="3942" y="2338"/>
                    <a:pt x="3898" y="2350"/>
                    <a:pt x="3852" y="2350"/>
                  </a:cubicBezTo>
                  <a:cubicBezTo>
                    <a:pt x="3689" y="2350"/>
                    <a:pt x="3506" y="2197"/>
                    <a:pt x="3435" y="2007"/>
                  </a:cubicBezTo>
                  <a:cubicBezTo>
                    <a:pt x="3344" y="1794"/>
                    <a:pt x="3283" y="1521"/>
                    <a:pt x="3131" y="1369"/>
                  </a:cubicBezTo>
                  <a:cubicBezTo>
                    <a:pt x="3015" y="1253"/>
                    <a:pt x="2851" y="1211"/>
                    <a:pt x="2676" y="1211"/>
                  </a:cubicBezTo>
                  <a:cubicBezTo>
                    <a:pt x="2576" y="1211"/>
                    <a:pt x="2471" y="1225"/>
                    <a:pt x="2371" y="1247"/>
                  </a:cubicBezTo>
                  <a:cubicBezTo>
                    <a:pt x="1733" y="4135"/>
                    <a:pt x="1247" y="6445"/>
                    <a:pt x="92" y="10062"/>
                  </a:cubicBezTo>
                  <a:lnTo>
                    <a:pt x="0" y="10396"/>
                  </a:lnTo>
                  <a:cubicBezTo>
                    <a:pt x="608" y="10092"/>
                    <a:pt x="1064" y="9211"/>
                    <a:pt x="1824" y="9211"/>
                  </a:cubicBezTo>
                  <a:cubicBezTo>
                    <a:pt x="2628" y="9211"/>
                    <a:pt x="2907" y="10580"/>
                    <a:pt x="3688" y="10580"/>
                  </a:cubicBezTo>
                  <a:cubicBezTo>
                    <a:pt x="3705" y="10580"/>
                    <a:pt x="3722" y="10580"/>
                    <a:pt x="3739" y="10579"/>
                  </a:cubicBezTo>
                  <a:cubicBezTo>
                    <a:pt x="3982" y="10548"/>
                    <a:pt x="4165" y="10427"/>
                    <a:pt x="4347" y="10275"/>
                  </a:cubicBezTo>
                  <a:cubicBezTo>
                    <a:pt x="4864" y="9910"/>
                    <a:pt x="5228" y="9423"/>
                    <a:pt x="5806" y="9150"/>
                  </a:cubicBezTo>
                  <a:cubicBezTo>
                    <a:pt x="5991" y="9072"/>
                    <a:pt x="6198" y="9032"/>
                    <a:pt x="6401" y="9032"/>
                  </a:cubicBezTo>
                  <a:cubicBezTo>
                    <a:pt x="6831" y="9032"/>
                    <a:pt x="7242" y="9213"/>
                    <a:pt x="7387" y="9606"/>
                  </a:cubicBezTo>
                  <a:cubicBezTo>
                    <a:pt x="7447" y="9727"/>
                    <a:pt x="7478" y="9910"/>
                    <a:pt x="7599" y="10031"/>
                  </a:cubicBezTo>
                  <a:cubicBezTo>
                    <a:pt x="7650" y="10073"/>
                    <a:pt x="7712" y="10092"/>
                    <a:pt x="7779" y="10092"/>
                  </a:cubicBezTo>
                  <a:cubicBezTo>
                    <a:pt x="7953" y="10092"/>
                    <a:pt x="8158" y="9964"/>
                    <a:pt x="8268" y="9788"/>
                  </a:cubicBezTo>
                  <a:cubicBezTo>
                    <a:pt x="8420" y="9606"/>
                    <a:pt x="8572" y="9332"/>
                    <a:pt x="8845" y="9271"/>
                  </a:cubicBezTo>
                  <a:cubicBezTo>
                    <a:pt x="8885" y="9262"/>
                    <a:pt x="8923" y="9257"/>
                    <a:pt x="8959" y="9257"/>
                  </a:cubicBezTo>
                  <a:cubicBezTo>
                    <a:pt x="9375" y="9257"/>
                    <a:pt x="9610" y="9860"/>
                    <a:pt x="9666" y="10335"/>
                  </a:cubicBezTo>
                  <a:cubicBezTo>
                    <a:pt x="9745" y="10785"/>
                    <a:pt x="10031" y="11349"/>
                    <a:pt x="10404" y="11349"/>
                  </a:cubicBezTo>
                  <a:cubicBezTo>
                    <a:pt x="10460" y="11349"/>
                    <a:pt x="10518" y="11336"/>
                    <a:pt x="10578" y="11308"/>
                  </a:cubicBezTo>
                  <a:cubicBezTo>
                    <a:pt x="10973" y="11156"/>
                    <a:pt x="11095" y="10548"/>
                    <a:pt x="11460" y="10548"/>
                  </a:cubicBezTo>
                  <a:cubicBezTo>
                    <a:pt x="11885" y="10548"/>
                    <a:pt x="12037" y="11308"/>
                    <a:pt x="12493" y="11308"/>
                  </a:cubicBezTo>
                  <a:cubicBezTo>
                    <a:pt x="12827" y="11278"/>
                    <a:pt x="12979" y="10822"/>
                    <a:pt x="13314" y="10791"/>
                  </a:cubicBezTo>
                  <a:cubicBezTo>
                    <a:pt x="13314" y="8876"/>
                    <a:pt x="13435" y="6688"/>
                    <a:pt x="13678" y="4256"/>
                  </a:cubicBezTo>
                  <a:cubicBezTo>
                    <a:pt x="13770" y="2706"/>
                    <a:pt x="13587" y="1399"/>
                    <a:pt x="13314" y="1"/>
                  </a:cubicBezTo>
                  <a:close/>
                </a:path>
              </a:pathLst>
            </a:custGeom>
            <a:solidFill>
              <a:srgbClr val="DFDD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1748618" y="3421717"/>
              <a:ext cx="229994" cy="270107"/>
            </a:xfrm>
            <a:custGeom>
              <a:rect b="b" l="l" r="r" t="t"/>
              <a:pathLst>
                <a:path extrusionOk="0" h="8747" w="7448">
                  <a:moveTo>
                    <a:pt x="7292" y="0"/>
                  </a:moveTo>
                  <a:cubicBezTo>
                    <a:pt x="7235" y="0"/>
                    <a:pt x="7174" y="8"/>
                    <a:pt x="7114" y="23"/>
                  </a:cubicBezTo>
                  <a:cubicBezTo>
                    <a:pt x="6840" y="145"/>
                    <a:pt x="6840" y="509"/>
                    <a:pt x="6810" y="813"/>
                  </a:cubicBezTo>
                  <a:cubicBezTo>
                    <a:pt x="6783" y="1079"/>
                    <a:pt x="6594" y="1413"/>
                    <a:pt x="6385" y="1413"/>
                  </a:cubicBezTo>
                  <a:cubicBezTo>
                    <a:pt x="6355" y="1413"/>
                    <a:pt x="6324" y="1406"/>
                    <a:pt x="6293" y="1391"/>
                  </a:cubicBezTo>
                  <a:cubicBezTo>
                    <a:pt x="6171" y="1360"/>
                    <a:pt x="6080" y="1208"/>
                    <a:pt x="6019" y="1087"/>
                  </a:cubicBezTo>
                  <a:cubicBezTo>
                    <a:pt x="5829" y="849"/>
                    <a:pt x="5546" y="723"/>
                    <a:pt x="5242" y="723"/>
                  </a:cubicBezTo>
                  <a:cubicBezTo>
                    <a:pt x="5158" y="723"/>
                    <a:pt x="5072" y="733"/>
                    <a:pt x="4986" y="752"/>
                  </a:cubicBezTo>
                  <a:cubicBezTo>
                    <a:pt x="4682" y="813"/>
                    <a:pt x="4469" y="965"/>
                    <a:pt x="4317" y="1239"/>
                  </a:cubicBezTo>
                  <a:cubicBezTo>
                    <a:pt x="4165" y="1543"/>
                    <a:pt x="4074" y="1968"/>
                    <a:pt x="3740" y="2029"/>
                  </a:cubicBezTo>
                  <a:cubicBezTo>
                    <a:pt x="3701" y="2039"/>
                    <a:pt x="3664" y="2044"/>
                    <a:pt x="3629" y="2044"/>
                  </a:cubicBezTo>
                  <a:cubicBezTo>
                    <a:pt x="3256" y="2044"/>
                    <a:pt x="3098" y="1492"/>
                    <a:pt x="2737" y="1269"/>
                  </a:cubicBezTo>
                  <a:cubicBezTo>
                    <a:pt x="2645" y="1205"/>
                    <a:pt x="2546" y="1178"/>
                    <a:pt x="2445" y="1178"/>
                  </a:cubicBezTo>
                  <a:cubicBezTo>
                    <a:pt x="2112" y="1178"/>
                    <a:pt x="1754" y="1476"/>
                    <a:pt x="1521" y="1756"/>
                  </a:cubicBezTo>
                  <a:cubicBezTo>
                    <a:pt x="1430" y="1877"/>
                    <a:pt x="1308" y="2029"/>
                    <a:pt x="1156" y="2059"/>
                  </a:cubicBezTo>
                  <a:lnTo>
                    <a:pt x="1065" y="2059"/>
                  </a:lnTo>
                  <a:cubicBezTo>
                    <a:pt x="1034" y="2303"/>
                    <a:pt x="974" y="2576"/>
                    <a:pt x="913" y="2789"/>
                  </a:cubicBezTo>
                  <a:cubicBezTo>
                    <a:pt x="518" y="4765"/>
                    <a:pt x="244" y="6740"/>
                    <a:pt x="1" y="8716"/>
                  </a:cubicBezTo>
                  <a:cubicBezTo>
                    <a:pt x="609" y="8503"/>
                    <a:pt x="974" y="7500"/>
                    <a:pt x="1278" y="6984"/>
                  </a:cubicBezTo>
                  <a:cubicBezTo>
                    <a:pt x="1394" y="6774"/>
                    <a:pt x="1617" y="6547"/>
                    <a:pt x="1810" y="6547"/>
                  </a:cubicBezTo>
                  <a:cubicBezTo>
                    <a:pt x="1870" y="6547"/>
                    <a:pt x="1927" y="6569"/>
                    <a:pt x="1977" y="6619"/>
                  </a:cubicBezTo>
                  <a:cubicBezTo>
                    <a:pt x="2220" y="6862"/>
                    <a:pt x="2037" y="7440"/>
                    <a:pt x="2372" y="7440"/>
                  </a:cubicBezTo>
                  <a:cubicBezTo>
                    <a:pt x="2433" y="7440"/>
                    <a:pt x="2524" y="7348"/>
                    <a:pt x="2585" y="7288"/>
                  </a:cubicBezTo>
                  <a:cubicBezTo>
                    <a:pt x="2889" y="6892"/>
                    <a:pt x="3253" y="6528"/>
                    <a:pt x="3557" y="6132"/>
                  </a:cubicBezTo>
                  <a:cubicBezTo>
                    <a:pt x="3557" y="6102"/>
                    <a:pt x="3588" y="6102"/>
                    <a:pt x="3588" y="6072"/>
                  </a:cubicBezTo>
                  <a:cubicBezTo>
                    <a:pt x="4074" y="6345"/>
                    <a:pt x="4165" y="6984"/>
                    <a:pt x="4226" y="7531"/>
                  </a:cubicBezTo>
                  <a:cubicBezTo>
                    <a:pt x="4317" y="8108"/>
                    <a:pt x="4621" y="8747"/>
                    <a:pt x="5168" y="8747"/>
                  </a:cubicBezTo>
                  <a:cubicBezTo>
                    <a:pt x="5442" y="7895"/>
                    <a:pt x="5746" y="6984"/>
                    <a:pt x="6019" y="6102"/>
                  </a:cubicBezTo>
                  <a:cubicBezTo>
                    <a:pt x="6506" y="6224"/>
                    <a:pt x="6384" y="6984"/>
                    <a:pt x="6779" y="7288"/>
                  </a:cubicBezTo>
                  <a:cubicBezTo>
                    <a:pt x="6880" y="7388"/>
                    <a:pt x="6998" y="7433"/>
                    <a:pt x="7120" y="7433"/>
                  </a:cubicBezTo>
                  <a:cubicBezTo>
                    <a:pt x="7220" y="7433"/>
                    <a:pt x="7322" y="7403"/>
                    <a:pt x="7418" y="7348"/>
                  </a:cubicBezTo>
                  <a:cubicBezTo>
                    <a:pt x="7357" y="4977"/>
                    <a:pt x="7357" y="2424"/>
                    <a:pt x="7448" y="23"/>
                  </a:cubicBezTo>
                  <a:cubicBezTo>
                    <a:pt x="7402" y="8"/>
                    <a:pt x="7349" y="0"/>
                    <a:pt x="7292" y="0"/>
                  </a:cubicBezTo>
                  <a:close/>
                </a:path>
              </a:pathLst>
            </a:custGeom>
            <a:solidFill>
              <a:srgbClr val="DFDD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1485835" y="3031957"/>
              <a:ext cx="575387" cy="1635281"/>
            </a:xfrm>
            <a:custGeom>
              <a:rect b="b" l="l" r="r" t="t"/>
              <a:pathLst>
                <a:path extrusionOk="0" h="52956" w="18633">
                  <a:moveTo>
                    <a:pt x="16657" y="0"/>
                  </a:moveTo>
                  <a:lnTo>
                    <a:pt x="16657" y="0"/>
                  </a:lnTo>
                  <a:cubicBezTo>
                    <a:pt x="16657" y="1"/>
                    <a:pt x="11064" y="9241"/>
                    <a:pt x="9636" y="14712"/>
                  </a:cubicBezTo>
                  <a:cubicBezTo>
                    <a:pt x="9575" y="14925"/>
                    <a:pt x="9514" y="15198"/>
                    <a:pt x="9484" y="15411"/>
                  </a:cubicBezTo>
                  <a:cubicBezTo>
                    <a:pt x="9058" y="17387"/>
                    <a:pt x="8785" y="19362"/>
                    <a:pt x="8572" y="21338"/>
                  </a:cubicBezTo>
                  <a:cubicBezTo>
                    <a:pt x="8146" y="24651"/>
                    <a:pt x="7873" y="27843"/>
                    <a:pt x="7265" y="30426"/>
                  </a:cubicBezTo>
                  <a:cubicBezTo>
                    <a:pt x="7082" y="31277"/>
                    <a:pt x="6900" y="31977"/>
                    <a:pt x="6748" y="32706"/>
                  </a:cubicBezTo>
                  <a:cubicBezTo>
                    <a:pt x="6079" y="35594"/>
                    <a:pt x="5593" y="37904"/>
                    <a:pt x="4468" y="41521"/>
                  </a:cubicBezTo>
                  <a:lnTo>
                    <a:pt x="4347" y="41855"/>
                  </a:lnTo>
                  <a:cubicBezTo>
                    <a:pt x="2857" y="46111"/>
                    <a:pt x="0" y="47448"/>
                    <a:pt x="1186" y="48755"/>
                  </a:cubicBezTo>
                  <a:cubicBezTo>
                    <a:pt x="1558" y="49165"/>
                    <a:pt x="1984" y="49306"/>
                    <a:pt x="2393" y="49306"/>
                  </a:cubicBezTo>
                  <a:cubicBezTo>
                    <a:pt x="3288" y="49306"/>
                    <a:pt x="4103" y="48633"/>
                    <a:pt x="4104" y="48633"/>
                  </a:cubicBezTo>
                  <a:lnTo>
                    <a:pt x="4104" y="48633"/>
                  </a:lnTo>
                  <a:cubicBezTo>
                    <a:pt x="4104" y="48633"/>
                    <a:pt x="3617" y="51521"/>
                    <a:pt x="5380" y="52038"/>
                  </a:cubicBezTo>
                  <a:cubicBezTo>
                    <a:pt x="5549" y="52089"/>
                    <a:pt x="5713" y="52112"/>
                    <a:pt x="5869" y="52112"/>
                  </a:cubicBezTo>
                  <a:cubicBezTo>
                    <a:pt x="7289" y="52112"/>
                    <a:pt x="8177" y="50214"/>
                    <a:pt x="8177" y="50214"/>
                  </a:cubicBezTo>
                  <a:cubicBezTo>
                    <a:pt x="8177" y="50214"/>
                    <a:pt x="8262" y="52776"/>
                    <a:pt x="9507" y="52776"/>
                  </a:cubicBezTo>
                  <a:cubicBezTo>
                    <a:pt x="9549" y="52776"/>
                    <a:pt x="9591" y="52773"/>
                    <a:pt x="9636" y="52767"/>
                  </a:cubicBezTo>
                  <a:cubicBezTo>
                    <a:pt x="11003" y="52585"/>
                    <a:pt x="10943" y="50366"/>
                    <a:pt x="10943" y="50366"/>
                  </a:cubicBezTo>
                  <a:lnTo>
                    <a:pt x="10943" y="50366"/>
                  </a:lnTo>
                  <a:cubicBezTo>
                    <a:pt x="10943" y="50366"/>
                    <a:pt x="11605" y="52956"/>
                    <a:pt x="13012" y="52956"/>
                  </a:cubicBezTo>
                  <a:cubicBezTo>
                    <a:pt x="13051" y="52956"/>
                    <a:pt x="13091" y="52954"/>
                    <a:pt x="13131" y="52950"/>
                  </a:cubicBezTo>
                  <a:cubicBezTo>
                    <a:pt x="14590" y="52767"/>
                    <a:pt x="15107" y="50153"/>
                    <a:pt x="15107" y="50153"/>
                  </a:cubicBezTo>
                  <a:cubicBezTo>
                    <a:pt x="15107" y="50153"/>
                    <a:pt x="15338" y="52365"/>
                    <a:pt x="16842" y="52365"/>
                  </a:cubicBezTo>
                  <a:cubicBezTo>
                    <a:pt x="16973" y="52365"/>
                    <a:pt x="17114" y="52348"/>
                    <a:pt x="17265" y="52311"/>
                  </a:cubicBezTo>
                  <a:cubicBezTo>
                    <a:pt x="18177" y="52098"/>
                    <a:pt x="18542" y="51095"/>
                    <a:pt x="18633" y="49910"/>
                  </a:cubicBezTo>
                  <a:lnTo>
                    <a:pt x="18633" y="49910"/>
                  </a:lnTo>
                  <a:cubicBezTo>
                    <a:pt x="18271" y="50249"/>
                    <a:pt x="17892" y="50538"/>
                    <a:pt x="17521" y="50538"/>
                  </a:cubicBezTo>
                  <a:cubicBezTo>
                    <a:pt x="17394" y="50538"/>
                    <a:pt x="17268" y="50504"/>
                    <a:pt x="17143" y="50427"/>
                  </a:cubicBezTo>
                  <a:cubicBezTo>
                    <a:pt x="16430" y="50027"/>
                    <a:pt x="16198" y="48769"/>
                    <a:pt x="15468" y="48769"/>
                  </a:cubicBezTo>
                  <a:cubicBezTo>
                    <a:pt x="15421" y="48769"/>
                    <a:pt x="15371" y="48774"/>
                    <a:pt x="15320" y="48785"/>
                  </a:cubicBezTo>
                  <a:cubicBezTo>
                    <a:pt x="14792" y="48917"/>
                    <a:pt x="14447" y="49760"/>
                    <a:pt x="14007" y="49760"/>
                  </a:cubicBezTo>
                  <a:cubicBezTo>
                    <a:pt x="13940" y="49760"/>
                    <a:pt x="13872" y="49741"/>
                    <a:pt x="13800" y="49697"/>
                  </a:cubicBezTo>
                  <a:cubicBezTo>
                    <a:pt x="13526" y="49545"/>
                    <a:pt x="13526" y="49211"/>
                    <a:pt x="13374" y="48937"/>
                  </a:cubicBezTo>
                  <a:cubicBezTo>
                    <a:pt x="13144" y="48491"/>
                    <a:pt x="12631" y="48442"/>
                    <a:pt x="12079" y="48442"/>
                  </a:cubicBezTo>
                  <a:cubicBezTo>
                    <a:pt x="11924" y="48442"/>
                    <a:pt x="11766" y="48446"/>
                    <a:pt x="11610" y="48446"/>
                  </a:cubicBezTo>
                  <a:cubicBezTo>
                    <a:pt x="11074" y="48446"/>
                    <a:pt x="10566" y="48400"/>
                    <a:pt x="10304" y="47995"/>
                  </a:cubicBezTo>
                  <a:cubicBezTo>
                    <a:pt x="10122" y="47721"/>
                    <a:pt x="10122" y="47326"/>
                    <a:pt x="10152" y="46992"/>
                  </a:cubicBezTo>
                  <a:cubicBezTo>
                    <a:pt x="10791" y="37721"/>
                    <a:pt x="11459" y="28420"/>
                    <a:pt x="12098" y="19119"/>
                  </a:cubicBezTo>
                  <a:cubicBezTo>
                    <a:pt x="12128" y="18998"/>
                    <a:pt x="12128" y="18906"/>
                    <a:pt x="12128" y="18815"/>
                  </a:cubicBezTo>
                  <a:cubicBezTo>
                    <a:pt x="12219" y="17751"/>
                    <a:pt x="12280" y="16718"/>
                    <a:pt x="12554" y="15715"/>
                  </a:cubicBezTo>
                  <a:cubicBezTo>
                    <a:pt x="12766" y="14925"/>
                    <a:pt x="13131" y="14134"/>
                    <a:pt x="13496" y="13374"/>
                  </a:cubicBezTo>
                  <a:cubicBezTo>
                    <a:pt x="14256" y="11915"/>
                    <a:pt x="15168" y="10548"/>
                    <a:pt x="15867" y="9089"/>
                  </a:cubicBezTo>
                  <a:cubicBezTo>
                    <a:pt x="15958" y="8846"/>
                    <a:pt x="16049" y="8633"/>
                    <a:pt x="16110" y="8390"/>
                  </a:cubicBezTo>
                  <a:cubicBezTo>
                    <a:pt x="16323" y="3618"/>
                    <a:pt x="16657" y="1"/>
                    <a:pt x="16657" y="0"/>
                  </a:cubicBezTo>
                  <a:close/>
                </a:path>
              </a:pathLst>
            </a:custGeom>
            <a:solidFill>
              <a:srgbClr val="7F6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1409810" y="3057587"/>
              <a:ext cx="582181" cy="1020985"/>
            </a:xfrm>
            <a:custGeom>
              <a:rect b="b" l="l" r="r" t="t"/>
              <a:pathLst>
                <a:path extrusionOk="0" h="33063" w="18853">
                  <a:moveTo>
                    <a:pt x="17724" y="0"/>
                  </a:moveTo>
                  <a:cubicBezTo>
                    <a:pt x="16120" y="0"/>
                    <a:pt x="13057" y="481"/>
                    <a:pt x="10608" y="903"/>
                  </a:cubicBezTo>
                  <a:cubicBezTo>
                    <a:pt x="8572" y="1268"/>
                    <a:pt x="6991" y="1602"/>
                    <a:pt x="6991" y="1602"/>
                  </a:cubicBezTo>
                  <a:cubicBezTo>
                    <a:pt x="6991" y="1602"/>
                    <a:pt x="4681" y="7012"/>
                    <a:pt x="2948" y="15614"/>
                  </a:cubicBezTo>
                  <a:cubicBezTo>
                    <a:pt x="2645" y="17104"/>
                    <a:pt x="2371" y="18624"/>
                    <a:pt x="2097" y="20083"/>
                  </a:cubicBezTo>
                  <a:cubicBezTo>
                    <a:pt x="790" y="27013"/>
                    <a:pt x="0" y="32970"/>
                    <a:pt x="1641" y="33061"/>
                  </a:cubicBezTo>
                  <a:cubicBezTo>
                    <a:pt x="1659" y="33062"/>
                    <a:pt x="1677" y="33063"/>
                    <a:pt x="1695" y="33063"/>
                  </a:cubicBezTo>
                  <a:cubicBezTo>
                    <a:pt x="2461" y="33063"/>
                    <a:pt x="3086" y="32427"/>
                    <a:pt x="3769" y="31299"/>
                  </a:cubicBezTo>
                  <a:cubicBezTo>
                    <a:pt x="4772" y="29596"/>
                    <a:pt x="5958" y="26770"/>
                    <a:pt x="7933" y="23396"/>
                  </a:cubicBezTo>
                  <a:cubicBezTo>
                    <a:pt x="8329" y="22757"/>
                    <a:pt x="8724" y="21967"/>
                    <a:pt x="9240" y="21055"/>
                  </a:cubicBezTo>
                  <a:cubicBezTo>
                    <a:pt x="9727" y="20083"/>
                    <a:pt x="10243" y="19080"/>
                    <a:pt x="10821" y="17924"/>
                  </a:cubicBezTo>
                  <a:cubicBezTo>
                    <a:pt x="11429" y="16739"/>
                    <a:pt x="12037" y="15493"/>
                    <a:pt x="12645" y="14216"/>
                  </a:cubicBezTo>
                  <a:cubicBezTo>
                    <a:pt x="12888" y="13700"/>
                    <a:pt x="13161" y="13183"/>
                    <a:pt x="13374" y="12696"/>
                  </a:cubicBezTo>
                  <a:cubicBezTo>
                    <a:pt x="14043" y="11237"/>
                    <a:pt x="14742" y="9809"/>
                    <a:pt x="15350" y="8441"/>
                  </a:cubicBezTo>
                  <a:cubicBezTo>
                    <a:pt x="16809" y="5219"/>
                    <a:pt x="18025" y="2423"/>
                    <a:pt x="18541" y="1085"/>
                  </a:cubicBezTo>
                  <a:cubicBezTo>
                    <a:pt x="18693" y="721"/>
                    <a:pt x="18785" y="447"/>
                    <a:pt x="18815" y="325"/>
                  </a:cubicBezTo>
                  <a:cubicBezTo>
                    <a:pt x="18852" y="93"/>
                    <a:pt x="18429" y="0"/>
                    <a:pt x="17724" y="0"/>
                  </a:cubicBezTo>
                  <a:close/>
                </a:path>
              </a:pathLst>
            </a:custGeom>
            <a:solidFill>
              <a:srgbClr val="F2E6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1622846" y="2486998"/>
              <a:ext cx="602623" cy="629056"/>
            </a:xfrm>
            <a:custGeom>
              <a:rect b="b" l="l" r="r" t="t"/>
              <a:pathLst>
                <a:path extrusionOk="0" h="20371" w="19515">
                  <a:moveTo>
                    <a:pt x="16558" y="0"/>
                  </a:moveTo>
                  <a:cubicBezTo>
                    <a:pt x="16269" y="0"/>
                    <a:pt x="15958" y="30"/>
                    <a:pt x="15624" y="80"/>
                  </a:cubicBezTo>
                  <a:cubicBezTo>
                    <a:pt x="13527" y="445"/>
                    <a:pt x="7904" y="3119"/>
                    <a:pt x="4256" y="9198"/>
                  </a:cubicBezTo>
                  <a:cubicBezTo>
                    <a:pt x="4104" y="9442"/>
                    <a:pt x="4013" y="9715"/>
                    <a:pt x="3861" y="9928"/>
                  </a:cubicBezTo>
                  <a:cubicBezTo>
                    <a:pt x="3314" y="10870"/>
                    <a:pt x="2858" y="11752"/>
                    <a:pt x="2493" y="12603"/>
                  </a:cubicBezTo>
                  <a:cubicBezTo>
                    <a:pt x="1612" y="14426"/>
                    <a:pt x="1065" y="15885"/>
                    <a:pt x="700" y="17041"/>
                  </a:cubicBezTo>
                  <a:cubicBezTo>
                    <a:pt x="426" y="17861"/>
                    <a:pt x="274" y="18530"/>
                    <a:pt x="153" y="19016"/>
                  </a:cubicBezTo>
                  <a:cubicBezTo>
                    <a:pt x="62" y="19685"/>
                    <a:pt x="1" y="20050"/>
                    <a:pt x="1" y="20050"/>
                  </a:cubicBezTo>
                  <a:cubicBezTo>
                    <a:pt x="668" y="20224"/>
                    <a:pt x="1161" y="20316"/>
                    <a:pt x="1692" y="20316"/>
                  </a:cubicBezTo>
                  <a:cubicBezTo>
                    <a:pt x="2177" y="20316"/>
                    <a:pt x="2694" y="20240"/>
                    <a:pt x="3405" y="20080"/>
                  </a:cubicBezTo>
                  <a:cubicBezTo>
                    <a:pt x="3496" y="20080"/>
                    <a:pt x="3618" y="20050"/>
                    <a:pt x="3770" y="19989"/>
                  </a:cubicBezTo>
                  <a:cubicBezTo>
                    <a:pt x="4020" y="19934"/>
                    <a:pt x="4239" y="19911"/>
                    <a:pt x="4436" y="19911"/>
                  </a:cubicBezTo>
                  <a:cubicBezTo>
                    <a:pt x="5321" y="19911"/>
                    <a:pt x="5744" y="20371"/>
                    <a:pt x="6502" y="20371"/>
                  </a:cubicBezTo>
                  <a:cubicBezTo>
                    <a:pt x="6780" y="20371"/>
                    <a:pt x="7102" y="20309"/>
                    <a:pt x="7509" y="20141"/>
                  </a:cubicBezTo>
                  <a:cubicBezTo>
                    <a:pt x="7997" y="19947"/>
                    <a:pt x="8447" y="19896"/>
                    <a:pt x="8872" y="19896"/>
                  </a:cubicBezTo>
                  <a:cubicBezTo>
                    <a:pt x="9346" y="19896"/>
                    <a:pt x="9791" y="19960"/>
                    <a:pt x="10227" y="19960"/>
                  </a:cubicBezTo>
                  <a:cubicBezTo>
                    <a:pt x="10690" y="19960"/>
                    <a:pt x="11143" y="19888"/>
                    <a:pt x="11612" y="19594"/>
                  </a:cubicBezTo>
                  <a:cubicBezTo>
                    <a:pt x="11703" y="19503"/>
                    <a:pt x="11794" y="19442"/>
                    <a:pt x="11916" y="19351"/>
                  </a:cubicBezTo>
                  <a:cubicBezTo>
                    <a:pt x="12281" y="19047"/>
                    <a:pt x="12980" y="18165"/>
                    <a:pt x="13801" y="16949"/>
                  </a:cubicBezTo>
                  <a:cubicBezTo>
                    <a:pt x="14378" y="16129"/>
                    <a:pt x="15016" y="15126"/>
                    <a:pt x="15624" y="14123"/>
                  </a:cubicBezTo>
                  <a:cubicBezTo>
                    <a:pt x="16627" y="12481"/>
                    <a:pt x="17570" y="10657"/>
                    <a:pt x="18299" y="8986"/>
                  </a:cubicBezTo>
                  <a:cubicBezTo>
                    <a:pt x="19059" y="7223"/>
                    <a:pt x="19515" y="5642"/>
                    <a:pt x="19485" y="4457"/>
                  </a:cubicBezTo>
                  <a:cubicBezTo>
                    <a:pt x="19485" y="4396"/>
                    <a:pt x="19485" y="4335"/>
                    <a:pt x="19424" y="4244"/>
                  </a:cubicBezTo>
                  <a:cubicBezTo>
                    <a:pt x="19272" y="2481"/>
                    <a:pt x="18937" y="1387"/>
                    <a:pt x="18390" y="779"/>
                  </a:cubicBezTo>
                  <a:cubicBezTo>
                    <a:pt x="17927" y="206"/>
                    <a:pt x="17320" y="0"/>
                    <a:pt x="16558" y="0"/>
                  </a:cubicBezTo>
                  <a:close/>
                </a:path>
              </a:pathLst>
            </a:custGeom>
            <a:solidFill>
              <a:srgbClr val="F69E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1729850" y="1752837"/>
              <a:ext cx="114548" cy="105623"/>
            </a:xfrm>
            <a:custGeom>
              <a:rect b="b" l="l" r="r" t="t"/>
              <a:pathLst>
                <a:path extrusionOk="0" h="4907" w="5321">
                  <a:moveTo>
                    <a:pt x="2634" y="0"/>
                  </a:moveTo>
                  <a:cubicBezTo>
                    <a:pt x="1485" y="0"/>
                    <a:pt x="433" y="829"/>
                    <a:pt x="244" y="2017"/>
                  </a:cubicBezTo>
                  <a:cubicBezTo>
                    <a:pt x="1" y="3354"/>
                    <a:pt x="882" y="4631"/>
                    <a:pt x="2220" y="4874"/>
                  </a:cubicBezTo>
                  <a:cubicBezTo>
                    <a:pt x="2354" y="4896"/>
                    <a:pt x="2489" y="4906"/>
                    <a:pt x="2622" y="4906"/>
                  </a:cubicBezTo>
                  <a:cubicBezTo>
                    <a:pt x="3784" y="4906"/>
                    <a:pt x="4856" y="4098"/>
                    <a:pt x="5047" y="2898"/>
                  </a:cubicBezTo>
                  <a:cubicBezTo>
                    <a:pt x="5320" y="1561"/>
                    <a:pt x="4439" y="284"/>
                    <a:pt x="3071" y="41"/>
                  </a:cubicBezTo>
                  <a:cubicBezTo>
                    <a:pt x="2925" y="14"/>
                    <a:pt x="2778" y="0"/>
                    <a:pt x="2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1750150" y="1772146"/>
              <a:ext cx="71342" cy="67158"/>
            </a:xfrm>
            <a:custGeom>
              <a:rect b="b" l="l" r="r" t="t"/>
              <a:pathLst>
                <a:path extrusionOk="0" h="3120" w="3314">
                  <a:moveTo>
                    <a:pt x="1680" y="1"/>
                  </a:moveTo>
                  <a:cubicBezTo>
                    <a:pt x="955" y="1"/>
                    <a:pt x="288" y="540"/>
                    <a:pt x="152" y="1272"/>
                  </a:cubicBezTo>
                  <a:cubicBezTo>
                    <a:pt x="0" y="2153"/>
                    <a:pt x="578" y="2943"/>
                    <a:pt x="1429" y="3095"/>
                  </a:cubicBezTo>
                  <a:cubicBezTo>
                    <a:pt x="1521" y="3112"/>
                    <a:pt x="1612" y="3120"/>
                    <a:pt x="1703" y="3120"/>
                  </a:cubicBezTo>
                  <a:cubicBezTo>
                    <a:pt x="2449" y="3120"/>
                    <a:pt x="3117" y="2581"/>
                    <a:pt x="3252" y="1849"/>
                  </a:cubicBezTo>
                  <a:cubicBezTo>
                    <a:pt x="3313" y="1484"/>
                    <a:pt x="3252" y="1150"/>
                    <a:pt x="3100" y="876"/>
                  </a:cubicBezTo>
                  <a:cubicBezTo>
                    <a:pt x="2948" y="968"/>
                    <a:pt x="2827" y="1120"/>
                    <a:pt x="2675" y="1241"/>
                  </a:cubicBezTo>
                  <a:cubicBezTo>
                    <a:pt x="2553" y="1393"/>
                    <a:pt x="2401" y="1545"/>
                    <a:pt x="2219" y="1575"/>
                  </a:cubicBezTo>
                  <a:cubicBezTo>
                    <a:pt x="2177" y="1596"/>
                    <a:pt x="2131" y="1606"/>
                    <a:pt x="2084" y="1606"/>
                  </a:cubicBezTo>
                  <a:cubicBezTo>
                    <a:pt x="1926" y="1606"/>
                    <a:pt x="1763" y="1496"/>
                    <a:pt x="1763" y="1332"/>
                  </a:cubicBezTo>
                  <a:cubicBezTo>
                    <a:pt x="1763" y="1272"/>
                    <a:pt x="1763" y="1180"/>
                    <a:pt x="1793" y="1120"/>
                  </a:cubicBezTo>
                  <a:cubicBezTo>
                    <a:pt x="1945" y="846"/>
                    <a:pt x="2189" y="390"/>
                    <a:pt x="2493" y="208"/>
                  </a:cubicBezTo>
                  <a:cubicBezTo>
                    <a:pt x="2341" y="147"/>
                    <a:pt x="2128" y="56"/>
                    <a:pt x="1945" y="25"/>
                  </a:cubicBezTo>
                  <a:cubicBezTo>
                    <a:pt x="1857" y="9"/>
                    <a:pt x="1768" y="1"/>
                    <a:pt x="1680" y="1"/>
                  </a:cubicBezTo>
                  <a:close/>
                </a:path>
              </a:pathLst>
            </a:custGeom>
            <a:solidFill>
              <a:srgbClr val="0C0C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1812507" y="1800075"/>
              <a:ext cx="673327" cy="361855"/>
            </a:xfrm>
            <a:custGeom>
              <a:rect b="b" l="l" r="r" t="t"/>
              <a:pathLst>
                <a:path extrusionOk="0" h="8122" w="14439">
                  <a:moveTo>
                    <a:pt x="2596" y="1"/>
                  </a:moveTo>
                  <a:cubicBezTo>
                    <a:pt x="1763" y="1"/>
                    <a:pt x="0" y="1419"/>
                    <a:pt x="0" y="1758"/>
                  </a:cubicBezTo>
                  <a:lnTo>
                    <a:pt x="0" y="1849"/>
                  </a:lnTo>
                  <a:cubicBezTo>
                    <a:pt x="31" y="2245"/>
                    <a:pt x="456" y="3096"/>
                    <a:pt x="942" y="3248"/>
                  </a:cubicBezTo>
                  <a:cubicBezTo>
                    <a:pt x="1429" y="3400"/>
                    <a:pt x="5076" y="4068"/>
                    <a:pt x="7599" y="5041"/>
                  </a:cubicBezTo>
                  <a:cubicBezTo>
                    <a:pt x="9514" y="5801"/>
                    <a:pt x="12098" y="7412"/>
                    <a:pt x="13314" y="7959"/>
                  </a:cubicBezTo>
                  <a:cubicBezTo>
                    <a:pt x="13549" y="8077"/>
                    <a:pt x="13767" y="8121"/>
                    <a:pt x="13895" y="8121"/>
                  </a:cubicBezTo>
                  <a:cubicBezTo>
                    <a:pt x="13932" y="8121"/>
                    <a:pt x="13962" y="8118"/>
                    <a:pt x="13982" y="8111"/>
                  </a:cubicBezTo>
                  <a:cubicBezTo>
                    <a:pt x="14438" y="7868"/>
                    <a:pt x="8146" y="1637"/>
                    <a:pt x="2766" y="26"/>
                  </a:cubicBezTo>
                  <a:cubicBezTo>
                    <a:pt x="2715" y="9"/>
                    <a:pt x="2658" y="1"/>
                    <a:pt x="2596" y="1"/>
                  </a:cubicBezTo>
                  <a:close/>
                </a:path>
              </a:pathLst>
            </a:custGeom>
            <a:solidFill>
              <a:srgbClr val="A3A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1809663" y="1800075"/>
              <a:ext cx="676171" cy="361855"/>
            </a:xfrm>
            <a:custGeom>
              <a:rect b="b" l="l" r="r" t="t"/>
              <a:pathLst>
                <a:path extrusionOk="0" h="8122" w="14500">
                  <a:moveTo>
                    <a:pt x="2626" y="1"/>
                  </a:moveTo>
                  <a:cubicBezTo>
                    <a:pt x="1790" y="1"/>
                    <a:pt x="0" y="1419"/>
                    <a:pt x="0" y="1758"/>
                  </a:cubicBezTo>
                  <a:lnTo>
                    <a:pt x="0" y="1849"/>
                  </a:lnTo>
                  <a:cubicBezTo>
                    <a:pt x="1034" y="2032"/>
                    <a:pt x="4985" y="2792"/>
                    <a:pt x="8025" y="4372"/>
                  </a:cubicBezTo>
                  <a:cubicBezTo>
                    <a:pt x="10457" y="5679"/>
                    <a:pt x="12280" y="7199"/>
                    <a:pt x="13375" y="7959"/>
                  </a:cubicBezTo>
                  <a:cubicBezTo>
                    <a:pt x="13610" y="8077"/>
                    <a:pt x="13828" y="8121"/>
                    <a:pt x="13956" y="8121"/>
                  </a:cubicBezTo>
                  <a:cubicBezTo>
                    <a:pt x="13993" y="8121"/>
                    <a:pt x="14023" y="8118"/>
                    <a:pt x="14043" y="8111"/>
                  </a:cubicBezTo>
                  <a:cubicBezTo>
                    <a:pt x="14499" y="7868"/>
                    <a:pt x="8207" y="1637"/>
                    <a:pt x="2797" y="26"/>
                  </a:cubicBezTo>
                  <a:cubicBezTo>
                    <a:pt x="2746" y="9"/>
                    <a:pt x="2689" y="1"/>
                    <a:pt x="2626" y="1"/>
                  </a:cubicBezTo>
                  <a:close/>
                </a:path>
              </a:pathLst>
            </a:custGeom>
            <a:solidFill>
              <a:srgbClr val="BFBE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1700755" y="2623670"/>
              <a:ext cx="524713" cy="253463"/>
            </a:xfrm>
            <a:custGeom>
              <a:rect b="b" l="l" r="r" t="t"/>
              <a:pathLst>
                <a:path extrusionOk="0" h="8208" w="16992">
                  <a:moveTo>
                    <a:pt x="16962" y="0"/>
                  </a:moveTo>
                  <a:lnTo>
                    <a:pt x="16962" y="0"/>
                  </a:lnTo>
                  <a:cubicBezTo>
                    <a:pt x="16262" y="31"/>
                    <a:pt x="15503" y="517"/>
                    <a:pt x="14925" y="669"/>
                  </a:cubicBezTo>
                  <a:cubicBezTo>
                    <a:pt x="14256" y="882"/>
                    <a:pt x="13436" y="669"/>
                    <a:pt x="12828" y="1064"/>
                  </a:cubicBezTo>
                  <a:cubicBezTo>
                    <a:pt x="12615" y="1216"/>
                    <a:pt x="12433" y="1459"/>
                    <a:pt x="12159" y="1581"/>
                  </a:cubicBezTo>
                  <a:cubicBezTo>
                    <a:pt x="11994" y="1660"/>
                    <a:pt x="11815" y="1688"/>
                    <a:pt x="11629" y="1688"/>
                  </a:cubicBezTo>
                  <a:cubicBezTo>
                    <a:pt x="11199" y="1688"/>
                    <a:pt x="10733" y="1541"/>
                    <a:pt x="10322" y="1541"/>
                  </a:cubicBezTo>
                  <a:cubicBezTo>
                    <a:pt x="10091" y="1541"/>
                    <a:pt x="9877" y="1587"/>
                    <a:pt x="9697" y="1733"/>
                  </a:cubicBezTo>
                  <a:cubicBezTo>
                    <a:pt x="9484" y="1885"/>
                    <a:pt x="9423" y="2128"/>
                    <a:pt x="9241" y="2280"/>
                  </a:cubicBezTo>
                  <a:cubicBezTo>
                    <a:pt x="9040" y="2447"/>
                    <a:pt x="8807" y="2502"/>
                    <a:pt x="8558" y="2502"/>
                  </a:cubicBezTo>
                  <a:cubicBezTo>
                    <a:pt x="8091" y="2502"/>
                    <a:pt x="7568" y="2311"/>
                    <a:pt x="7090" y="2311"/>
                  </a:cubicBezTo>
                  <a:cubicBezTo>
                    <a:pt x="6895" y="2311"/>
                    <a:pt x="6708" y="2343"/>
                    <a:pt x="6536" y="2432"/>
                  </a:cubicBezTo>
                  <a:cubicBezTo>
                    <a:pt x="6262" y="2554"/>
                    <a:pt x="6050" y="2797"/>
                    <a:pt x="5776" y="2888"/>
                  </a:cubicBezTo>
                  <a:cubicBezTo>
                    <a:pt x="5675" y="2919"/>
                    <a:pt x="5571" y="2928"/>
                    <a:pt x="5467" y="2928"/>
                  </a:cubicBezTo>
                  <a:cubicBezTo>
                    <a:pt x="5319" y="2928"/>
                    <a:pt x="5169" y="2910"/>
                    <a:pt x="5024" y="2910"/>
                  </a:cubicBezTo>
                  <a:cubicBezTo>
                    <a:pt x="4874" y="2910"/>
                    <a:pt x="4728" y="2929"/>
                    <a:pt x="4591" y="3010"/>
                  </a:cubicBezTo>
                  <a:cubicBezTo>
                    <a:pt x="4256" y="3192"/>
                    <a:pt x="4135" y="3769"/>
                    <a:pt x="3770" y="3921"/>
                  </a:cubicBezTo>
                  <a:cubicBezTo>
                    <a:pt x="3680" y="3944"/>
                    <a:pt x="3590" y="3950"/>
                    <a:pt x="3499" y="3950"/>
                  </a:cubicBezTo>
                  <a:cubicBezTo>
                    <a:pt x="3399" y="3950"/>
                    <a:pt x="3297" y="3943"/>
                    <a:pt x="3192" y="3943"/>
                  </a:cubicBezTo>
                  <a:cubicBezTo>
                    <a:pt x="3132" y="3943"/>
                    <a:pt x="3072" y="3945"/>
                    <a:pt x="3010" y="3952"/>
                  </a:cubicBezTo>
                  <a:cubicBezTo>
                    <a:pt x="2828" y="3982"/>
                    <a:pt x="2706" y="4104"/>
                    <a:pt x="2554" y="4225"/>
                  </a:cubicBezTo>
                  <a:cubicBezTo>
                    <a:pt x="2280" y="4408"/>
                    <a:pt x="2068" y="4590"/>
                    <a:pt x="1794" y="4772"/>
                  </a:cubicBezTo>
                  <a:cubicBezTo>
                    <a:pt x="1642" y="5016"/>
                    <a:pt x="1521" y="5228"/>
                    <a:pt x="1369" y="5502"/>
                  </a:cubicBezTo>
                  <a:cubicBezTo>
                    <a:pt x="852" y="6444"/>
                    <a:pt x="396" y="7326"/>
                    <a:pt x="1" y="8177"/>
                  </a:cubicBezTo>
                  <a:cubicBezTo>
                    <a:pt x="31" y="8207"/>
                    <a:pt x="122" y="8207"/>
                    <a:pt x="183" y="8207"/>
                  </a:cubicBezTo>
                  <a:cubicBezTo>
                    <a:pt x="639" y="8207"/>
                    <a:pt x="1095" y="7964"/>
                    <a:pt x="1399" y="7630"/>
                  </a:cubicBezTo>
                  <a:cubicBezTo>
                    <a:pt x="1612" y="7417"/>
                    <a:pt x="1794" y="7143"/>
                    <a:pt x="2068" y="6991"/>
                  </a:cubicBezTo>
                  <a:cubicBezTo>
                    <a:pt x="2247" y="6902"/>
                    <a:pt x="2444" y="6878"/>
                    <a:pt x="2646" y="6878"/>
                  </a:cubicBezTo>
                  <a:cubicBezTo>
                    <a:pt x="2867" y="6878"/>
                    <a:pt x="3095" y="6906"/>
                    <a:pt x="3316" y="6906"/>
                  </a:cubicBezTo>
                  <a:cubicBezTo>
                    <a:pt x="3440" y="6906"/>
                    <a:pt x="3562" y="6897"/>
                    <a:pt x="3679" y="6870"/>
                  </a:cubicBezTo>
                  <a:cubicBezTo>
                    <a:pt x="4408" y="6687"/>
                    <a:pt x="4864" y="5806"/>
                    <a:pt x="5624" y="5806"/>
                  </a:cubicBezTo>
                  <a:cubicBezTo>
                    <a:pt x="5867" y="5806"/>
                    <a:pt x="6050" y="5897"/>
                    <a:pt x="6232" y="5927"/>
                  </a:cubicBezTo>
                  <a:cubicBezTo>
                    <a:pt x="6325" y="5943"/>
                    <a:pt x="6418" y="5951"/>
                    <a:pt x="6510" y="5951"/>
                  </a:cubicBezTo>
                  <a:cubicBezTo>
                    <a:pt x="6961" y="5951"/>
                    <a:pt x="7393" y="5769"/>
                    <a:pt x="7721" y="5441"/>
                  </a:cubicBezTo>
                  <a:cubicBezTo>
                    <a:pt x="7843" y="5320"/>
                    <a:pt x="7934" y="5168"/>
                    <a:pt x="8086" y="5046"/>
                  </a:cubicBezTo>
                  <a:cubicBezTo>
                    <a:pt x="8231" y="4952"/>
                    <a:pt x="8384" y="4916"/>
                    <a:pt x="8541" y="4916"/>
                  </a:cubicBezTo>
                  <a:cubicBezTo>
                    <a:pt x="9030" y="4916"/>
                    <a:pt x="9563" y="5261"/>
                    <a:pt x="10044" y="5261"/>
                  </a:cubicBezTo>
                  <a:cubicBezTo>
                    <a:pt x="10154" y="5261"/>
                    <a:pt x="10262" y="5243"/>
                    <a:pt x="10366" y="5198"/>
                  </a:cubicBezTo>
                  <a:cubicBezTo>
                    <a:pt x="10791" y="5046"/>
                    <a:pt x="11034" y="4499"/>
                    <a:pt x="11490" y="4468"/>
                  </a:cubicBezTo>
                  <a:cubicBezTo>
                    <a:pt x="11503" y="4468"/>
                    <a:pt x="11516" y="4467"/>
                    <a:pt x="11529" y="4467"/>
                  </a:cubicBezTo>
                  <a:cubicBezTo>
                    <a:pt x="11896" y="4467"/>
                    <a:pt x="12239" y="4865"/>
                    <a:pt x="12607" y="4865"/>
                  </a:cubicBezTo>
                  <a:cubicBezTo>
                    <a:pt x="12620" y="4865"/>
                    <a:pt x="12633" y="4865"/>
                    <a:pt x="12645" y="4864"/>
                  </a:cubicBezTo>
                  <a:cubicBezTo>
                    <a:pt x="13010" y="4864"/>
                    <a:pt x="13253" y="4529"/>
                    <a:pt x="13618" y="4408"/>
                  </a:cubicBezTo>
                  <a:cubicBezTo>
                    <a:pt x="13717" y="4370"/>
                    <a:pt x="13819" y="4355"/>
                    <a:pt x="13925" y="4355"/>
                  </a:cubicBezTo>
                  <a:cubicBezTo>
                    <a:pt x="14241" y="4355"/>
                    <a:pt x="14583" y="4491"/>
                    <a:pt x="14925" y="4560"/>
                  </a:cubicBezTo>
                  <a:cubicBezTo>
                    <a:pt x="15062" y="4575"/>
                    <a:pt x="15206" y="4582"/>
                    <a:pt x="15351" y="4582"/>
                  </a:cubicBezTo>
                  <a:cubicBezTo>
                    <a:pt x="15495" y="4582"/>
                    <a:pt x="15639" y="4575"/>
                    <a:pt x="15776" y="4560"/>
                  </a:cubicBezTo>
                  <a:cubicBezTo>
                    <a:pt x="16536" y="2797"/>
                    <a:pt x="16992" y="1216"/>
                    <a:pt x="16962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1626614" y="2915357"/>
              <a:ext cx="478733" cy="159928"/>
            </a:xfrm>
            <a:custGeom>
              <a:rect b="b" l="l" r="r" t="t"/>
              <a:pathLst>
                <a:path extrusionOk="0" h="5179" w="15503">
                  <a:moveTo>
                    <a:pt x="7963" y="0"/>
                  </a:moveTo>
                  <a:cubicBezTo>
                    <a:pt x="7424" y="0"/>
                    <a:pt x="7206" y="746"/>
                    <a:pt x="6688" y="919"/>
                  </a:cubicBezTo>
                  <a:cubicBezTo>
                    <a:pt x="6619" y="938"/>
                    <a:pt x="6549" y="946"/>
                    <a:pt x="6477" y="946"/>
                  </a:cubicBezTo>
                  <a:cubicBezTo>
                    <a:pt x="6071" y="946"/>
                    <a:pt x="5619" y="687"/>
                    <a:pt x="5207" y="687"/>
                  </a:cubicBezTo>
                  <a:cubicBezTo>
                    <a:pt x="5110" y="687"/>
                    <a:pt x="5016" y="701"/>
                    <a:pt x="4925" y="737"/>
                  </a:cubicBezTo>
                  <a:cubicBezTo>
                    <a:pt x="4347" y="919"/>
                    <a:pt x="4317" y="1710"/>
                    <a:pt x="3739" y="1953"/>
                  </a:cubicBezTo>
                  <a:cubicBezTo>
                    <a:pt x="3626" y="1993"/>
                    <a:pt x="3509" y="2006"/>
                    <a:pt x="3390" y="2006"/>
                  </a:cubicBezTo>
                  <a:cubicBezTo>
                    <a:pt x="3197" y="2006"/>
                    <a:pt x="3000" y="1972"/>
                    <a:pt x="2812" y="1972"/>
                  </a:cubicBezTo>
                  <a:cubicBezTo>
                    <a:pt x="2680" y="1972"/>
                    <a:pt x="2552" y="1989"/>
                    <a:pt x="2432" y="2044"/>
                  </a:cubicBezTo>
                  <a:cubicBezTo>
                    <a:pt x="1976" y="2287"/>
                    <a:pt x="1915" y="2925"/>
                    <a:pt x="1460" y="3108"/>
                  </a:cubicBezTo>
                  <a:cubicBezTo>
                    <a:pt x="1308" y="3199"/>
                    <a:pt x="1125" y="3199"/>
                    <a:pt x="912" y="3199"/>
                  </a:cubicBezTo>
                  <a:lnTo>
                    <a:pt x="548" y="3199"/>
                  </a:lnTo>
                  <a:cubicBezTo>
                    <a:pt x="274" y="4020"/>
                    <a:pt x="122" y="4688"/>
                    <a:pt x="1" y="5175"/>
                  </a:cubicBezTo>
                  <a:cubicBezTo>
                    <a:pt x="40" y="5177"/>
                    <a:pt x="79" y="5178"/>
                    <a:pt x="118" y="5178"/>
                  </a:cubicBezTo>
                  <a:cubicBezTo>
                    <a:pt x="539" y="5178"/>
                    <a:pt x="977" y="5035"/>
                    <a:pt x="1338" y="4840"/>
                  </a:cubicBezTo>
                  <a:cubicBezTo>
                    <a:pt x="1672" y="4628"/>
                    <a:pt x="1976" y="4324"/>
                    <a:pt x="2402" y="4263"/>
                  </a:cubicBezTo>
                  <a:cubicBezTo>
                    <a:pt x="2489" y="4245"/>
                    <a:pt x="2578" y="4237"/>
                    <a:pt x="2667" y="4237"/>
                  </a:cubicBezTo>
                  <a:cubicBezTo>
                    <a:pt x="3179" y="4237"/>
                    <a:pt x="3721" y="4489"/>
                    <a:pt x="4226" y="4489"/>
                  </a:cubicBezTo>
                  <a:cubicBezTo>
                    <a:pt x="4371" y="4489"/>
                    <a:pt x="4514" y="4469"/>
                    <a:pt x="4651" y="4415"/>
                  </a:cubicBezTo>
                  <a:cubicBezTo>
                    <a:pt x="5137" y="4232"/>
                    <a:pt x="5441" y="3624"/>
                    <a:pt x="6019" y="3564"/>
                  </a:cubicBezTo>
                  <a:cubicBezTo>
                    <a:pt x="6059" y="3558"/>
                    <a:pt x="6099" y="3556"/>
                    <a:pt x="6138" y="3556"/>
                  </a:cubicBezTo>
                  <a:cubicBezTo>
                    <a:pt x="6535" y="3556"/>
                    <a:pt x="6847" y="3820"/>
                    <a:pt x="7235" y="3959"/>
                  </a:cubicBezTo>
                  <a:cubicBezTo>
                    <a:pt x="7432" y="4035"/>
                    <a:pt x="7660" y="4073"/>
                    <a:pt x="7888" y="4073"/>
                  </a:cubicBezTo>
                  <a:cubicBezTo>
                    <a:pt x="8116" y="4073"/>
                    <a:pt x="8344" y="4035"/>
                    <a:pt x="8542" y="3959"/>
                  </a:cubicBezTo>
                  <a:cubicBezTo>
                    <a:pt x="8998" y="3807"/>
                    <a:pt x="9393" y="3472"/>
                    <a:pt x="9879" y="3412"/>
                  </a:cubicBezTo>
                  <a:cubicBezTo>
                    <a:pt x="9914" y="3409"/>
                    <a:pt x="9949" y="3407"/>
                    <a:pt x="9984" y="3407"/>
                  </a:cubicBezTo>
                  <a:cubicBezTo>
                    <a:pt x="10569" y="3407"/>
                    <a:pt x="11151" y="3791"/>
                    <a:pt x="11683" y="3791"/>
                  </a:cubicBezTo>
                  <a:cubicBezTo>
                    <a:pt x="11783" y="3791"/>
                    <a:pt x="11881" y="3778"/>
                    <a:pt x="11976" y="3746"/>
                  </a:cubicBezTo>
                  <a:cubicBezTo>
                    <a:pt x="12432" y="3594"/>
                    <a:pt x="12676" y="3138"/>
                    <a:pt x="13101" y="3017"/>
                  </a:cubicBezTo>
                  <a:cubicBezTo>
                    <a:pt x="13158" y="3008"/>
                    <a:pt x="13213" y="3005"/>
                    <a:pt x="13266" y="3005"/>
                  </a:cubicBezTo>
                  <a:cubicBezTo>
                    <a:pt x="13412" y="3005"/>
                    <a:pt x="13545" y="3033"/>
                    <a:pt x="13679" y="3077"/>
                  </a:cubicBezTo>
                  <a:cubicBezTo>
                    <a:pt x="14256" y="2257"/>
                    <a:pt x="14894" y="1254"/>
                    <a:pt x="15502" y="251"/>
                  </a:cubicBezTo>
                  <a:cubicBezTo>
                    <a:pt x="15368" y="156"/>
                    <a:pt x="15203" y="116"/>
                    <a:pt x="15024" y="116"/>
                  </a:cubicBezTo>
                  <a:cubicBezTo>
                    <a:pt x="14800" y="116"/>
                    <a:pt x="14554" y="179"/>
                    <a:pt x="14317" y="281"/>
                  </a:cubicBezTo>
                  <a:cubicBezTo>
                    <a:pt x="13952" y="463"/>
                    <a:pt x="13557" y="737"/>
                    <a:pt x="13162" y="798"/>
                  </a:cubicBezTo>
                  <a:cubicBezTo>
                    <a:pt x="13080" y="811"/>
                    <a:pt x="12999" y="817"/>
                    <a:pt x="12918" y="817"/>
                  </a:cubicBezTo>
                  <a:cubicBezTo>
                    <a:pt x="12459" y="817"/>
                    <a:pt x="12016" y="618"/>
                    <a:pt x="11551" y="463"/>
                  </a:cubicBezTo>
                  <a:cubicBezTo>
                    <a:pt x="11262" y="361"/>
                    <a:pt x="10944" y="278"/>
                    <a:pt x="10640" y="278"/>
                  </a:cubicBezTo>
                  <a:cubicBezTo>
                    <a:pt x="10401" y="278"/>
                    <a:pt x="10171" y="330"/>
                    <a:pt x="9970" y="463"/>
                  </a:cubicBezTo>
                  <a:cubicBezTo>
                    <a:pt x="9788" y="585"/>
                    <a:pt x="9636" y="767"/>
                    <a:pt x="9393" y="798"/>
                  </a:cubicBezTo>
                  <a:cubicBezTo>
                    <a:pt x="9366" y="802"/>
                    <a:pt x="9339" y="805"/>
                    <a:pt x="9313" y="805"/>
                  </a:cubicBezTo>
                  <a:cubicBezTo>
                    <a:pt x="8847" y="805"/>
                    <a:pt x="8574" y="65"/>
                    <a:pt x="8055" y="7"/>
                  </a:cubicBezTo>
                  <a:cubicBezTo>
                    <a:pt x="8024" y="3"/>
                    <a:pt x="7993" y="0"/>
                    <a:pt x="7963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1409810" y="3677707"/>
              <a:ext cx="285362" cy="400853"/>
            </a:xfrm>
            <a:custGeom>
              <a:rect b="b" l="l" r="r" t="t"/>
              <a:pathLst>
                <a:path extrusionOk="0" h="12981" w="9241">
                  <a:moveTo>
                    <a:pt x="2097" y="1"/>
                  </a:moveTo>
                  <a:lnTo>
                    <a:pt x="2097" y="1"/>
                  </a:lnTo>
                  <a:cubicBezTo>
                    <a:pt x="790" y="6931"/>
                    <a:pt x="0" y="12888"/>
                    <a:pt x="1641" y="12979"/>
                  </a:cubicBezTo>
                  <a:cubicBezTo>
                    <a:pt x="1656" y="12980"/>
                    <a:pt x="1670" y="12980"/>
                    <a:pt x="1685" y="12980"/>
                  </a:cubicBezTo>
                  <a:cubicBezTo>
                    <a:pt x="3632" y="12980"/>
                    <a:pt x="4675" y="8896"/>
                    <a:pt x="7933" y="3314"/>
                  </a:cubicBezTo>
                  <a:cubicBezTo>
                    <a:pt x="8329" y="2675"/>
                    <a:pt x="8754" y="1885"/>
                    <a:pt x="9240" y="973"/>
                  </a:cubicBezTo>
                  <a:lnTo>
                    <a:pt x="9240" y="973"/>
                  </a:lnTo>
                  <a:cubicBezTo>
                    <a:pt x="8299" y="2200"/>
                    <a:pt x="5829" y="5330"/>
                    <a:pt x="4097" y="5330"/>
                  </a:cubicBezTo>
                  <a:cubicBezTo>
                    <a:pt x="3984" y="5330"/>
                    <a:pt x="3875" y="5317"/>
                    <a:pt x="3769" y="5289"/>
                  </a:cubicBezTo>
                  <a:cubicBezTo>
                    <a:pt x="2006" y="4833"/>
                    <a:pt x="1945" y="2493"/>
                    <a:pt x="2097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1563713" y="3318240"/>
              <a:ext cx="320102" cy="135316"/>
            </a:xfrm>
            <a:custGeom>
              <a:rect b="b" l="l" r="r" t="t"/>
              <a:pathLst>
                <a:path extrusionOk="0" h="4382" w="10366">
                  <a:moveTo>
                    <a:pt x="10366" y="0"/>
                  </a:moveTo>
                  <a:cubicBezTo>
                    <a:pt x="9940" y="61"/>
                    <a:pt x="9545" y="152"/>
                    <a:pt x="9332" y="152"/>
                  </a:cubicBezTo>
                  <a:cubicBezTo>
                    <a:pt x="9143" y="152"/>
                    <a:pt x="8956" y="150"/>
                    <a:pt x="8773" y="150"/>
                  </a:cubicBezTo>
                  <a:cubicBezTo>
                    <a:pt x="8221" y="150"/>
                    <a:pt x="7691" y="167"/>
                    <a:pt x="7144" y="304"/>
                  </a:cubicBezTo>
                  <a:cubicBezTo>
                    <a:pt x="6749" y="426"/>
                    <a:pt x="6384" y="608"/>
                    <a:pt x="5989" y="608"/>
                  </a:cubicBezTo>
                  <a:cubicBezTo>
                    <a:pt x="5320" y="608"/>
                    <a:pt x="4695" y="129"/>
                    <a:pt x="4058" y="129"/>
                  </a:cubicBezTo>
                  <a:cubicBezTo>
                    <a:pt x="3942" y="129"/>
                    <a:pt x="3826" y="145"/>
                    <a:pt x="3709" y="182"/>
                  </a:cubicBezTo>
                  <a:cubicBezTo>
                    <a:pt x="3041" y="365"/>
                    <a:pt x="2767" y="1155"/>
                    <a:pt x="2281" y="1672"/>
                  </a:cubicBezTo>
                  <a:cubicBezTo>
                    <a:pt x="1703" y="2189"/>
                    <a:pt x="913" y="2310"/>
                    <a:pt x="275" y="2736"/>
                  </a:cubicBezTo>
                  <a:cubicBezTo>
                    <a:pt x="183" y="2766"/>
                    <a:pt x="123" y="2857"/>
                    <a:pt x="62" y="2918"/>
                  </a:cubicBezTo>
                  <a:cubicBezTo>
                    <a:pt x="1" y="3100"/>
                    <a:pt x="183" y="3283"/>
                    <a:pt x="366" y="3374"/>
                  </a:cubicBezTo>
                  <a:cubicBezTo>
                    <a:pt x="599" y="3476"/>
                    <a:pt x="846" y="3508"/>
                    <a:pt x="1101" y="3508"/>
                  </a:cubicBezTo>
                  <a:cubicBezTo>
                    <a:pt x="1496" y="3508"/>
                    <a:pt x="1910" y="3433"/>
                    <a:pt x="2322" y="3433"/>
                  </a:cubicBezTo>
                  <a:cubicBezTo>
                    <a:pt x="2512" y="3433"/>
                    <a:pt x="2702" y="3449"/>
                    <a:pt x="2889" y="3496"/>
                  </a:cubicBezTo>
                  <a:cubicBezTo>
                    <a:pt x="3527" y="3648"/>
                    <a:pt x="4013" y="4164"/>
                    <a:pt x="4682" y="4316"/>
                  </a:cubicBezTo>
                  <a:cubicBezTo>
                    <a:pt x="4828" y="4371"/>
                    <a:pt x="4996" y="4382"/>
                    <a:pt x="5172" y="4382"/>
                  </a:cubicBezTo>
                  <a:cubicBezTo>
                    <a:pt x="5290" y="4382"/>
                    <a:pt x="5411" y="4377"/>
                    <a:pt x="5533" y="4377"/>
                  </a:cubicBezTo>
                  <a:lnTo>
                    <a:pt x="8269" y="4255"/>
                  </a:lnTo>
                  <a:lnTo>
                    <a:pt x="8390" y="4255"/>
                  </a:lnTo>
                  <a:cubicBezTo>
                    <a:pt x="9059" y="2796"/>
                    <a:pt x="9758" y="1368"/>
                    <a:pt x="10366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1535582" y="3496569"/>
              <a:ext cx="263777" cy="131425"/>
            </a:xfrm>
            <a:custGeom>
              <a:rect b="b" l="l" r="r" t="t"/>
              <a:pathLst>
                <a:path extrusionOk="0" h="4256" w="8542">
                  <a:moveTo>
                    <a:pt x="8541" y="0"/>
                  </a:moveTo>
                  <a:lnTo>
                    <a:pt x="8541" y="0"/>
                  </a:lnTo>
                  <a:cubicBezTo>
                    <a:pt x="8116" y="31"/>
                    <a:pt x="7721" y="183"/>
                    <a:pt x="7447" y="243"/>
                  </a:cubicBezTo>
                  <a:cubicBezTo>
                    <a:pt x="7174" y="365"/>
                    <a:pt x="6961" y="547"/>
                    <a:pt x="6687" y="699"/>
                  </a:cubicBezTo>
                  <a:cubicBezTo>
                    <a:pt x="5623" y="1368"/>
                    <a:pt x="4286" y="1398"/>
                    <a:pt x="3070" y="1581"/>
                  </a:cubicBezTo>
                  <a:cubicBezTo>
                    <a:pt x="1854" y="1824"/>
                    <a:pt x="486" y="2310"/>
                    <a:pt x="0" y="3435"/>
                  </a:cubicBezTo>
                  <a:cubicBezTo>
                    <a:pt x="730" y="3678"/>
                    <a:pt x="1398" y="3891"/>
                    <a:pt x="2097" y="4134"/>
                  </a:cubicBezTo>
                  <a:cubicBezTo>
                    <a:pt x="2310" y="4195"/>
                    <a:pt x="2553" y="4256"/>
                    <a:pt x="2766" y="4256"/>
                  </a:cubicBezTo>
                  <a:cubicBezTo>
                    <a:pt x="3252" y="4195"/>
                    <a:pt x="3648" y="3800"/>
                    <a:pt x="4104" y="3678"/>
                  </a:cubicBezTo>
                  <a:cubicBezTo>
                    <a:pt x="4219" y="3649"/>
                    <a:pt x="4338" y="3639"/>
                    <a:pt x="4458" y="3639"/>
                  </a:cubicBezTo>
                  <a:cubicBezTo>
                    <a:pt x="4716" y="3639"/>
                    <a:pt x="4979" y="3688"/>
                    <a:pt x="5228" y="3708"/>
                  </a:cubicBezTo>
                  <a:cubicBezTo>
                    <a:pt x="5487" y="3754"/>
                    <a:pt x="5737" y="3777"/>
                    <a:pt x="5984" y="3777"/>
                  </a:cubicBezTo>
                  <a:cubicBezTo>
                    <a:pt x="6231" y="3777"/>
                    <a:pt x="6474" y="3754"/>
                    <a:pt x="6718" y="3708"/>
                  </a:cubicBezTo>
                  <a:cubicBezTo>
                    <a:pt x="7325" y="2523"/>
                    <a:pt x="7933" y="1277"/>
                    <a:pt x="8541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1489572" y="3742462"/>
              <a:ext cx="31" cy="1915"/>
            </a:xfrm>
            <a:custGeom>
              <a:rect b="b" l="l" r="r" t="t"/>
              <a:pathLst>
                <a:path extrusionOk="0" fill="none" h="62" w="1">
                  <a:moveTo>
                    <a:pt x="1" y="1"/>
                  </a:moveTo>
                  <a:lnTo>
                    <a:pt x="1" y="62"/>
                  </a:lnTo>
                  <a:close/>
                </a:path>
              </a:pathLst>
            </a:custGeom>
            <a:noFill/>
            <a:ln cap="flat" cmpd="sng" w="4550">
              <a:solidFill>
                <a:srgbClr val="000000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1309360" y="3699292"/>
              <a:ext cx="180247" cy="334214"/>
            </a:xfrm>
            <a:custGeom>
              <a:rect b="b" l="l" r="r" t="t"/>
              <a:pathLst>
                <a:path extrusionOk="0" h="10823" w="5837">
                  <a:moveTo>
                    <a:pt x="973" y="1"/>
                  </a:moveTo>
                  <a:lnTo>
                    <a:pt x="973" y="1"/>
                  </a:lnTo>
                  <a:cubicBezTo>
                    <a:pt x="1" y="6171"/>
                    <a:pt x="31" y="10335"/>
                    <a:pt x="609" y="10730"/>
                  </a:cubicBezTo>
                  <a:cubicBezTo>
                    <a:pt x="692" y="10788"/>
                    <a:pt x="791" y="10822"/>
                    <a:pt x="905" y="10822"/>
                  </a:cubicBezTo>
                  <a:cubicBezTo>
                    <a:pt x="1749" y="10822"/>
                    <a:pt x="3428" y="8982"/>
                    <a:pt x="5837" y="1460"/>
                  </a:cubicBezTo>
                  <a:lnTo>
                    <a:pt x="5837" y="1460"/>
                  </a:lnTo>
                  <a:cubicBezTo>
                    <a:pt x="5655" y="1914"/>
                    <a:pt x="4268" y="5594"/>
                    <a:pt x="2635" y="5594"/>
                  </a:cubicBezTo>
                  <a:cubicBezTo>
                    <a:pt x="2628" y="5594"/>
                    <a:pt x="2621" y="5594"/>
                    <a:pt x="2615" y="5593"/>
                  </a:cubicBezTo>
                  <a:cubicBezTo>
                    <a:pt x="973" y="5502"/>
                    <a:pt x="639" y="2767"/>
                    <a:pt x="973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1419198" y="3263800"/>
              <a:ext cx="87298" cy="109315"/>
            </a:xfrm>
            <a:custGeom>
              <a:rect b="b" l="l" r="r" t="t"/>
              <a:pathLst>
                <a:path extrusionOk="0" h="3540" w="2827">
                  <a:moveTo>
                    <a:pt x="882" y="0"/>
                  </a:moveTo>
                  <a:cubicBezTo>
                    <a:pt x="608" y="912"/>
                    <a:pt x="304" y="1915"/>
                    <a:pt x="0" y="2979"/>
                  </a:cubicBezTo>
                  <a:lnTo>
                    <a:pt x="912" y="3313"/>
                  </a:lnTo>
                  <a:cubicBezTo>
                    <a:pt x="1229" y="3427"/>
                    <a:pt x="1563" y="3540"/>
                    <a:pt x="1889" y="3540"/>
                  </a:cubicBezTo>
                  <a:cubicBezTo>
                    <a:pt x="2000" y="3540"/>
                    <a:pt x="2111" y="3527"/>
                    <a:pt x="2219" y="3496"/>
                  </a:cubicBezTo>
                  <a:cubicBezTo>
                    <a:pt x="2280" y="3496"/>
                    <a:pt x="2371" y="3465"/>
                    <a:pt x="2401" y="3435"/>
                  </a:cubicBezTo>
                  <a:cubicBezTo>
                    <a:pt x="2462" y="3344"/>
                    <a:pt x="2523" y="3252"/>
                    <a:pt x="2553" y="3131"/>
                  </a:cubicBezTo>
                  <a:cubicBezTo>
                    <a:pt x="2675" y="2736"/>
                    <a:pt x="2827" y="2341"/>
                    <a:pt x="2614" y="1945"/>
                  </a:cubicBezTo>
                  <a:cubicBezTo>
                    <a:pt x="2493" y="1702"/>
                    <a:pt x="2249" y="1611"/>
                    <a:pt x="2097" y="1368"/>
                  </a:cubicBezTo>
                  <a:cubicBezTo>
                    <a:pt x="2006" y="1246"/>
                    <a:pt x="1976" y="1125"/>
                    <a:pt x="1885" y="1003"/>
                  </a:cubicBezTo>
                  <a:cubicBezTo>
                    <a:pt x="1702" y="669"/>
                    <a:pt x="1337" y="426"/>
                    <a:pt x="1034" y="152"/>
                  </a:cubicBezTo>
                  <a:cubicBezTo>
                    <a:pt x="973" y="122"/>
                    <a:pt x="912" y="91"/>
                    <a:pt x="882" y="0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1361917" y="3490918"/>
              <a:ext cx="102367" cy="116788"/>
            </a:xfrm>
            <a:custGeom>
              <a:rect b="b" l="l" r="r" t="t"/>
              <a:pathLst>
                <a:path extrusionOk="0" h="3782" w="3315">
                  <a:moveTo>
                    <a:pt x="670" y="1"/>
                  </a:moveTo>
                  <a:cubicBezTo>
                    <a:pt x="426" y="1065"/>
                    <a:pt x="183" y="2037"/>
                    <a:pt x="1" y="3040"/>
                  </a:cubicBezTo>
                  <a:cubicBezTo>
                    <a:pt x="882" y="3284"/>
                    <a:pt x="1703" y="3527"/>
                    <a:pt x="2585" y="3740"/>
                  </a:cubicBezTo>
                  <a:cubicBezTo>
                    <a:pt x="2668" y="3756"/>
                    <a:pt x="2760" y="3782"/>
                    <a:pt x="2851" y="3782"/>
                  </a:cubicBezTo>
                  <a:cubicBezTo>
                    <a:pt x="2927" y="3782"/>
                    <a:pt x="3002" y="3764"/>
                    <a:pt x="3071" y="3709"/>
                  </a:cubicBezTo>
                  <a:cubicBezTo>
                    <a:pt x="3314" y="3527"/>
                    <a:pt x="3192" y="3192"/>
                    <a:pt x="3253" y="2919"/>
                  </a:cubicBezTo>
                  <a:cubicBezTo>
                    <a:pt x="2949" y="2888"/>
                    <a:pt x="2706" y="2524"/>
                    <a:pt x="2585" y="2220"/>
                  </a:cubicBezTo>
                  <a:cubicBezTo>
                    <a:pt x="2463" y="1916"/>
                    <a:pt x="2433" y="1581"/>
                    <a:pt x="2250" y="1277"/>
                  </a:cubicBezTo>
                  <a:cubicBezTo>
                    <a:pt x="1946" y="822"/>
                    <a:pt x="1399" y="548"/>
                    <a:pt x="943" y="244"/>
                  </a:cubicBezTo>
                  <a:cubicBezTo>
                    <a:pt x="882" y="183"/>
                    <a:pt x="761" y="92"/>
                    <a:pt x="670" y="1"/>
                  </a:cubicBezTo>
                  <a:close/>
                </a:path>
              </a:pathLst>
            </a:custGeom>
            <a:solidFill>
              <a:srgbClr val="1A1A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1409810" y="2488603"/>
              <a:ext cx="782839" cy="1590907"/>
            </a:xfrm>
            <a:custGeom>
              <a:rect b="b" l="l" r="r" t="t"/>
              <a:pathLst>
                <a:path extrusionOk="0" h="51519" w="25351">
                  <a:moveTo>
                    <a:pt x="23608" y="0"/>
                  </a:moveTo>
                  <a:cubicBezTo>
                    <a:pt x="23296" y="0"/>
                    <a:pt x="22964" y="43"/>
                    <a:pt x="22615" y="119"/>
                  </a:cubicBezTo>
                  <a:cubicBezTo>
                    <a:pt x="20517" y="453"/>
                    <a:pt x="14894" y="3159"/>
                    <a:pt x="11247" y="9238"/>
                  </a:cubicBezTo>
                  <a:cubicBezTo>
                    <a:pt x="11095" y="9450"/>
                    <a:pt x="10973" y="9724"/>
                    <a:pt x="10821" y="9967"/>
                  </a:cubicBezTo>
                  <a:cubicBezTo>
                    <a:pt x="10304" y="10909"/>
                    <a:pt x="9848" y="11791"/>
                    <a:pt x="9453" y="12612"/>
                  </a:cubicBezTo>
                  <a:cubicBezTo>
                    <a:pt x="8602" y="14435"/>
                    <a:pt x="8055" y="15925"/>
                    <a:pt x="7690" y="17049"/>
                  </a:cubicBezTo>
                  <a:cubicBezTo>
                    <a:pt x="7417" y="17900"/>
                    <a:pt x="7265" y="18539"/>
                    <a:pt x="7143" y="19025"/>
                  </a:cubicBezTo>
                  <a:cubicBezTo>
                    <a:pt x="7022" y="19724"/>
                    <a:pt x="6991" y="20058"/>
                    <a:pt x="6991" y="20058"/>
                  </a:cubicBezTo>
                  <a:cubicBezTo>
                    <a:pt x="6991" y="20058"/>
                    <a:pt x="4681" y="25499"/>
                    <a:pt x="2979" y="34071"/>
                  </a:cubicBezTo>
                  <a:cubicBezTo>
                    <a:pt x="2675" y="35560"/>
                    <a:pt x="2371" y="37080"/>
                    <a:pt x="2097" y="38569"/>
                  </a:cubicBezTo>
                  <a:cubicBezTo>
                    <a:pt x="790" y="45469"/>
                    <a:pt x="0" y="51457"/>
                    <a:pt x="1641" y="51518"/>
                  </a:cubicBezTo>
                  <a:cubicBezTo>
                    <a:pt x="1659" y="51519"/>
                    <a:pt x="1677" y="51519"/>
                    <a:pt x="1695" y="51519"/>
                  </a:cubicBezTo>
                  <a:cubicBezTo>
                    <a:pt x="2461" y="51519"/>
                    <a:pt x="3086" y="50884"/>
                    <a:pt x="3769" y="49755"/>
                  </a:cubicBezTo>
                  <a:cubicBezTo>
                    <a:pt x="2766" y="46472"/>
                    <a:pt x="3617" y="42855"/>
                    <a:pt x="4499" y="39512"/>
                  </a:cubicBezTo>
                  <a:cubicBezTo>
                    <a:pt x="5654" y="34983"/>
                    <a:pt x="6991" y="30515"/>
                    <a:pt x="8359" y="26016"/>
                  </a:cubicBezTo>
                  <a:cubicBezTo>
                    <a:pt x="8967" y="24040"/>
                    <a:pt x="9605" y="22034"/>
                    <a:pt x="10335" y="20058"/>
                  </a:cubicBezTo>
                  <a:cubicBezTo>
                    <a:pt x="10426" y="19846"/>
                    <a:pt x="10517" y="19572"/>
                    <a:pt x="10608" y="19329"/>
                  </a:cubicBezTo>
                  <a:cubicBezTo>
                    <a:pt x="13009" y="12885"/>
                    <a:pt x="16231" y="6776"/>
                    <a:pt x="21672" y="2703"/>
                  </a:cubicBezTo>
                  <a:cubicBezTo>
                    <a:pt x="22523" y="2003"/>
                    <a:pt x="23952" y="1152"/>
                    <a:pt x="25350" y="757"/>
                  </a:cubicBezTo>
                  <a:cubicBezTo>
                    <a:pt x="24889" y="213"/>
                    <a:pt x="24299" y="0"/>
                    <a:pt x="23608" y="0"/>
                  </a:cubicBezTo>
                  <a:close/>
                </a:path>
              </a:pathLst>
            </a:custGeom>
            <a:solidFill>
              <a:srgbClr val="B45F06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26"/>
          <p:cNvSpPr txBox="1"/>
          <p:nvPr/>
        </p:nvSpPr>
        <p:spPr>
          <a:xfrm>
            <a:off x="3288100" y="730000"/>
            <a:ext cx="4691400" cy="6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He, K., Zhang, X., Ren, S., &amp; Sun, J. (2016). Deep residual learning for image recognition. In Proceedings of the IEEE Conference on Computer Vision and Pattern Recognition (CVPR) (pp. 770–778).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Alswaitti, M., Zihao, L., Alomoush, W., Alrosan, A., &amp; Alissa, K. (2022, March). Effective classification of Birds’ species based on transfer learning. International Journal of Electrical and Computer Engineering (IJECE).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Kumar, Akash. “Bird Species Classification.” </a:t>
            </a:r>
            <a:r>
              <a:rPr i="1" lang="en" sz="1100">
                <a:solidFill>
                  <a:schemeClr val="dk1"/>
                </a:solidFill>
              </a:rPr>
              <a:t>Kaggle</a:t>
            </a:r>
            <a:r>
              <a:rPr lang="en" sz="1100">
                <a:solidFill>
                  <a:schemeClr val="dk1"/>
                </a:solidFill>
              </a:rPr>
              <a:t>, 30 Sept. 2018,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www.kaggle.com/datasets/akash2907/bird-species-classification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Sarwar, Muhammad Saood. “Drone vs Bird:Aerial Object Classification Dataset.” </a:t>
            </a:r>
            <a:r>
              <a:rPr i="1" lang="en" sz="1100">
                <a:solidFill>
                  <a:schemeClr val="dk1"/>
                </a:solidFill>
              </a:rPr>
              <a:t>Kaggle</a:t>
            </a:r>
            <a:r>
              <a:rPr lang="en" sz="1100">
                <a:solidFill>
                  <a:schemeClr val="dk1"/>
                </a:solidFill>
              </a:rPr>
              <a:t>, 1 Mar. 2025,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www.kaggle.com/datasets/muhammadsaoodsarwar/drone-vs-bird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Banerjee, Sourav. “Animal Image Dataset (90 Different Animals).” </a:t>
            </a:r>
            <a:r>
              <a:rPr i="1" lang="en" sz="1100">
                <a:solidFill>
                  <a:schemeClr val="dk1"/>
                </a:solidFill>
              </a:rPr>
              <a:t>Kaggle</a:t>
            </a:r>
            <a:r>
              <a:rPr lang="en" sz="1100">
                <a:solidFill>
                  <a:schemeClr val="dk1"/>
                </a:solidFill>
              </a:rPr>
              <a:t>, 17 July 2022,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www.kaggle.com/datasets/iamsouravbanerjee/animal-image-dataset-90-different-animals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rd Infographics by Slidesgo">
  <a:themeElements>
    <a:clrScheme name="Simple Light">
      <a:dk1>
        <a:srgbClr val="000000"/>
      </a:dk1>
      <a:lt1>
        <a:srgbClr val="FDFDFD"/>
      </a:lt1>
      <a:dk2>
        <a:srgbClr val="FDA530"/>
      </a:dk2>
      <a:lt2>
        <a:srgbClr val="F86734"/>
      </a:lt2>
      <a:accent1>
        <a:srgbClr val="E23B96"/>
      </a:accent1>
      <a:accent2>
        <a:srgbClr val="9B36DD"/>
      </a:accent2>
      <a:accent3>
        <a:srgbClr val="7968F0"/>
      </a:accent3>
      <a:accent4>
        <a:srgbClr val="3E45A2"/>
      </a:accent4>
      <a:accent5>
        <a:srgbClr val="161B61"/>
      </a:accent5>
      <a:accent6>
        <a:srgbClr val="D1D1D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