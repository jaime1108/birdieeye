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oboto"/>
      <p:regular r:id="rId20"/>
      <p:bold r:id="rId21"/>
      <p:italic r:id="rId22"/>
      <p:boldItalic r:id="rId23"/>
    </p:embeddedFont>
    <p:embeddedFont>
      <p:font typeface="Fira Sans Extra Condensed Medium"/>
      <p:regular r:id="rId24"/>
      <p:bold r:id="rId25"/>
      <p:italic r:id="rId26"/>
      <p:boldItalic r:id="rId27"/>
    </p:embeddedFont>
    <p:embeddedFont>
      <p:font typeface="Fira Sans Extra Condensed SemiBold"/>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EF40231-EEBC-4A1E-985C-08C0722AA9F1}">
  <a:tblStyle styleId="{0EF40231-EEBC-4A1E-985C-08C0722AA9F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FiraSansExtraCondensedMedium-regular.fntdata"/><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FiraSansExtraCondensedMedium-italic.fntdata"/><Relationship Id="rId25" Type="http://schemas.openxmlformats.org/officeDocument/2006/relationships/font" Target="fonts/FiraSansExtraCondensedMedium-bold.fntdata"/><Relationship Id="rId28" Type="http://schemas.openxmlformats.org/officeDocument/2006/relationships/font" Target="fonts/FiraSansExtraCondensedSemiBold-regular.fntdata"/><Relationship Id="rId27" Type="http://schemas.openxmlformats.org/officeDocument/2006/relationships/font" Target="fonts/FiraSansExtraCondensedMedium-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FiraSansExtraCondensedSemi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FiraSansExtraCondensedSemiBold-boldItalic.fntdata"/><Relationship Id="rId30" Type="http://schemas.openxmlformats.org/officeDocument/2006/relationships/font" Target="fonts/FiraSansExtraCondensedSemi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aa3fb9f80e_0_3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aa3fb9f80e_0_3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“Hi everyone, we’re presenting our project on bird image recognition using computer vision.</a:t>
            </a:r>
            <a:endParaRPr/>
          </a:p>
          <a:p>
            <a:pPr indent="0" lvl="0" marL="0" rtl="0" algn="l">
              <a:spcBef>
                <a:spcPts val="0"/>
              </a:spcBef>
              <a:spcAft>
                <a:spcPts val="0"/>
              </a:spcAft>
              <a:buClr>
                <a:schemeClr val="dk1"/>
              </a:buClr>
              <a:buSzPts val="1100"/>
              <a:buFont typeface="Arial"/>
              <a:buNone/>
            </a:pPr>
            <a:r>
              <a:rPr lang="en"/>
              <a:t>In this presentation, we’ll show how we approached the problem, what models we used, and the results we got from trying to recognize different bird species from pictures.”</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dc59241f64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dc59241f64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Our goal was to identify different bird species from images.</a:t>
            </a:r>
            <a:endParaRPr/>
          </a:p>
          <a:p>
            <a:pPr indent="0" lvl="0" marL="0" rtl="0" algn="l">
              <a:spcBef>
                <a:spcPts val="0"/>
              </a:spcBef>
              <a:spcAft>
                <a:spcPts val="0"/>
              </a:spcAft>
              <a:buClr>
                <a:schemeClr val="dk1"/>
              </a:buClr>
              <a:buSzPts val="1100"/>
              <a:buFont typeface="Arial"/>
              <a:buNone/>
            </a:pPr>
            <a:r>
              <a:rPr lang="en"/>
              <a:t>We tested different AI models on the same dataset to see how they perform.</a:t>
            </a:r>
            <a:endParaRPr/>
          </a:p>
          <a:p>
            <a:pPr indent="0" lvl="0" marL="0" rtl="0" algn="l">
              <a:spcBef>
                <a:spcPts val="0"/>
              </a:spcBef>
              <a:spcAft>
                <a:spcPts val="0"/>
              </a:spcAft>
              <a:buClr>
                <a:schemeClr val="dk1"/>
              </a:buClr>
              <a:buSzPts val="1100"/>
              <a:buFont typeface="Arial"/>
              <a:buNone/>
            </a:pPr>
            <a:r>
              <a:rPr lang="en"/>
              <a:t>We started with a simple CNN — a convolutional neural network that learns to recognize patterns like edges, colors, and shapes in images.</a:t>
            </a:r>
            <a:endParaRPr/>
          </a:p>
          <a:p>
            <a:pPr indent="0" lvl="0" marL="0" rtl="0" algn="l">
              <a:spcBef>
                <a:spcPts val="0"/>
              </a:spcBef>
              <a:spcAft>
                <a:spcPts val="0"/>
              </a:spcAft>
              <a:buClr>
                <a:schemeClr val="dk1"/>
              </a:buClr>
              <a:buSzPts val="1100"/>
              <a:buFont typeface="Arial"/>
              <a:buNone/>
            </a:pPr>
            <a:r>
              <a:rPr lang="en"/>
              <a:t>One challenge was that our dataset was small, and the bird photos had different lighting and backgrounds.</a:t>
            </a:r>
            <a:endParaRPr/>
          </a:p>
          <a:p>
            <a:pPr indent="0" lvl="0" marL="0" rtl="0" algn="l">
              <a:spcBef>
                <a:spcPts val="0"/>
              </a:spcBef>
              <a:spcAft>
                <a:spcPts val="0"/>
              </a:spcAft>
              <a:buClr>
                <a:schemeClr val="dk1"/>
              </a:buClr>
              <a:buSzPts val="1100"/>
              <a:buFont typeface="Arial"/>
              <a:buNone/>
            </a:pPr>
            <a:r>
              <a:rPr lang="en"/>
              <a:t>So next, we tried transfer learning using a pretrained model called ResNet50 to see how it could improve accuracy.”</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dc59241f64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dc59241f64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“We chose this topic because I’ve always found image recognition really interesting.</a:t>
            </a:r>
            <a:endParaRPr/>
          </a:p>
          <a:p>
            <a:pPr indent="0" lvl="0" marL="0" rtl="0" algn="l">
              <a:spcBef>
                <a:spcPts val="0"/>
              </a:spcBef>
              <a:spcAft>
                <a:spcPts val="0"/>
              </a:spcAft>
              <a:buClr>
                <a:schemeClr val="dk1"/>
              </a:buClr>
              <a:buSzPts val="1100"/>
              <a:buFont typeface="Arial"/>
              <a:buNone/>
            </a:pPr>
            <a:r>
              <a:rPr lang="en"/>
              <a:t>Birds are also a great challenge — many species look very similar, so it forces the AI to focus on small details like color, beak shape, and feathers.</a:t>
            </a:r>
            <a:endParaRPr/>
          </a:p>
          <a:p>
            <a:pPr indent="0" lvl="0" marL="0" rtl="0" algn="l">
              <a:spcBef>
                <a:spcPts val="0"/>
              </a:spcBef>
              <a:spcAft>
                <a:spcPts val="0"/>
              </a:spcAft>
              <a:buClr>
                <a:schemeClr val="dk1"/>
              </a:buClr>
              <a:buSzPts val="1100"/>
              <a:buFont typeface="Arial"/>
              <a:buNone/>
            </a:pPr>
            <a:r>
              <a:rPr lang="en"/>
              <a:t>It’s also a fun project since there are lots of public bird image datasets we could use, and it shows how AI can recognize real-world images.”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d89aeaf93f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d89aeaf93f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dc59241f64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dc59241f64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Our first approach was to build a </a:t>
            </a:r>
            <a:r>
              <a:rPr b="1" lang="en">
                <a:solidFill>
                  <a:schemeClr val="dk1"/>
                </a:solidFill>
              </a:rPr>
              <a:t>baseline model</a:t>
            </a:r>
            <a:r>
              <a:rPr lang="en">
                <a:solidFill>
                  <a:schemeClr val="dk1"/>
                </a:solidFill>
              </a:rPr>
              <a:t> using a simple Convolutional Neural Network, or CNN. We built this </a:t>
            </a:r>
            <a:r>
              <a:rPr b="1" lang="en">
                <a:solidFill>
                  <a:schemeClr val="dk1"/>
                </a:solidFill>
              </a:rPr>
              <a:t>from scratch</a:t>
            </a:r>
            <a:r>
              <a:rPr lang="en">
                <a:solidFill>
                  <a:schemeClr val="dk1"/>
                </a:solidFill>
              </a:rPr>
              <a:t> to establish a performance benchmark. This helps us understand the true difficulty of the problem and gives us a reference point to measure our more advanced model against.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As you can see, it has a standard, straightforward architecture: three convolutional layers to extract features, followed by a final dense layer for classification. We also included a dropout layer to help prevent it from just memorizing the training data.</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model achieved an accuracy of about </a:t>
            </a:r>
            <a:r>
              <a:rPr b="1" lang="en">
                <a:solidFill>
                  <a:schemeClr val="dk1"/>
                </a:solidFill>
              </a:rPr>
              <a:t>25%</a:t>
            </a:r>
            <a:r>
              <a:rPr lang="en">
                <a:solidFill>
                  <a:schemeClr val="dk1"/>
                </a:solidFill>
              </a:rPr>
              <a:t>. The key takeaway here is that the model </a:t>
            </a:r>
            <a:r>
              <a:rPr b="1" lang="en">
                <a:solidFill>
                  <a:schemeClr val="dk1"/>
                </a:solidFill>
              </a:rPr>
              <a:t>underfit</a:t>
            </a:r>
            <a:r>
              <a:rPr lang="en">
                <a:solidFill>
                  <a:schemeClr val="dk1"/>
                </a:solidFill>
              </a:rPr>
              <a:t> the data. Because our dataset is small, the simple CNN struggled to learn the subtle, fine-grained differences between the bird species."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4dec41e50493b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4dec41e50493b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dc59241f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dc59241f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Blue line (Train Accuracy)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Shows how well the model did on the </a:t>
            </a:r>
            <a:r>
              <a:rPr b="1" lang="en">
                <a:solidFill>
                  <a:schemeClr val="dk1"/>
                </a:solidFill>
              </a:rPr>
              <a:t>training data</a:t>
            </a:r>
            <a:r>
              <a:rPr lang="en">
                <a:solidFill>
                  <a:schemeClr val="dk1"/>
                </a:solidFill>
              </a:rPr>
              <a:t> during each epoch (training round).</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goes </a:t>
            </a:r>
            <a:r>
              <a:rPr b="1" lang="en">
                <a:solidFill>
                  <a:schemeClr val="dk1"/>
                </a:solidFill>
              </a:rPr>
              <a:t>up at first</a:t>
            </a:r>
            <a:r>
              <a:rPr lang="en">
                <a:solidFill>
                  <a:schemeClr val="dk1"/>
                </a:solidFill>
              </a:rPr>
              <a:t>, meaning the model is learning </a:t>
            </a:r>
            <a:r>
              <a:rPr i="1" lang="en">
                <a:solidFill>
                  <a:schemeClr val="dk1"/>
                </a:solidFill>
              </a:rPr>
              <a:t>some</a:t>
            </a:r>
            <a:r>
              <a:rPr lang="en">
                <a:solidFill>
                  <a:schemeClr val="dk1"/>
                </a:solidFill>
              </a:rPr>
              <a:t> patterns from the training images.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But it </a:t>
            </a:r>
            <a:r>
              <a:rPr b="1" lang="en">
                <a:solidFill>
                  <a:schemeClr val="dk1"/>
                </a:solidFill>
              </a:rPr>
              <a:t>levels off quickly</a:t>
            </a:r>
            <a:r>
              <a:rPr lang="en">
                <a:solidFill>
                  <a:schemeClr val="dk1"/>
                </a:solidFill>
              </a:rPr>
              <a:t> — the model stops improving early, which means it has hit its learning limit.</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Orange line (Validation Accuracy)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Shows how well the model performed on </a:t>
            </a:r>
            <a:r>
              <a:rPr b="1" lang="en">
                <a:solidFill>
                  <a:schemeClr val="dk1"/>
                </a:solidFill>
              </a:rPr>
              <a:t>new, unseen data</a:t>
            </a:r>
            <a:r>
              <a:rPr lang="en">
                <a:solidFill>
                  <a:schemeClr val="dk1"/>
                </a:solidFill>
              </a:rPr>
              <a:t> that wasn’t used for training.</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It’s </a:t>
            </a:r>
            <a:r>
              <a:rPr b="1" lang="en">
                <a:solidFill>
                  <a:schemeClr val="dk1"/>
                </a:solidFill>
              </a:rPr>
              <a:t>flat and low</a:t>
            </a:r>
            <a:r>
              <a:rPr lang="en">
                <a:solidFill>
                  <a:schemeClr val="dk1"/>
                </a:solidFill>
              </a:rPr>
              <a:t>, which means the model </a:t>
            </a:r>
            <a:r>
              <a:rPr b="1" lang="en">
                <a:solidFill>
                  <a:schemeClr val="dk1"/>
                </a:solidFill>
              </a:rPr>
              <a:t>never generalized</a:t>
            </a:r>
            <a:r>
              <a:rPr lang="en">
                <a:solidFill>
                  <a:schemeClr val="dk1"/>
                </a:solidFill>
              </a:rPr>
              <a:t> well — it couldn’t apply what it learned to new bird images.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is a clear sign of </a:t>
            </a:r>
            <a:r>
              <a:rPr b="1" lang="en">
                <a:solidFill>
                  <a:schemeClr val="dk1"/>
                </a:solidFill>
              </a:rPr>
              <a:t>underfitting</a:t>
            </a:r>
            <a:r>
              <a:rPr lang="en">
                <a:solidFill>
                  <a:schemeClr val="dk1"/>
                </a:solidFill>
              </a:rPr>
              <a:t> — the CNN is too simple to handle fine differences between species.</a:t>
            </a:r>
            <a:br>
              <a:rPr lang="en">
                <a:solidFill>
                  <a:schemeClr val="dk1"/>
                </a:solidFill>
              </a:rPr>
            </a:br>
            <a:endParaRPr>
              <a:solidFill>
                <a:schemeClr val="dk1"/>
              </a:solidFill>
            </a:endParaRPr>
          </a:p>
          <a:p>
            <a:pPr indent="0" lvl="0" marL="139700" rtl="0" algn="l">
              <a:lnSpc>
                <a:spcPct val="115000"/>
              </a:lnSpc>
              <a:spcBef>
                <a:spcPts val="1200"/>
              </a:spcBef>
              <a:spcAft>
                <a:spcPts val="0"/>
              </a:spcAft>
              <a:buNone/>
            </a:pPr>
            <a:r>
              <a:rPr lang="en" sz="1050">
                <a:solidFill>
                  <a:srgbClr val="0E0E0E"/>
                </a:solidFill>
              </a:rPr>
              <a:t>Matrix</a:t>
            </a:r>
            <a:br>
              <a:rPr lang="en" sz="1050">
                <a:solidFill>
                  <a:srgbClr val="0E0E0E"/>
                </a:solidFill>
              </a:rPr>
            </a:br>
            <a:r>
              <a:rPr lang="en" sz="1050">
                <a:solidFill>
                  <a:srgbClr val="0E0E0E"/>
                </a:solidFill>
              </a:rPr>
              <a:t>“This is our confusion matrix — each row is the real bird, and each column is what the model guessed. Since the chart looks mostly blank and scattered instead of forming a diagonal, it means our model often guessed wrong and confused the species.” “Most predictions are scattered — the model mixed up species and failed to form a clear diagonal pattern.”</a:t>
            </a:r>
            <a:br>
              <a:rPr lang="en" sz="1050">
                <a:solidFill>
                  <a:srgbClr val="0E0E0E"/>
                </a:solidFill>
              </a:rPr>
            </a:br>
            <a:r>
              <a:rPr lang="en" sz="1050">
                <a:solidFill>
                  <a:srgbClr val="0E0E0E"/>
                </a:solidFill>
              </a:rPr>
              <a:t>For the accuracy ““So, the blue line here shows the </a:t>
            </a:r>
            <a:r>
              <a:rPr b="1" lang="en" sz="1050">
                <a:solidFill>
                  <a:srgbClr val="0E0E0E"/>
                </a:solidFill>
              </a:rPr>
              <a:t>training accuracy</a:t>
            </a:r>
            <a:r>
              <a:rPr lang="en" sz="1050">
                <a:solidFill>
                  <a:srgbClr val="0E0E0E"/>
                </a:solidFill>
              </a:rPr>
              <a:t> — that’s how well our model did on the data it was trained on.</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 sz="1050">
                <a:solidFill>
                  <a:srgbClr val="0E0E0E"/>
                </a:solidFill>
              </a:rPr>
              <a:t>You can see it goes up at first but then </a:t>
            </a:r>
            <a:r>
              <a:rPr b="1" lang="en" sz="1050">
                <a:solidFill>
                  <a:srgbClr val="0E0E0E"/>
                </a:solidFill>
              </a:rPr>
              <a:t>flattens out near the top</a:t>
            </a:r>
            <a:r>
              <a:rPr lang="en" sz="1050">
                <a:solidFill>
                  <a:srgbClr val="0E0E0E"/>
                </a:solidFill>
              </a:rPr>
              <a:t>, meaning the model stopped learning after a few epochs. It basically hit its limit.</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 sz="1050">
                <a:solidFill>
                  <a:srgbClr val="0E0E0E"/>
                </a:solidFill>
              </a:rPr>
              <a:t>The orange line is the </a:t>
            </a:r>
            <a:r>
              <a:rPr b="1" lang="en" sz="1050">
                <a:solidFill>
                  <a:srgbClr val="0E0E0E"/>
                </a:solidFill>
              </a:rPr>
              <a:t>validation accuracy</a:t>
            </a:r>
            <a:r>
              <a:rPr lang="en" sz="1050">
                <a:solidFill>
                  <a:srgbClr val="0E0E0E"/>
                </a:solidFill>
              </a:rPr>
              <a:t>, which measures how well the model did on new, unseen images.</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 sz="1050">
                <a:solidFill>
                  <a:srgbClr val="0E0E0E"/>
                </a:solidFill>
              </a:rPr>
              <a:t>You can see it’s </a:t>
            </a:r>
            <a:r>
              <a:rPr b="1" lang="en" sz="1050">
                <a:solidFill>
                  <a:srgbClr val="0E0E0E"/>
                </a:solidFill>
              </a:rPr>
              <a:t>flat and low the entire time</a:t>
            </a:r>
            <a:r>
              <a:rPr lang="en" sz="1050">
                <a:solidFill>
                  <a:srgbClr val="0E0E0E"/>
                </a:solidFill>
              </a:rPr>
              <a:t>, which means the model didn’t generalize well — it couldn’t apply what it learned to new bird photos.</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 sz="1050">
                <a:solidFill>
                  <a:srgbClr val="0E0E0E"/>
                </a:solidFill>
              </a:rPr>
              <a:t>So overall, both lines being low shows our </a:t>
            </a:r>
            <a:r>
              <a:rPr b="1" lang="en" sz="1050">
                <a:solidFill>
                  <a:srgbClr val="0E0E0E"/>
                </a:solidFill>
              </a:rPr>
              <a:t>CNN underfit</a:t>
            </a:r>
            <a:r>
              <a:rPr lang="en" sz="1050">
                <a:solidFill>
                  <a:srgbClr val="0E0E0E"/>
                </a:solidFill>
              </a:rPr>
              <a:t> — it was too simple to tell the species apart.”</a:t>
            </a:r>
            <a:endParaRPr sz="1050">
              <a:solidFill>
                <a:srgbClr val="0E0E0E"/>
              </a:solidFill>
            </a:endParaRPr>
          </a:p>
          <a:p>
            <a:pPr indent="0" lvl="0" marL="139700" rtl="0" algn="l">
              <a:lnSpc>
                <a:spcPct val="115000"/>
              </a:lnSpc>
              <a:spcBef>
                <a:spcPts val="0"/>
              </a:spcBef>
              <a:spcAft>
                <a:spcPts val="0"/>
              </a:spcAft>
              <a:buNone/>
            </a:pPr>
            <a:r>
              <a:t/>
            </a:r>
            <a:endParaRPr sz="1050">
              <a:solidFill>
                <a:srgbClr val="0E0E0E"/>
              </a:solidFill>
            </a:endParaRPr>
          </a:p>
          <a:p>
            <a:pPr indent="0" lvl="0" marL="0" rtl="0" algn="l">
              <a:spcBef>
                <a:spcPts val="0"/>
              </a:spcBef>
              <a:spcAft>
                <a:spcPts val="0"/>
              </a:spcAft>
              <a:buClr>
                <a:schemeClr val="dk1"/>
              </a:buClr>
              <a:buSzPts val="1100"/>
              <a:buFont typeface="Arial"/>
              <a:buNone/>
            </a:pPr>
            <a:r>
              <a:rPr lang="en">
                <a:solidFill>
                  <a:schemeClr val="dk1"/>
                </a:solidFill>
              </a:rPr>
              <a:t>This result was expected, and it perfectly sets the stage for why we need a more powerful approach, which leads us to our next model</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b694879bbe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b694879bbe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improve on our baseline, we used a powerful technique called </a:t>
            </a:r>
            <a:r>
              <a:rPr b="1" lang="en">
                <a:solidFill>
                  <a:schemeClr val="dk1"/>
                </a:solidFill>
              </a:rPr>
              <a:t>transfer learning</a:t>
            </a:r>
            <a:r>
              <a:rPr lang="en">
                <a:solidFill>
                  <a:schemeClr val="dk1"/>
                </a:solidFill>
              </a:rPr>
              <a:t> with a model called </a:t>
            </a:r>
            <a:r>
              <a:rPr b="1" lang="en">
                <a:solidFill>
                  <a:schemeClr val="dk1"/>
                </a:solidFill>
              </a:rPr>
              <a:t>ResNet50</a:t>
            </a:r>
            <a:r>
              <a:rPr lang="en">
                <a:solidFill>
                  <a:schemeClr val="dk1"/>
                </a:solidFill>
              </a:rPr>
              <a:t>. Instead of building a network from scratch, we're using a model that has already been </a:t>
            </a:r>
            <a:r>
              <a:rPr b="1" lang="en">
                <a:solidFill>
                  <a:schemeClr val="dk1"/>
                </a:solidFill>
              </a:rPr>
              <a:t>pre-trained</a:t>
            </a:r>
            <a:r>
              <a:rPr lang="en">
                <a:solidFill>
                  <a:schemeClr val="dk1"/>
                </a:solidFill>
              </a:rPr>
              <a:t> on millions of images from the ImageNet dataset. It already has a deep understanding of general visual features like edges, textures, and shapes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adapted ResNet50 for our task in two stages. First, we </a:t>
            </a:r>
            <a:r>
              <a:rPr b="1" lang="en">
                <a:solidFill>
                  <a:schemeClr val="dk1"/>
                </a:solidFill>
              </a:rPr>
              <a:t>froze</a:t>
            </a:r>
            <a:r>
              <a:rPr lang="en">
                <a:solidFill>
                  <a:schemeClr val="dk1"/>
                </a:solidFill>
              </a:rPr>
              <a:t> the main body of the model and only trained a new final layer to recognize our specific bird classes. After that, we </a:t>
            </a:r>
            <a:r>
              <a:rPr b="1" lang="en">
                <a:solidFill>
                  <a:schemeClr val="dk1"/>
                </a:solidFill>
              </a:rPr>
              <a:t>fine-tuned</a:t>
            </a:r>
            <a:r>
              <a:rPr lang="en">
                <a:solidFill>
                  <a:schemeClr val="dk1"/>
                </a:solidFill>
              </a:rPr>
              <a:t> the model by unfreezing some of the deeper layers and training them with a very low learning rate. This allows the model to specialize its existing knowledge for the unique features of birds</a:t>
            </a:r>
            <a:br>
              <a:rPr lang="en">
                <a:solidFill>
                  <a:schemeClr val="dk1"/>
                </a:solidFill>
              </a:rPr>
            </a:br>
            <a:br>
              <a:rPr lang="en">
                <a:solidFill>
                  <a:schemeClr val="dk1"/>
                </a:solidFill>
              </a:rPr>
            </a:br>
            <a:r>
              <a:rPr lang="en">
                <a:solidFill>
                  <a:schemeClr val="dk1"/>
                </a:solidFill>
              </a:rPr>
              <a:t>This method was significantly more effective. As you can see in the comparison on Slide 9, transfer learning </a:t>
            </a:r>
            <a:r>
              <a:rPr b="1" lang="en">
                <a:solidFill>
                  <a:schemeClr val="dk1"/>
                </a:solidFill>
              </a:rPr>
              <a:t>doubled the accuracy to around 50%</a:t>
            </a:r>
            <a:r>
              <a:rPr lang="en">
                <a:solidFill>
                  <a:schemeClr val="dk1"/>
                </a:solidFill>
              </a:rPr>
              <a:t>. The model was much better at learning the important patterns in the images</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e53983c7b045d3e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e53983c7b045d3e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b694879bbe_0_1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b694879bbe_0_1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lang="en" sz="1050">
                <a:solidFill>
                  <a:srgbClr val="0E0E0E"/>
                </a:solidFill>
              </a:rPr>
              <a:t>“ResNet50 performed much better than our CNN.</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 sz="1050">
                <a:solidFill>
                  <a:srgbClr val="0E0E0E"/>
                </a:solidFill>
              </a:rPr>
              <a:t>The graph shows both accuracy lines improving together, and the confusion matrix has a stronger diagonal — meaning the model recognized bird species more accurately.”</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 sz="1050">
                <a:solidFill>
                  <a:srgbClr val="0E0E0E"/>
                </a:solidFill>
              </a:rPr>
              <a:t>“So here, the </a:t>
            </a:r>
            <a:r>
              <a:rPr b="1" lang="en" sz="1050">
                <a:solidFill>
                  <a:srgbClr val="0E0E0E"/>
                </a:solidFill>
              </a:rPr>
              <a:t>blue line</a:t>
            </a:r>
            <a:r>
              <a:rPr lang="en" sz="1050">
                <a:solidFill>
                  <a:srgbClr val="0E0E0E"/>
                </a:solidFill>
              </a:rPr>
              <a:t> represents the </a:t>
            </a:r>
            <a:r>
              <a:rPr b="1" lang="en" sz="1050">
                <a:solidFill>
                  <a:srgbClr val="0E0E0E"/>
                </a:solidFill>
              </a:rPr>
              <a:t>training accuracy</a:t>
            </a:r>
            <a:r>
              <a:rPr lang="en" sz="1050">
                <a:solidFill>
                  <a:srgbClr val="0E0E0E"/>
                </a:solidFill>
              </a:rPr>
              <a:t>, which shows how well the model performed on the training data as it learned.</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 sz="1050">
                <a:solidFill>
                  <a:srgbClr val="0E0E0E"/>
                </a:solidFill>
              </a:rPr>
              <a:t>You can see that it starts lower but steadily improves over each epoch, meaning the model is actually learning useful features.</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 sz="1050">
                <a:solidFill>
                  <a:srgbClr val="0E0E0E"/>
                </a:solidFill>
              </a:rPr>
              <a:t>The </a:t>
            </a:r>
            <a:r>
              <a:rPr b="1" lang="en" sz="1050">
                <a:solidFill>
                  <a:srgbClr val="0E0E0E"/>
                </a:solidFill>
              </a:rPr>
              <a:t>orange line</a:t>
            </a:r>
            <a:r>
              <a:rPr lang="en" sz="1050">
                <a:solidFill>
                  <a:srgbClr val="0E0E0E"/>
                </a:solidFill>
              </a:rPr>
              <a:t> is the </a:t>
            </a:r>
            <a:r>
              <a:rPr b="1" lang="en" sz="1050">
                <a:solidFill>
                  <a:srgbClr val="0E0E0E"/>
                </a:solidFill>
              </a:rPr>
              <a:t>validation accuracy</a:t>
            </a:r>
            <a:r>
              <a:rPr lang="en" sz="1050">
                <a:solidFill>
                  <a:srgbClr val="0E0E0E"/>
                </a:solidFill>
              </a:rPr>
              <a:t>, which shows how the model performs on unseen test data.</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 sz="1050">
                <a:solidFill>
                  <a:srgbClr val="0E0E0E"/>
                </a:solidFill>
              </a:rPr>
              <a:t>Unlike our baseline CNN — where the orange line stayed flat — here it rises along with the blue line, which means the model is </a:t>
            </a:r>
            <a:r>
              <a:rPr b="1" lang="en" sz="1050">
                <a:solidFill>
                  <a:srgbClr val="0E0E0E"/>
                </a:solidFill>
              </a:rPr>
              <a:t>generalizing better</a:t>
            </a:r>
            <a:r>
              <a:rPr lang="en" sz="1050">
                <a:solidFill>
                  <a:srgbClr val="0E0E0E"/>
                </a:solidFill>
              </a:rPr>
              <a:t> and not just memorizing the training images.</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 sz="1050">
                <a:solidFill>
                  <a:srgbClr val="0E0E0E"/>
                </a:solidFill>
              </a:rPr>
              <a:t>That’s why this graph is a good sign — the ResNet50 model is learning and performing consistently on both training and validation data.”</a:t>
            </a:r>
            <a:endParaRPr sz="1050">
              <a:solidFill>
                <a:srgbClr val="0E0E0E"/>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b694879bbe_0_19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b694879bbe_0_19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lang="en" sz="1050">
                <a:solidFill>
                  <a:srgbClr val="0E0E0E"/>
                </a:solidFill>
              </a:rPr>
              <a:t>“Here’s our comparison slide. The Baseline CNN achieved around 25% accuracy, which means it struggled to learn patterns from the data.</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 sz="1050">
                <a:solidFill>
                  <a:srgbClr val="0E0E0E"/>
                </a:solidFill>
              </a:rPr>
              <a:t>When we switched to ResNet50, accuracy almost doubled to around 50%, and our F1-score improved four times over.</a:t>
            </a:r>
            <a:endParaRPr sz="1050">
              <a:solidFill>
                <a:srgbClr val="0E0E0E"/>
              </a:solidFill>
            </a:endParaRPr>
          </a:p>
          <a:p>
            <a:pPr indent="0" lvl="0" marL="139700" rtl="0" algn="l">
              <a:lnSpc>
                <a:spcPct val="115000"/>
              </a:lnSpc>
              <a:spcBef>
                <a:spcPts val="0"/>
              </a:spcBef>
              <a:spcAft>
                <a:spcPts val="0"/>
              </a:spcAft>
              <a:buNone/>
            </a:pPr>
            <a:r>
              <a:rPr lang="en" sz="1050">
                <a:solidFill>
                  <a:srgbClr val="0E0E0E"/>
                </a:solidFill>
              </a:rPr>
              <a:t>This shows how transfer learning helps smaller datasets perform much better.”</a:t>
            </a:r>
            <a:br>
              <a:rPr lang="en" sz="1050">
                <a:solidFill>
                  <a:srgbClr val="0E0E0E"/>
                </a:solidFill>
              </a:rPr>
            </a:br>
            <a:r>
              <a:rPr lang="en" sz="1050">
                <a:solidFill>
                  <a:srgbClr val="0E0E0E"/>
                </a:solidFill>
              </a:rPr>
              <a:t>Macro F1 is the overall score</a:t>
            </a:r>
            <a:br>
              <a:rPr lang="en" sz="1050">
                <a:solidFill>
                  <a:srgbClr val="0E0E0E"/>
                </a:solidFill>
              </a:rPr>
            </a:br>
            <a:r>
              <a:rPr lang="en" sz="1050">
                <a:solidFill>
                  <a:srgbClr val="0E0E0E"/>
                </a:solidFill>
              </a:rPr>
              <a:t>““Macro-F1 is like an overall average score of how well the model did across all bird species.</a:t>
            </a:r>
            <a:endParaRPr sz="1050">
              <a:solidFill>
                <a:srgbClr val="0E0E0E"/>
              </a:solidFill>
            </a:endParaRPr>
          </a:p>
          <a:p>
            <a:pPr indent="0" lvl="0" marL="139700" rtl="0" algn="l">
              <a:lnSpc>
                <a:spcPct val="115000"/>
              </a:lnSpc>
              <a:spcBef>
                <a:spcPts val="0"/>
              </a:spcBef>
              <a:spcAft>
                <a:spcPts val="0"/>
              </a:spcAft>
              <a:buNone/>
            </a:pPr>
            <a:r>
              <a:rPr lang="en" sz="1050">
                <a:solidFill>
                  <a:srgbClr val="0E0E0E"/>
                </a:solidFill>
              </a:rPr>
              <a:t>A perfect score is 1, and ours was 0.22 — so about 22%. That means the model is learning but still misses a lot.”</a:t>
            </a:r>
            <a:endParaRPr sz="1050">
              <a:solidFill>
                <a:srgbClr val="0E0E0E"/>
              </a:solidFill>
            </a:endParaRPr>
          </a:p>
          <a:p>
            <a:pPr indent="0" lvl="0" marL="0" rtl="0" algn="l">
              <a:lnSpc>
                <a:spcPct val="115000"/>
              </a:lnSpc>
              <a:spcBef>
                <a:spcPts val="1200"/>
              </a:spcBef>
              <a:spcAft>
                <a:spcPts val="0"/>
              </a:spcAft>
              <a:buNone/>
            </a:pPr>
            <a:r>
              <a:rPr b="1" lang="en">
                <a:solidFill>
                  <a:schemeClr val="dk1"/>
                </a:solidFill>
              </a:rPr>
              <a:t>Val Accuracy</a:t>
            </a:r>
            <a:r>
              <a:rPr lang="en">
                <a:solidFill>
                  <a:schemeClr val="dk1"/>
                </a:solidFill>
              </a:rPr>
              <a:t> = </a:t>
            </a:r>
            <a:r>
              <a:rPr i="1" lang="en">
                <a:solidFill>
                  <a:schemeClr val="dk1"/>
                </a:solidFill>
              </a:rPr>
              <a:t>Validation Accuracy</a:t>
            </a:r>
            <a:br>
              <a:rPr i="1" lang="en">
                <a:solidFill>
                  <a:schemeClr val="dk1"/>
                </a:solidFill>
              </a:rPr>
            </a:br>
            <a:r>
              <a:rPr b="1" lang="en">
                <a:solidFill>
                  <a:schemeClr val="dk1"/>
                </a:solidFill>
              </a:rPr>
              <a:t>Accuracy</a:t>
            </a:r>
            <a:r>
              <a:rPr lang="en">
                <a:solidFill>
                  <a:schemeClr val="dk1"/>
                </a:solidFill>
              </a:rPr>
              <a:t> = how often the model is right overall.</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Macro F1</a:t>
            </a:r>
            <a:r>
              <a:rPr lang="en">
                <a:solidFill>
                  <a:schemeClr val="dk1"/>
                </a:solidFill>
              </a:rPr>
              <a:t> = how fairly the model performs across all classes (bird types).</a:t>
            </a:r>
            <a:endParaRPr i="1">
              <a:solidFill>
                <a:schemeClr val="dk1"/>
              </a:solidFill>
            </a:endParaRPr>
          </a:p>
          <a:p>
            <a:pPr indent="0" lvl="0" marL="0" rtl="0" algn="l">
              <a:lnSpc>
                <a:spcPct val="115000"/>
              </a:lnSpc>
              <a:spcBef>
                <a:spcPts val="1200"/>
              </a:spcBef>
              <a:spcAft>
                <a:spcPts val="0"/>
              </a:spcAft>
              <a:buNone/>
            </a:pPr>
            <a:r>
              <a:rPr lang="en">
                <a:solidFill>
                  <a:schemeClr val="dk1"/>
                </a:solidFill>
              </a:rPr>
              <a:t>It tells you </a:t>
            </a:r>
            <a:r>
              <a:rPr b="1" lang="en">
                <a:solidFill>
                  <a:schemeClr val="dk1"/>
                </a:solidFill>
              </a:rPr>
              <a:t>how well the model performs on data it has never seen before</a:t>
            </a:r>
            <a:r>
              <a:rPr lang="en">
                <a:solidFill>
                  <a:schemeClr val="dk1"/>
                </a:solidFill>
              </a:rPr>
              <a:t> — a small part of your dataset that’s set aside during training.</a:t>
            </a:r>
            <a:endParaRPr>
              <a:solidFill>
                <a:schemeClr val="dk1"/>
              </a:solidFill>
            </a:endParaRPr>
          </a:p>
          <a:p>
            <a:pPr indent="0" lvl="0" marL="139700" rtl="0" algn="l">
              <a:lnSpc>
                <a:spcPct val="115000"/>
              </a:lnSpc>
              <a:spcBef>
                <a:spcPts val="1200"/>
              </a:spcBef>
              <a:spcAft>
                <a:spcPts val="0"/>
              </a:spcAft>
              <a:buNone/>
            </a:pPr>
            <a:r>
              <a:rPr lang="en" sz="1050">
                <a:solidFill>
                  <a:srgbClr val="0E0E0E"/>
                </a:solidFill>
              </a:rPr>
              <a:t>“Validation accuracy shows how well the model can predict new bird images it wasn’t trained on.”</a:t>
            </a:r>
            <a:endParaRPr sz="1050">
              <a:solidFill>
                <a:srgbClr val="0E0E0E"/>
              </a:solidFill>
            </a:endParaRPr>
          </a:p>
          <a:p>
            <a:pPr indent="0" lvl="0" marL="139700" rtl="0" algn="l">
              <a:lnSpc>
                <a:spcPct val="115000"/>
              </a:lnSpc>
              <a:spcBef>
                <a:spcPts val="0"/>
              </a:spcBef>
              <a:spcAft>
                <a:spcPts val="0"/>
              </a:spcAft>
              <a:buNone/>
            </a:pPr>
            <a:r>
              <a:rPr lang="en" sz="1050">
                <a:solidFill>
                  <a:srgbClr val="0E0E0E"/>
                </a:solidFill>
              </a:rPr>
              <a:t>Why the macro f1 score is so low is because we only used ran the training code once and it only uses 10epoch. So we are at surface level stil.</a:t>
            </a:r>
            <a:endParaRPr sz="1050">
              <a:solidFill>
                <a:srgbClr val="0E0E0E"/>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b694879bbe_0_1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b694879bbe_0_1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challenges that we faced was facing the limited size of dataset. Since we only had small numbers of bird images for each species, the model didn’t have enough examples to learn distinctive features effectively, results in many species looking very similar through color, feathers, or beak shape with fine-grained differences and slow training. Another challenges that we also face was class imbalance because, some </a:t>
            </a:r>
            <a:r>
              <a:rPr lang="en"/>
              <a:t>species</a:t>
            </a:r>
            <a:r>
              <a:rPr lang="en"/>
              <a:t> had fewer samples and cause it to underfitting.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b694879bbe_0_1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b694879bbe_0_1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9be56e5c6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9be56e5c6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wrap things up our goal was to classify different bird species from images.</a:t>
            </a:r>
            <a:endParaRPr/>
          </a:p>
          <a:p>
            <a:pPr indent="0" lvl="0" marL="0" rtl="0" algn="l">
              <a:spcBef>
                <a:spcPts val="0"/>
              </a:spcBef>
              <a:spcAft>
                <a:spcPts val="0"/>
              </a:spcAft>
              <a:buNone/>
            </a:pPr>
            <a:r>
              <a:rPr lang="en"/>
              <a:t>We started with a simple baseline CNN, which reached about 25 percent accuracy. That gave us a starting point to measure progress.</a:t>
            </a:r>
            <a:endParaRPr/>
          </a:p>
          <a:p>
            <a:pPr indent="0" lvl="0" marL="0" rtl="0" algn="l">
              <a:spcBef>
                <a:spcPts val="0"/>
              </a:spcBef>
              <a:spcAft>
                <a:spcPts val="0"/>
              </a:spcAft>
              <a:buNone/>
            </a:pPr>
            <a:r>
              <a:rPr lang="en"/>
              <a:t>Then, when we switched to ResNet-50, our accuracy improved to around 50 percent showing how transfer learning really helps when your dataset is small.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From this project, we learned that pretrained models are much more effective for limited data, and that the more images we have, the better the model performs. We also saw how the graphs helps us understand where the model struggles.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next steps, we’re going to change our datasets and use data augmentation with the model, maybe try a model like EfficientNet, and eventually create a small demo app or website where we can upload a photo and get the predicted bird species.”</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4886400" y="410350"/>
            <a:ext cx="3800400" cy="2166600"/>
          </a:xfrm>
          <a:prstGeom prst="rect">
            <a:avLst/>
          </a:prstGeom>
        </p:spPr>
        <p:txBody>
          <a:bodyPr anchorCtr="0" anchor="ctr" bIns="91425" lIns="91425" spcFirstLastPara="1" rIns="91425" wrap="square" tIns="91425">
            <a:noAutofit/>
          </a:bodyPr>
          <a:lstStyle>
            <a:lvl1pPr lvl="0" algn="r">
              <a:spcBef>
                <a:spcPts val="0"/>
              </a:spcBef>
              <a:spcAft>
                <a:spcPts val="0"/>
              </a:spcAft>
              <a:buSzPts val="5200"/>
              <a:buNone/>
              <a:defRPr sz="5100">
                <a:solidFill>
                  <a:srgbClr val="000000"/>
                </a:solidFill>
                <a:latin typeface="Fira Sans Extra Condensed Medium"/>
                <a:ea typeface="Fira Sans Extra Condensed Medium"/>
                <a:cs typeface="Fira Sans Extra Condensed Medium"/>
                <a:sym typeface="Fira Sans Extra Condensed Medium"/>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4886400" y="2801300"/>
            <a:ext cx="3800400" cy="3405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800"/>
              <a:buNone/>
              <a:defRPr sz="1600">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 name="Google Shape;16;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7" name="Google Shape;17;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1" name="Google Shape;21;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2" name="Google Shape;22;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6"/>
          <p:cNvSpPr txBox="1"/>
          <p:nvPr>
            <p:ph type="title"/>
          </p:nvPr>
        </p:nvSpPr>
        <p:spPr>
          <a:xfrm>
            <a:off x="448975" y="410350"/>
            <a:ext cx="8237700" cy="2469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400">
                <a:latin typeface="Fira Sans Extra Condensed Medium"/>
                <a:ea typeface="Fira Sans Extra Condensed Medium"/>
                <a:cs typeface="Fira Sans Extra Condensed Medium"/>
                <a:sym typeface="Fira Sans Extra Condensed Medium"/>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7" name="Google Shape;27;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 name="Google Shape;35;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 name="Google Shape;36;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7" name="Google Shape;37;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0" name="Google Shape;4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 name="Google Shape;43;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4" name="Google Shape;4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2pPr>
            <a:lvl3pPr lvl="2">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3pPr>
            <a:lvl4pPr lvl="3">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4pPr>
            <a:lvl5pPr lvl="4">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5pPr>
            <a:lvl6pPr lvl="5">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6pPr>
            <a:lvl7pPr lvl="6">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7pPr>
            <a:lvl8pPr lvl="7">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8pPr>
            <a:lvl9pPr lvl="8">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Font typeface="Roboto"/>
              <a:buChar char="●"/>
              <a:defRPr sz="1800">
                <a:latin typeface="Roboto"/>
                <a:ea typeface="Roboto"/>
                <a:cs typeface="Roboto"/>
                <a:sym typeface="Roboto"/>
              </a:defRPr>
            </a:lvl1pPr>
            <a:lvl2pPr indent="-317500" lvl="1" marL="914400">
              <a:lnSpc>
                <a:spcPct val="100000"/>
              </a:lnSpc>
              <a:spcBef>
                <a:spcPts val="1600"/>
              </a:spcBef>
              <a:spcAft>
                <a:spcPts val="0"/>
              </a:spcAft>
              <a:buSzPts val="1400"/>
              <a:buFont typeface="Roboto"/>
              <a:buChar char="○"/>
              <a:defRPr>
                <a:latin typeface="Roboto"/>
                <a:ea typeface="Roboto"/>
                <a:cs typeface="Roboto"/>
                <a:sym typeface="Roboto"/>
              </a:defRPr>
            </a:lvl2pPr>
            <a:lvl3pPr indent="-317500" lvl="2" marL="1371600">
              <a:lnSpc>
                <a:spcPct val="100000"/>
              </a:lnSpc>
              <a:spcBef>
                <a:spcPts val="1600"/>
              </a:spcBef>
              <a:spcAft>
                <a:spcPts val="0"/>
              </a:spcAft>
              <a:buSzPts val="1400"/>
              <a:buFont typeface="Roboto"/>
              <a:buChar char="■"/>
              <a:defRPr>
                <a:latin typeface="Roboto"/>
                <a:ea typeface="Roboto"/>
                <a:cs typeface="Roboto"/>
                <a:sym typeface="Roboto"/>
              </a:defRPr>
            </a:lvl3pPr>
            <a:lvl4pPr indent="-317500" lvl="3" marL="1828800">
              <a:lnSpc>
                <a:spcPct val="100000"/>
              </a:lnSpc>
              <a:spcBef>
                <a:spcPts val="1600"/>
              </a:spcBef>
              <a:spcAft>
                <a:spcPts val="0"/>
              </a:spcAft>
              <a:buSzPts val="1400"/>
              <a:buFont typeface="Roboto"/>
              <a:buChar char="●"/>
              <a:defRPr>
                <a:latin typeface="Roboto"/>
                <a:ea typeface="Roboto"/>
                <a:cs typeface="Roboto"/>
                <a:sym typeface="Roboto"/>
              </a:defRPr>
            </a:lvl4pPr>
            <a:lvl5pPr indent="-317500" lvl="4" marL="2286000">
              <a:lnSpc>
                <a:spcPct val="100000"/>
              </a:lnSpc>
              <a:spcBef>
                <a:spcPts val="1600"/>
              </a:spcBef>
              <a:spcAft>
                <a:spcPts val="0"/>
              </a:spcAft>
              <a:buSzPts val="1400"/>
              <a:buFont typeface="Roboto"/>
              <a:buChar char="○"/>
              <a:defRPr>
                <a:latin typeface="Roboto"/>
                <a:ea typeface="Roboto"/>
                <a:cs typeface="Roboto"/>
                <a:sym typeface="Roboto"/>
              </a:defRPr>
            </a:lvl5pPr>
            <a:lvl6pPr indent="-317500" lvl="5" marL="2743200">
              <a:lnSpc>
                <a:spcPct val="100000"/>
              </a:lnSpc>
              <a:spcBef>
                <a:spcPts val="1600"/>
              </a:spcBef>
              <a:spcAft>
                <a:spcPts val="0"/>
              </a:spcAft>
              <a:buSzPts val="1400"/>
              <a:buFont typeface="Roboto"/>
              <a:buChar char="■"/>
              <a:defRPr>
                <a:latin typeface="Roboto"/>
                <a:ea typeface="Roboto"/>
                <a:cs typeface="Roboto"/>
                <a:sym typeface="Roboto"/>
              </a:defRPr>
            </a:lvl6pPr>
            <a:lvl7pPr indent="-317500" lvl="6" marL="3200400">
              <a:lnSpc>
                <a:spcPct val="100000"/>
              </a:lnSpc>
              <a:spcBef>
                <a:spcPts val="1600"/>
              </a:spcBef>
              <a:spcAft>
                <a:spcPts val="0"/>
              </a:spcAft>
              <a:buSzPts val="1400"/>
              <a:buFont typeface="Roboto"/>
              <a:buChar char="●"/>
              <a:defRPr>
                <a:latin typeface="Roboto"/>
                <a:ea typeface="Roboto"/>
                <a:cs typeface="Roboto"/>
                <a:sym typeface="Roboto"/>
              </a:defRPr>
            </a:lvl7pPr>
            <a:lvl8pPr indent="-317500" lvl="7" marL="3657600">
              <a:lnSpc>
                <a:spcPct val="100000"/>
              </a:lnSpc>
              <a:spcBef>
                <a:spcPts val="1600"/>
              </a:spcBef>
              <a:spcAft>
                <a:spcPts val="0"/>
              </a:spcAft>
              <a:buSzPts val="1400"/>
              <a:buFont typeface="Roboto"/>
              <a:buChar char="○"/>
              <a:defRPr>
                <a:latin typeface="Roboto"/>
                <a:ea typeface="Roboto"/>
                <a:cs typeface="Roboto"/>
                <a:sym typeface="Roboto"/>
              </a:defRPr>
            </a:lvl8pPr>
            <a:lvl9pPr indent="-317500" lvl="8" marL="4114800">
              <a:lnSpc>
                <a:spcPct val="100000"/>
              </a:lnSpc>
              <a:spcBef>
                <a:spcPts val="1600"/>
              </a:spcBef>
              <a:spcAft>
                <a:spcPts val="1600"/>
              </a:spcAft>
              <a:buSzPts val="1400"/>
              <a:buFont typeface="Roboto"/>
              <a:buChar char="■"/>
              <a:defRPr>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 type="subTitle"/>
          </p:nvPr>
        </p:nvSpPr>
        <p:spPr>
          <a:xfrm>
            <a:off x="5117400" y="3513925"/>
            <a:ext cx="3890400" cy="340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Members:</a:t>
            </a:r>
            <a:br>
              <a:rPr lang="en"/>
            </a:br>
            <a:r>
              <a:rPr lang="en"/>
              <a:t>John</a:t>
            </a:r>
            <a:endParaRPr/>
          </a:p>
          <a:p>
            <a:pPr indent="0" lvl="0" marL="0" rtl="0" algn="r">
              <a:spcBef>
                <a:spcPts val="0"/>
              </a:spcBef>
              <a:spcAft>
                <a:spcPts val="0"/>
              </a:spcAft>
              <a:buNone/>
            </a:pPr>
            <a:r>
              <a:rPr lang="en"/>
              <a:t>Khoa</a:t>
            </a:r>
            <a:endParaRPr/>
          </a:p>
          <a:p>
            <a:pPr indent="0" lvl="0" marL="0" rtl="0" algn="r">
              <a:spcBef>
                <a:spcPts val="0"/>
              </a:spcBef>
              <a:spcAft>
                <a:spcPts val="0"/>
              </a:spcAft>
              <a:buNone/>
            </a:pPr>
            <a:r>
              <a:rPr lang="en"/>
              <a:t>Eddie</a:t>
            </a:r>
            <a:endParaRPr/>
          </a:p>
          <a:p>
            <a:pPr indent="0" lvl="0" marL="0" rtl="0" algn="r">
              <a:spcBef>
                <a:spcPts val="0"/>
              </a:spcBef>
              <a:spcAft>
                <a:spcPts val="0"/>
              </a:spcAft>
              <a:buNone/>
            </a:pPr>
            <a:r>
              <a:rPr lang="en"/>
              <a:t>Boyu</a:t>
            </a:r>
            <a:endParaRPr/>
          </a:p>
        </p:txBody>
      </p:sp>
      <p:sp>
        <p:nvSpPr>
          <p:cNvPr id="52" name="Google Shape;52;p13"/>
          <p:cNvSpPr txBox="1"/>
          <p:nvPr>
            <p:ph type="ctrTitle"/>
          </p:nvPr>
        </p:nvSpPr>
        <p:spPr>
          <a:xfrm>
            <a:off x="4904700" y="1737500"/>
            <a:ext cx="3763800" cy="760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sz="4000">
                <a:solidFill>
                  <a:schemeClr val="dk1"/>
                </a:solidFill>
              </a:rPr>
              <a:t>Bird Species Image Classification</a:t>
            </a:r>
            <a:endParaRPr sz="4000">
              <a:solidFill>
                <a:schemeClr val="dk1"/>
              </a:solidFill>
            </a:endParaRPr>
          </a:p>
          <a:p>
            <a:pPr indent="0" lvl="0" marL="0" rtl="0" algn="r">
              <a:spcBef>
                <a:spcPts val="0"/>
              </a:spcBef>
              <a:spcAft>
                <a:spcPts val="0"/>
              </a:spcAft>
              <a:buClr>
                <a:schemeClr val="dk1"/>
              </a:buClr>
              <a:buSzPts val="1100"/>
              <a:buFont typeface="Arial"/>
              <a:buNone/>
            </a:pPr>
            <a:r>
              <a:t/>
            </a:r>
            <a:endParaRPr sz="4000">
              <a:solidFill>
                <a:schemeClr val="dk1"/>
              </a:solidFill>
            </a:endParaRPr>
          </a:p>
          <a:p>
            <a:pPr indent="0" lvl="0" marL="0" rtl="0" algn="r">
              <a:spcBef>
                <a:spcPts val="0"/>
              </a:spcBef>
              <a:spcAft>
                <a:spcPts val="0"/>
              </a:spcAft>
              <a:buNone/>
            </a:pPr>
            <a:r>
              <a:t/>
            </a:r>
            <a:endParaRPr sz="4000">
              <a:solidFill>
                <a:schemeClr val="dk1"/>
              </a:solidFill>
            </a:endParaRPr>
          </a:p>
        </p:txBody>
      </p:sp>
      <p:sp>
        <p:nvSpPr>
          <p:cNvPr id="53" name="Google Shape;53;p13"/>
          <p:cNvSpPr/>
          <p:nvPr/>
        </p:nvSpPr>
        <p:spPr>
          <a:xfrm>
            <a:off x="0" y="4391950"/>
            <a:ext cx="9144000" cy="124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 name="Google Shape;54;p13"/>
          <p:cNvGrpSpPr/>
          <p:nvPr/>
        </p:nvGrpSpPr>
        <p:grpSpPr>
          <a:xfrm>
            <a:off x="998978" y="674236"/>
            <a:ext cx="4118410" cy="4020816"/>
            <a:chOff x="4781354" y="712336"/>
            <a:chExt cx="4118410" cy="4020816"/>
          </a:xfrm>
        </p:grpSpPr>
        <p:sp>
          <p:nvSpPr>
            <p:cNvPr id="55" name="Google Shape;55;p13"/>
            <p:cNvSpPr/>
            <p:nvPr/>
          </p:nvSpPr>
          <p:spPr>
            <a:xfrm flipH="1">
              <a:off x="5369359" y="3588300"/>
              <a:ext cx="938116" cy="843638"/>
            </a:xfrm>
            <a:custGeom>
              <a:rect b="b" l="l" r="r" t="t"/>
              <a:pathLst>
                <a:path extrusionOk="0" h="12133" w="16420">
                  <a:moveTo>
                    <a:pt x="302" y="0"/>
                  </a:moveTo>
                  <a:cubicBezTo>
                    <a:pt x="166" y="0"/>
                    <a:pt x="0" y="258"/>
                    <a:pt x="140" y="398"/>
                  </a:cubicBezTo>
                  <a:cubicBezTo>
                    <a:pt x="1141" y="1532"/>
                    <a:pt x="2308" y="2533"/>
                    <a:pt x="3476" y="3467"/>
                  </a:cubicBezTo>
                  <a:cubicBezTo>
                    <a:pt x="4643" y="4467"/>
                    <a:pt x="5844" y="5401"/>
                    <a:pt x="7112" y="6302"/>
                  </a:cubicBezTo>
                  <a:cubicBezTo>
                    <a:pt x="9547" y="8203"/>
                    <a:pt x="12516" y="10205"/>
                    <a:pt x="15017" y="11973"/>
                  </a:cubicBezTo>
                  <a:cubicBezTo>
                    <a:pt x="15178" y="12086"/>
                    <a:pt x="15371" y="12133"/>
                    <a:pt x="15554" y="12133"/>
                  </a:cubicBezTo>
                  <a:cubicBezTo>
                    <a:pt x="16018" y="12133"/>
                    <a:pt x="16420" y="11835"/>
                    <a:pt x="16085" y="11573"/>
                  </a:cubicBezTo>
                  <a:cubicBezTo>
                    <a:pt x="13650" y="9738"/>
                    <a:pt x="10247" y="7236"/>
                    <a:pt x="7746" y="5401"/>
                  </a:cubicBezTo>
                  <a:cubicBezTo>
                    <a:pt x="6511" y="4467"/>
                    <a:pt x="5310" y="3567"/>
                    <a:pt x="4043" y="2700"/>
                  </a:cubicBezTo>
                  <a:cubicBezTo>
                    <a:pt x="2842" y="1766"/>
                    <a:pt x="1675" y="798"/>
                    <a:pt x="374" y="31"/>
                  </a:cubicBezTo>
                  <a:cubicBezTo>
                    <a:pt x="352" y="10"/>
                    <a:pt x="327" y="0"/>
                    <a:pt x="302" y="0"/>
                  </a:cubicBezTo>
                  <a:close/>
                </a:path>
              </a:pathLst>
            </a:custGeom>
            <a:solidFill>
              <a:srgbClr val="5742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p:nvPr/>
          </p:nvSpPr>
          <p:spPr>
            <a:xfrm flipH="1">
              <a:off x="4936984" y="4389779"/>
              <a:ext cx="456713" cy="218149"/>
            </a:xfrm>
            <a:custGeom>
              <a:rect b="b" l="l" r="r" t="t"/>
              <a:pathLst>
                <a:path extrusionOk="0" h="3601" w="7539">
                  <a:moveTo>
                    <a:pt x="1118" y="1"/>
                  </a:moveTo>
                  <a:cubicBezTo>
                    <a:pt x="755" y="1"/>
                    <a:pt x="397" y="42"/>
                    <a:pt x="100" y="227"/>
                  </a:cubicBezTo>
                  <a:cubicBezTo>
                    <a:pt x="0" y="360"/>
                    <a:pt x="33" y="561"/>
                    <a:pt x="200" y="561"/>
                  </a:cubicBezTo>
                  <a:cubicBezTo>
                    <a:pt x="767" y="561"/>
                    <a:pt x="1334" y="727"/>
                    <a:pt x="1901" y="794"/>
                  </a:cubicBezTo>
                  <a:cubicBezTo>
                    <a:pt x="2602" y="827"/>
                    <a:pt x="3336" y="961"/>
                    <a:pt x="4070" y="1028"/>
                  </a:cubicBezTo>
                  <a:cubicBezTo>
                    <a:pt x="4570" y="1061"/>
                    <a:pt x="5170" y="1128"/>
                    <a:pt x="5604" y="1361"/>
                  </a:cubicBezTo>
                  <a:cubicBezTo>
                    <a:pt x="6104" y="1661"/>
                    <a:pt x="6371" y="2295"/>
                    <a:pt x="6538" y="2796"/>
                  </a:cubicBezTo>
                  <a:cubicBezTo>
                    <a:pt x="6605" y="2996"/>
                    <a:pt x="6605" y="3329"/>
                    <a:pt x="6772" y="3496"/>
                  </a:cubicBezTo>
                  <a:cubicBezTo>
                    <a:pt x="6841" y="3566"/>
                    <a:pt x="6928" y="3600"/>
                    <a:pt x="7011" y="3600"/>
                  </a:cubicBezTo>
                  <a:cubicBezTo>
                    <a:pt x="7126" y="3600"/>
                    <a:pt x="7233" y="3532"/>
                    <a:pt x="7272" y="3396"/>
                  </a:cubicBezTo>
                  <a:cubicBezTo>
                    <a:pt x="7539" y="2962"/>
                    <a:pt x="7172" y="2162"/>
                    <a:pt x="6938" y="1795"/>
                  </a:cubicBezTo>
                  <a:cubicBezTo>
                    <a:pt x="6705" y="1294"/>
                    <a:pt x="6371" y="861"/>
                    <a:pt x="5904" y="627"/>
                  </a:cubicBezTo>
                  <a:cubicBezTo>
                    <a:pt x="5404" y="327"/>
                    <a:pt x="4870" y="227"/>
                    <a:pt x="4337" y="194"/>
                  </a:cubicBezTo>
                  <a:cubicBezTo>
                    <a:pt x="3569" y="127"/>
                    <a:pt x="2769" y="27"/>
                    <a:pt x="1968" y="27"/>
                  </a:cubicBezTo>
                  <a:cubicBezTo>
                    <a:pt x="1701" y="27"/>
                    <a:pt x="1408" y="1"/>
                    <a:pt x="1118" y="1"/>
                  </a:cubicBezTo>
                  <a:close/>
                </a:path>
              </a:pathLst>
            </a:custGeom>
            <a:solidFill>
              <a:srgbClr val="5742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3"/>
            <p:cNvSpPr/>
            <p:nvPr/>
          </p:nvSpPr>
          <p:spPr>
            <a:xfrm flipH="1" rot="-304388">
              <a:off x="4894481" y="4386199"/>
              <a:ext cx="534076" cy="122492"/>
            </a:xfrm>
            <a:custGeom>
              <a:rect b="b" l="l" r="r" t="t"/>
              <a:pathLst>
                <a:path extrusionOk="0" h="2022" w="8381">
                  <a:moveTo>
                    <a:pt x="5526" y="1"/>
                  </a:moveTo>
                  <a:cubicBezTo>
                    <a:pt x="5277" y="1"/>
                    <a:pt x="5036" y="13"/>
                    <a:pt x="4811" y="29"/>
                  </a:cubicBezTo>
                  <a:cubicBezTo>
                    <a:pt x="3977" y="129"/>
                    <a:pt x="3143" y="229"/>
                    <a:pt x="2309" y="362"/>
                  </a:cubicBezTo>
                  <a:cubicBezTo>
                    <a:pt x="1876" y="462"/>
                    <a:pt x="1475" y="529"/>
                    <a:pt x="1042" y="562"/>
                  </a:cubicBezTo>
                  <a:cubicBezTo>
                    <a:pt x="708" y="629"/>
                    <a:pt x="408" y="663"/>
                    <a:pt x="141" y="829"/>
                  </a:cubicBezTo>
                  <a:cubicBezTo>
                    <a:pt x="0" y="886"/>
                    <a:pt x="50" y="1085"/>
                    <a:pt x="169" y="1085"/>
                  </a:cubicBezTo>
                  <a:cubicBezTo>
                    <a:pt x="191" y="1085"/>
                    <a:pt x="215" y="1078"/>
                    <a:pt x="241" y="1063"/>
                  </a:cubicBezTo>
                  <a:cubicBezTo>
                    <a:pt x="421" y="1003"/>
                    <a:pt x="613" y="991"/>
                    <a:pt x="810" y="991"/>
                  </a:cubicBezTo>
                  <a:cubicBezTo>
                    <a:pt x="942" y="991"/>
                    <a:pt x="1075" y="996"/>
                    <a:pt x="1209" y="996"/>
                  </a:cubicBezTo>
                  <a:cubicBezTo>
                    <a:pt x="1575" y="996"/>
                    <a:pt x="1909" y="963"/>
                    <a:pt x="2309" y="863"/>
                  </a:cubicBezTo>
                  <a:cubicBezTo>
                    <a:pt x="3043" y="796"/>
                    <a:pt x="3810" y="663"/>
                    <a:pt x="4578" y="562"/>
                  </a:cubicBezTo>
                  <a:cubicBezTo>
                    <a:pt x="4861" y="548"/>
                    <a:pt x="5158" y="533"/>
                    <a:pt x="5456" y="533"/>
                  </a:cubicBezTo>
                  <a:cubicBezTo>
                    <a:pt x="5825" y="533"/>
                    <a:pt x="6195" y="555"/>
                    <a:pt x="6546" y="629"/>
                  </a:cubicBezTo>
                  <a:cubicBezTo>
                    <a:pt x="7013" y="729"/>
                    <a:pt x="7313" y="996"/>
                    <a:pt x="7413" y="1463"/>
                  </a:cubicBezTo>
                  <a:cubicBezTo>
                    <a:pt x="7487" y="1660"/>
                    <a:pt x="7670" y="2022"/>
                    <a:pt x="7896" y="2022"/>
                  </a:cubicBezTo>
                  <a:cubicBezTo>
                    <a:pt x="7975" y="2022"/>
                    <a:pt x="8060" y="1977"/>
                    <a:pt x="8147" y="1863"/>
                  </a:cubicBezTo>
                  <a:cubicBezTo>
                    <a:pt x="8380" y="1496"/>
                    <a:pt x="8080" y="863"/>
                    <a:pt x="7747" y="629"/>
                  </a:cubicBezTo>
                  <a:cubicBezTo>
                    <a:pt x="7164" y="122"/>
                    <a:pt x="6311" y="1"/>
                    <a:pt x="5526" y="1"/>
                  </a:cubicBezTo>
                  <a:close/>
                </a:path>
              </a:pathLst>
            </a:custGeom>
            <a:solidFill>
              <a:srgbClr val="5742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p:nvPr/>
          </p:nvSpPr>
          <p:spPr>
            <a:xfrm flipH="1">
              <a:off x="5126902" y="4407772"/>
              <a:ext cx="294055" cy="286786"/>
            </a:xfrm>
            <a:custGeom>
              <a:rect b="b" l="l" r="r" t="t"/>
              <a:pathLst>
                <a:path extrusionOk="0" h="4734" w="4854">
                  <a:moveTo>
                    <a:pt x="229" y="1"/>
                  </a:moveTo>
                  <a:cubicBezTo>
                    <a:pt x="96" y="1"/>
                    <a:pt x="1" y="141"/>
                    <a:pt x="50" y="264"/>
                  </a:cubicBezTo>
                  <a:cubicBezTo>
                    <a:pt x="350" y="697"/>
                    <a:pt x="950" y="697"/>
                    <a:pt x="1384" y="764"/>
                  </a:cubicBezTo>
                  <a:cubicBezTo>
                    <a:pt x="1951" y="864"/>
                    <a:pt x="2618" y="931"/>
                    <a:pt x="3052" y="1331"/>
                  </a:cubicBezTo>
                  <a:cubicBezTo>
                    <a:pt x="3519" y="1698"/>
                    <a:pt x="3686" y="2432"/>
                    <a:pt x="3853" y="3032"/>
                  </a:cubicBezTo>
                  <a:cubicBezTo>
                    <a:pt x="3986" y="3499"/>
                    <a:pt x="4153" y="3933"/>
                    <a:pt x="4119" y="4400"/>
                  </a:cubicBezTo>
                  <a:cubicBezTo>
                    <a:pt x="4119" y="4500"/>
                    <a:pt x="4186" y="4600"/>
                    <a:pt x="4286" y="4700"/>
                  </a:cubicBezTo>
                  <a:cubicBezTo>
                    <a:pt x="4320" y="4733"/>
                    <a:pt x="4353" y="4733"/>
                    <a:pt x="4420" y="4733"/>
                  </a:cubicBezTo>
                  <a:cubicBezTo>
                    <a:pt x="4553" y="4733"/>
                    <a:pt x="4686" y="4667"/>
                    <a:pt x="4720" y="4500"/>
                  </a:cubicBezTo>
                  <a:cubicBezTo>
                    <a:pt x="4853" y="4000"/>
                    <a:pt x="4586" y="3399"/>
                    <a:pt x="4486" y="2932"/>
                  </a:cubicBezTo>
                  <a:cubicBezTo>
                    <a:pt x="4320" y="2265"/>
                    <a:pt x="4186" y="1531"/>
                    <a:pt x="3719" y="997"/>
                  </a:cubicBezTo>
                  <a:cubicBezTo>
                    <a:pt x="3319" y="530"/>
                    <a:pt x="2685" y="330"/>
                    <a:pt x="2085" y="230"/>
                  </a:cubicBezTo>
                  <a:cubicBezTo>
                    <a:pt x="1751" y="197"/>
                    <a:pt x="1417" y="164"/>
                    <a:pt x="1084" y="164"/>
                  </a:cubicBezTo>
                  <a:cubicBezTo>
                    <a:pt x="1017" y="164"/>
                    <a:pt x="936" y="167"/>
                    <a:pt x="850" y="167"/>
                  </a:cubicBezTo>
                  <a:cubicBezTo>
                    <a:pt x="680" y="167"/>
                    <a:pt x="495" y="152"/>
                    <a:pt x="383" y="63"/>
                  </a:cubicBezTo>
                  <a:cubicBezTo>
                    <a:pt x="330" y="19"/>
                    <a:pt x="277" y="1"/>
                    <a:pt x="229" y="1"/>
                  </a:cubicBezTo>
                  <a:close/>
                </a:path>
              </a:pathLst>
            </a:custGeom>
            <a:solidFill>
              <a:srgbClr val="5742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3"/>
            <p:cNvSpPr/>
            <p:nvPr/>
          </p:nvSpPr>
          <p:spPr>
            <a:xfrm flipH="1">
              <a:off x="5369404" y="4412376"/>
              <a:ext cx="175864" cy="134669"/>
            </a:xfrm>
            <a:custGeom>
              <a:rect b="b" l="l" r="r" t="t"/>
              <a:pathLst>
                <a:path extrusionOk="0" h="2223" w="2903">
                  <a:moveTo>
                    <a:pt x="2378" y="1"/>
                  </a:moveTo>
                  <a:cubicBezTo>
                    <a:pt x="2311" y="1"/>
                    <a:pt x="2242" y="9"/>
                    <a:pt x="2169" y="21"/>
                  </a:cubicBezTo>
                  <a:cubicBezTo>
                    <a:pt x="2002" y="21"/>
                    <a:pt x="1768" y="88"/>
                    <a:pt x="1601" y="88"/>
                  </a:cubicBezTo>
                  <a:cubicBezTo>
                    <a:pt x="1435" y="88"/>
                    <a:pt x="1235" y="121"/>
                    <a:pt x="1068" y="188"/>
                  </a:cubicBezTo>
                  <a:cubicBezTo>
                    <a:pt x="901" y="288"/>
                    <a:pt x="834" y="421"/>
                    <a:pt x="701" y="521"/>
                  </a:cubicBezTo>
                  <a:cubicBezTo>
                    <a:pt x="501" y="755"/>
                    <a:pt x="334" y="955"/>
                    <a:pt x="200" y="1188"/>
                  </a:cubicBezTo>
                  <a:cubicBezTo>
                    <a:pt x="100" y="1322"/>
                    <a:pt x="67" y="1489"/>
                    <a:pt x="67" y="1622"/>
                  </a:cubicBezTo>
                  <a:cubicBezTo>
                    <a:pt x="34" y="1789"/>
                    <a:pt x="0" y="1956"/>
                    <a:pt x="100" y="2122"/>
                  </a:cubicBezTo>
                  <a:cubicBezTo>
                    <a:pt x="150" y="2189"/>
                    <a:pt x="226" y="2222"/>
                    <a:pt x="301" y="2222"/>
                  </a:cubicBezTo>
                  <a:cubicBezTo>
                    <a:pt x="376" y="2222"/>
                    <a:pt x="451" y="2189"/>
                    <a:pt x="501" y="2122"/>
                  </a:cubicBezTo>
                  <a:cubicBezTo>
                    <a:pt x="567" y="1989"/>
                    <a:pt x="567" y="1822"/>
                    <a:pt x="567" y="1689"/>
                  </a:cubicBezTo>
                  <a:cubicBezTo>
                    <a:pt x="567" y="1589"/>
                    <a:pt x="601" y="1489"/>
                    <a:pt x="601" y="1355"/>
                  </a:cubicBezTo>
                  <a:cubicBezTo>
                    <a:pt x="667" y="1155"/>
                    <a:pt x="734" y="855"/>
                    <a:pt x="934" y="788"/>
                  </a:cubicBezTo>
                  <a:cubicBezTo>
                    <a:pt x="1068" y="755"/>
                    <a:pt x="1201" y="755"/>
                    <a:pt x="1335" y="688"/>
                  </a:cubicBezTo>
                  <a:cubicBezTo>
                    <a:pt x="1435" y="655"/>
                    <a:pt x="1535" y="655"/>
                    <a:pt x="1702" y="655"/>
                  </a:cubicBezTo>
                  <a:cubicBezTo>
                    <a:pt x="1868" y="655"/>
                    <a:pt x="2035" y="621"/>
                    <a:pt x="2202" y="588"/>
                  </a:cubicBezTo>
                  <a:cubicBezTo>
                    <a:pt x="2369" y="521"/>
                    <a:pt x="2535" y="454"/>
                    <a:pt x="2702" y="354"/>
                  </a:cubicBezTo>
                  <a:cubicBezTo>
                    <a:pt x="2902" y="321"/>
                    <a:pt x="2902" y="154"/>
                    <a:pt x="2736" y="88"/>
                  </a:cubicBezTo>
                  <a:cubicBezTo>
                    <a:pt x="2609" y="24"/>
                    <a:pt x="2495" y="1"/>
                    <a:pt x="2378" y="1"/>
                  </a:cubicBezTo>
                  <a:close/>
                </a:path>
              </a:pathLst>
            </a:custGeom>
            <a:solidFill>
              <a:srgbClr val="5742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3"/>
            <p:cNvSpPr/>
            <p:nvPr/>
          </p:nvSpPr>
          <p:spPr>
            <a:xfrm flipH="1">
              <a:off x="6381635" y="3531608"/>
              <a:ext cx="700062" cy="942504"/>
            </a:xfrm>
            <a:custGeom>
              <a:rect b="b" l="l" r="r" t="t"/>
              <a:pathLst>
                <a:path extrusionOk="0" h="15558" w="11556">
                  <a:moveTo>
                    <a:pt x="298" y="0"/>
                  </a:moveTo>
                  <a:cubicBezTo>
                    <a:pt x="160" y="0"/>
                    <a:pt x="1" y="213"/>
                    <a:pt x="78" y="367"/>
                  </a:cubicBezTo>
                  <a:cubicBezTo>
                    <a:pt x="711" y="1734"/>
                    <a:pt x="1545" y="3035"/>
                    <a:pt x="2346" y="4336"/>
                  </a:cubicBezTo>
                  <a:cubicBezTo>
                    <a:pt x="3113" y="5637"/>
                    <a:pt x="4014" y="6871"/>
                    <a:pt x="4881" y="8072"/>
                  </a:cubicBezTo>
                  <a:cubicBezTo>
                    <a:pt x="6616" y="10574"/>
                    <a:pt x="8584" y="12909"/>
                    <a:pt x="10385" y="15344"/>
                  </a:cubicBezTo>
                  <a:cubicBezTo>
                    <a:pt x="10495" y="15494"/>
                    <a:pt x="10657" y="15557"/>
                    <a:pt x="10817" y="15557"/>
                  </a:cubicBezTo>
                  <a:cubicBezTo>
                    <a:pt x="11190" y="15557"/>
                    <a:pt x="11556" y="15217"/>
                    <a:pt x="11252" y="14844"/>
                  </a:cubicBezTo>
                  <a:cubicBezTo>
                    <a:pt x="9451" y="12342"/>
                    <a:pt x="7583" y="9907"/>
                    <a:pt x="5748" y="7472"/>
                  </a:cubicBezTo>
                  <a:cubicBezTo>
                    <a:pt x="4848" y="6237"/>
                    <a:pt x="4014" y="5003"/>
                    <a:pt x="3080" y="3736"/>
                  </a:cubicBezTo>
                  <a:cubicBezTo>
                    <a:pt x="2212" y="2501"/>
                    <a:pt x="1379" y="1234"/>
                    <a:pt x="411" y="66"/>
                  </a:cubicBezTo>
                  <a:cubicBezTo>
                    <a:pt x="380" y="20"/>
                    <a:pt x="340" y="0"/>
                    <a:pt x="298" y="0"/>
                  </a:cubicBezTo>
                  <a:close/>
                </a:path>
              </a:pathLst>
            </a:custGeom>
            <a:solidFill>
              <a:srgbClr val="5742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p:nvPr/>
          </p:nvSpPr>
          <p:spPr>
            <a:xfrm flipH="1">
              <a:off x="5999920" y="4420135"/>
              <a:ext cx="448655" cy="243168"/>
            </a:xfrm>
            <a:custGeom>
              <a:rect b="b" l="l" r="r" t="t"/>
              <a:pathLst>
                <a:path extrusionOk="0" h="4014" w="7406">
                  <a:moveTo>
                    <a:pt x="998" y="0"/>
                  </a:moveTo>
                  <a:cubicBezTo>
                    <a:pt x="700" y="0"/>
                    <a:pt x="407" y="40"/>
                    <a:pt x="134" y="177"/>
                  </a:cubicBezTo>
                  <a:cubicBezTo>
                    <a:pt x="1" y="243"/>
                    <a:pt x="101" y="477"/>
                    <a:pt x="268" y="510"/>
                  </a:cubicBezTo>
                  <a:cubicBezTo>
                    <a:pt x="568" y="543"/>
                    <a:pt x="835" y="644"/>
                    <a:pt x="1101" y="677"/>
                  </a:cubicBezTo>
                  <a:cubicBezTo>
                    <a:pt x="1435" y="744"/>
                    <a:pt x="1769" y="810"/>
                    <a:pt x="2102" y="844"/>
                  </a:cubicBezTo>
                  <a:cubicBezTo>
                    <a:pt x="2769" y="977"/>
                    <a:pt x="3403" y="1077"/>
                    <a:pt x="4070" y="1211"/>
                  </a:cubicBezTo>
                  <a:cubicBezTo>
                    <a:pt x="4571" y="1311"/>
                    <a:pt x="5138" y="1377"/>
                    <a:pt x="5571" y="1678"/>
                  </a:cubicBezTo>
                  <a:cubicBezTo>
                    <a:pt x="6005" y="1978"/>
                    <a:pt x="6238" y="2578"/>
                    <a:pt x="6339" y="3079"/>
                  </a:cubicBezTo>
                  <a:cubicBezTo>
                    <a:pt x="6405" y="3345"/>
                    <a:pt x="6405" y="3679"/>
                    <a:pt x="6572" y="3879"/>
                  </a:cubicBezTo>
                  <a:cubicBezTo>
                    <a:pt x="6649" y="3971"/>
                    <a:pt x="6739" y="4014"/>
                    <a:pt x="6828" y="4014"/>
                  </a:cubicBezTo>
                  <a:cubicBezTo>
                    <a:pt x="6932" y="4014"/>
                    <a:pt x="7034" y="3954"/>
                    <a:pt x="7106" y="3846"/>
                  </a:cubicBezTo>
                  <a:cubicBezTo>
                    <a:pt x="7406" y="3379"/>
                    <a:pt x="7006" y="2578"/>
                    <a:pt x="6839" y="2178"/>
                  </a:cubicBezTo>
                  <a:cubicBezTo>
                    <a:pt x="6605" y="1644"/>
                    <a:pt x="6305" y="1211"/>
                    <a:pt x="5805" y="877"/>
                  </a:cubicBezTo>
                  <a:cubicBezTo>
                    <a:pt x="5405" y="577"/>
                    <a:pt x="4837" y="510"/>
                    <a:pt x="4337" y="410"/>
                  </a:cubicBezTo>
                  <a:cubicBezTo>
                    <a:pt x="3603" y="310"/>
                    <a:pt x="2803" y="143"/>
                    <a:pt x="2069" y="76"/>
                  </a:cubicBezTo>
                  <a:cubicBezTo>
                    <a:pt x="1723" y="58"/>
                    <a:pt x="1357" y="0"/>
                    <a:pt x="998" y="0"/>
                  </a:cubicBezTo>
                  <a:close/>
                </a:path>
              </a:pathLst>
            </a:custGeom>
            <a:solidFill>
              <a:srgbClr val="5742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3"/>
            <p:cNvSpPr/>
            <p:nvPr/>
          </p:nvSpPr>
          <p:spPr>
            <a:xfrm flipH="1">
              <a:off x="5953395" y="4399915"/>
              <a:ext cx="500997" cy="136850"/>
            </a:xfrm>
            <a:custGeom>
              <a:rect b="b" l="l" r="r" t="t"/>
              <a:pathLst>
                <a:path extrusionOk="0" h="2259" w="8270">
                  <a:moveTo>
                    <a:pt x="4733" y="0"/>
                  </a:moveTo>
                  <a:cubicBezTo>
                    <a:pt x="3899" y="0"/>
                    <a:pt x="3065" y="67"/>
                    <a:pt x="2232" y="167"/>
                  </a:cubicBezTo>
                  <a:lnTo>
                    <a:pt x="997" y="301"/>
                  </a:lnTo>
                  <a:cubicBezTo>
                    <a:pt x="664" y="301"/>
                    <a:pt x="364" y="334"/>
                    <a:pt x="63" y="467"/>
                  </a:cubicBezTo>
                  <a:cubicBezTo>
                    <a:pt x="1" y="562"/>
                    <a:pt x="86" y="804"/>
                    <a:pt x="207" y="804"/>
                  </a:cubicBezTo>
                  <a:cubicBezTo>
                    <a:pt x="215" y="804"/>
                    <a:pt x="222" y="803"/>
                    <a:pt x="230" y="801"/>
                  </a:cubicBezTo>
                  <a:cubicBezTo>
                    <a:pt x="430" y="741"/>
                    <a:pt x="630" y="729"/>
                    <a:pt x="823" y="729"/>
                  </a:cubicBezTo>
                  <a:cubicBezTo>
                    <a:pt x="952" y="729"/>
                    <a:pt x="1077" y="734"/>
                    <a:pt x="1197" y="734"/>
                  </a:cubicBezTo>
                  <a:cubicBezTo>
                    <a:pt x="1598" y="734"/>
                    <a:pt x="2031" y="734"/>
                    <a:pt x="2398" y="701"/>
                  </a:cubicBezTo>
                  <a:cubicBezTo>
                    <a:pt x="3166" y="668"/>
                    <a:pt x="3866" y="634"/>
                    <a:pt x="4600" y="567"/>
                  </a:cubicBezTo>
                  <a:cubicBezTo>
                    <a:pt x="5234" y="567"/>
                    <a:pt x="5867" y="567"/>
                    <a:pt x="6501" y="801"/>
                  </a:cubicBezTo>
                  <a:cubicBezTo>
                    <a:pt x="7002" y="968"/>
                    <a:pt x="7202" y="1235"/>
                    <a:pt x="7335" y="1702"/>
                  </a:cubicBezTo>
                  <a:cubicBezTo>
                    <a:pt x="7383" y="1938"/>
                    <a:pt x="7547" y="2258"/>
                    <a:pt x="7746" y="2258"/>
                  </a:cubicBezTo>
                  <a:cubicBezTo>
                    <a:pt x="7828" y="2258"/>
                    <a:pt x="7915" y="2204"/>
                    <a:pt x="8002" y="2069"/>
                  </a:cubicBezTo>
                  <a:cubicBezTo>
                    <a:pt x="8269" y="1702"/>
                    <a:pt x="8002" y="1068"/>
                    <a:pt x="7702" y="801"/>
                  </a:cubicBezTo>
                  <a:cubicBezTo>
                    <a:pt x="6935" y="34"/>
                    <a:pt x="5734" y="0"/>
                    <a:pt x="4733" y="0"/>
                  </a:cubicBezTo>
                  <a:close/>
                </a:path>
              </a:pathLst>
            </a:custGeom>
            <a:solidFill>
              <a:srgbClr val="5742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p:nvPr/>
          </p:nvSpPr>
          <p:spPr>
            <a:xfrm flipH="1">
              <a:off x="6242361" y="4426132"/>
              <a:ext cx="224449" cy="307019"/>
            </a:xfrm>
            <a:custGeom>
              <a:rect b="b" l="l" r="r" t="t"/>
              <a:pathLst>
                <a:path extrusionOk="0" h="5068" w="3705">
                  <a:moveTo>
                    <a:pt x="234" y="1"/>
                  </a:moveTo>
                  <a:cubicBezTo>
                    <a:pt x="100" y="1"/>
                    <a:pt x="1" y="98"/>
                    <a:pt x="68" y="211"/>
                  </a:cubicBezTo>
                  <a:cubicBezTo>
                    <a:pt x="202" y="611"/>
                    <a:pt x="635" y="778"/>
                    <a:pt x="1036" y="945"/>
                  </a:cubicBezTo>
                  <a:cubicBezTo>
                    <a:pt x="1536" y="1212"/>
                    <a:pt x="2070" y="1412"/>
                    <a:pt x="2470" y="1779"/>
                  </a:cubicBezTo>
                  <a:cubicBezTo>
                    <a:pt x="2803" y="2112"/>
                    <a:pt x="2904" y="2546"/>
                    <a:pt x="2970" y="2980"/>
                  </a:cubicBezTo>
                  <a:cubicBezTo>
                    <a:pt x="3070" y="3580"/>
                    <a:pt x="3037" y="4114"/>
                    <a:pt x="2803" y="4647"/>
                  </a:cubicBezTo>
                  <a:cubicBezTo>
                    <a:pt x="2736" y="4873"/>
                    <a:pt x="2973" y="5068"/>
                    <a:pt x="3175" y="5068"/>
                  </a:cubicBezTo>
                  <a:cubicBezTo>
                    <a:pt x="3272" y="5068"/>
                    <a:pt x="3361" y="5023"/>
                    <a:pt x="3404" y="4914"/>
                  </a:cubicBezTo>
                  <a:cubicBezTo>
                    <a:pt x="3637" y="4314"/>
                    <a:pt x="3704" y="3713"/>
                    <a:pt x="3604" y="3080"/>
                  </a:cubicBezTo>
                  <a:cubicBezTo>
                    <a:pt x="3571" y="2579"/>
                    <a:pt x="3537" y="2046"/>
                    <a:pt x="3237" y="1612"/>
                  </a:cubicBezTo>
                  <a:cubicBezTo>
                    <a:pt x="2904" y="1145"/>
                    <a:pt x="2370" y="811"/>
                    <a:pt x="1869" y="611"/>
                  </a:cubicBezTo>
                  <a:cubicBezTo>
                    <a:pt x="1603" y="478"/>
                    <a:pt x="1302" y="411"/>
                    <a:pt x="1036" y="311"/>
                  </a:cubicBezTo>
                  <a:cubicBezTo>
                    <a:pt x="802" y="278"/>
                    <a:pt x="569" y="244"/>
                    <a:pt x="435" y="78"/>
                  </a:cubicBezTo>
                  <a:cubicBezTo>
                    <a:pt x="370" y="23"/>
                    <a:pt x="298" y="1"/>
                    <a:pt x="234" y="1"/>
                  </a:cubicBezTo>
                  <a:close/>
                </a:path>
              </a:pathLst>
            </a:custGeom>
            <a:solidFill>
              <a:srgbClr val="5742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3"/>
            <p:cNvSpPr/>
            <p:nvPr/>
          </p:nvSpPr>
          <p:spPr>
            <a:xfrm flipH="1">
              <a:off x="6420830" y="4431948"/>
              <a:ext cx="191433" cy="111467"/>
            </a:xfrm>
            <a:custGeom>
              <a:rect b="b" l="l" r="r" t="t"/>
              <a:pathLst>
                <a:path extrusionOk="0" h="1840" w="3160">
                  <a:moveTo>
                    <a:pt x="1611" y="0"/>
                  </a:moveTo>
                  <a:cubicBezTo>
                    <a:pt x="1550" y="0"/>
                    <a:pt x="1491" y="4"/>
                    <a:pt x="1435" y="15"/>
                  </a:cubicBezTo>
                  <a:cubicBezTo>
                    <a:pt x="1268" y="48"/>
                    <a:pt x="1135" y="182"/>
                    <a:pt x="1001" y="282"/>
                  </a:cubicBezTo>
                  <a:cubicBezTo>
                    <a:pt x="735" y="449"/>
                    <a:pt x="534" y="615"/>
                    <a:pt x="368" y="815"/>
                  </a:cubicBezTo>
                  <a:cubicBezTo>
                    <a:pt x="201" y="1016"/>
                    <a:pt x="1" y="1383"/>
                    <a:pt x="101" y="1683"/>
                  </a:cubicBezTo>
                  <a:cubicBezTo>
                    <a:pt x="122" y="1787"/>
                    <a:pt x="208" y="1839"/>
                    <a:pt x="302" y="1839"/>
                  </a:cubicBezTo>
                  <a:cubicBezTo>
                    <a:pt x="358" y="1839"/>
                    <a:pt x="418" y="1820"/>
                    <a:pt x="468" y="1783"/>
                  </a:cubicBezTo>
                  <a:cubicBezTo>
                    <a:pt x="601" y="1649"/>
                    <a:pt x="601" y="1516"/>
                    <a:pt x="635" y="1383"/>
                  </a:cubicBezTo>
                  <a:lnTo>
                    <a:pt x="735" y="1016"/>
                  </a:lnTo>
                  <a:cubicBezTo>
                    <a:pt x="835" y="815"/>
                    <a:pt x="968" y="582"/>
                    <a:pt x="1202" y="515"/>
                  </a:cubicBezTo>
                  <a:cubicBezTo>
                    <a:pt x="1246" y="504"/>
                    <a:pt x="1291" y="500"/>
                    <a:pt x="1336" y="500"/>
                  </a:cubicBezTo>
                  <a:cubicBezTo>
                    <a:pt x="1428" y="500"/>
                    <a:pt x="1524" y="515"/>
                    <a:pt x="1635" y="515"/>
                  </a:cubicBezTo>
                  <a:cubicBezTo>
                    <a:pt x="1802" y="515"/>
                    <a:pt x="1935" y="515"/>
                    <a:pt x="2102" y="549"/>
                  </a:cubicBezTo>
                  <a:cubicBezTo>
                    <a:pt x="2158" y="560"/>
                    <a:pt x="2213" y="563"/>
                    <a:pt x="2269" y="563"/>
                  </a:cubicBezTo>
                  <a:cubicBezTo>
                    <a:pt x="2380" y="563"/>
                    <a:pt x="2491" y="549"/>
                    <a:pt x="2603" y="549"/>
                  </a:cubicBezTo>
                  <a:cubicBezTo>
                    <a:pt x="2769" y="549"/>
                    <a:pt x="2936" y="515"/>
                    <a:pt x="3103" y="482"/>
                  </a:cubicBezTo>
                  <a:cubicBezTo>
                    <a:pt x="3106" y="484"/>
                    <a:pt x="3108" y="486"/>
                    <a:pt x="3110" y="486"/>
                  </a:cubicBezTo>
                  <a:cubicBezTo>
                    <a:pt x="3140" y="486"/>
                    <a:pt x="3160" y="308"/>
                    <a:pt x="3036" y="215"/>
                  </a:cubicBezTo>
                  <a:cubicBezTo>
                    <a:pt x="2869" y="148"/>
                    <a:pt x="2703" y="48"/>
                    <a:pt x="2503" y="48"/>
                  </a:cubicBezTo>
                  <a:cubicBezTo>
                    <a:pt x="2336" y="48"/>
                    <a:pt x="2136" y="15"/>
                    <a:pt x="1969" y="15"/>
                  </a:cubicBezTo>
                  <a:cubicBezTo>
                    <a:pt x="1858" y="15"/>
                    <a:pt x="1732" y="0"/>
                    <a:pt x="1611" y="0"/>
                  </a:cubicBezTo>
                  <a:close/>
                </a:path>
              </a:pathLst>
            </a:custGeom>
            <a:solidFill>
              <a:srgbClr val="5742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3"/>
            <p:cNvSpPr/>
            <p:nvPr/>
          </p:nvSpPr>
          <p:spPr>
            <a:xfrm flipH="1">
              <a:off x="7119378" y="3190058"/>
              <a:ext cx="1780386" cy="1078687"/>
            </a:xfrm>
            <a:custGeom>
              <a:rect b="b" l="l" r="r" t="t"/>
              <a:pathLst>
                <a:path extrusionOk="0" h="17806" w="29389">
                  <a:moveTo>
                    <a:pt x="21616" y="0"/>
                  </a:moveTo>
                  <a:cubicBezTo>
                    <a:pt x="21616" y="0"/>
                    <a:pt x="0" y="14177"/>
                    <a:pt x="67" y="15178"/>
                  </a:cubicBezTo>
                  <a:cubicBezTo>
                    <a:pt x="167" y="16178"/>
                    <a:pt x="2569" y="17279"/>
                    <a:pt x="8106" y="17713"/>
                  </a:cubicBezTo>
                  <a:cubicBezTo>
                    <a:pt x="8847" y="17775"/>
                    <a:pt x="9502" y="17805"/>
                    <a:pt x="10089" y="17805"/>
                  </a:cubicBezTo>
                  <a:cubicBezTo>
                    <a:pt x="13919" y="17805"/>
                    <a:pt x="14830" y="16518"/>
                    <a:pt x="17346" y="14377"/>
                  </a:cubicBezTo>
                  <a:cubicBezTo>
                    <a:pt x="20182" y="11942"/>
                    <a:pt x="29388" y="2102"/>
                    <a:pt x="29388" y="2102"/>
                  </a:cubicBezTo>
                  <a:lnTo>
                    <a:pt x="21616" y="0"/>
                  </a:lnTo>
                  <a:close/>
                </a:path>
              </a:pathLst>
            </a:custGeom>
            <a:solidFill>
              <a:srgbClr val="5742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p:nvPr/>
          </p:nvSpPr>
          <p:spPr>
            <a:xfrm flipH="1">
              <a:off x="7471106" y="3284623"/>
              <a:ext cx="1174040" cy="954256"/>
            </a:xfrm>
            <a:custGeom>
              <a:rect b="b" l="l" r="r" t="t"/>
              <a:pathLst>
                <a:path extrusionOk="0" h="15752" w="19380">
                  <a:moveTo>
                    <a:pt x="19135" y="1"/>
                  </a:moveTo>
                  <a:cubicBezTo>
                    <a:pt x="19097" y="1"/>
                    <a:pt x="19056" y="13"/>
                    <a:pt x="19014" y="40"/>
                  </a:cubicBezTo>
                  <a:cubicBezTo>
                    <a:pt x="18347" y="441"/>
                    <a:pt x="17746" y="974"/>
                    <a:pt x="17179" y="1475"/>
                  </a:cubicBezTo>
                  <a:cubicBezTo>
                    <a:pt x="16512" y="2042"/>
                    <a:pt x="15845" y="2609"/>
                    <a:pt x="15178" y="3143"/>
                  </a:cubicBezTo>
                  <a:cubicBezTo>
                    <a:pt x="13877" y="4243"/>
                    <a:pt x="12543" y="5378"/>
                    <a:pt x="11242" y="6445"/>
                  </a:cubicBezTo>
                  <a:cubicBezTo>
                    <a:pt x="8673" y="8580"/>
                    <a:pt x="6138" y="10748"/>
                    <a:pt x="3536" y="12883"/>
                  </a:cubicBezTo>
                  <a:cubicBezTo>
                    <a:pt x="2369" y="13817"/>
                    <a:pt x="1201" y="14784"/>
                    <a:pt x="0" y="15752"/>
                  </a:cubicBezTo>
                  <a:cubicBezTo>
                    <a:pt x="67" y="15735"/>
                    <a:pt x="126" y="15727"/>
                    <a:pt x="184" y="15727"/>
                  </a:cubicBezTo>
                  <a:cubicBezTo>
                    <a:pt x="242" y="15727"/>
                    <a:pt x="301" y="15735"/>
                    <a:pt x="367" y="15752"/>
                  </a:cubicBezTo>
                  <a:cubicBezTo>
                    <a:pt x="2602" y="14050"/>
                    <a:pt x="4804" y="12216"/>
                    <a:pt x="6972" y="10381"/>
                  </a:cubicBezTo>
                  <a:cubicBezTo>
                    <a:pt x="9541" y="8213"/>
                    <a:pt x="12176" y="6078"/>
                    <a:pt x="14811" y="3943"/>
                  </a:cubicBezTo>
                  <a:cubicBezTo>
                    <a:pt x="15512" y="3376"/>
                    <a:pt x="16245" y="2776"/>
                    <a:pt x="16979" y="2209"/>
                  </a:cubicBezTo>
                  <a:cubicBezTo>
                    <a:pt x="17713" y="1575"/>
                    <a:pt x="18580" y="1041"/>
                    <a:pt x="19248" y="307"/>
                  </a:cubicBezTo>
                  <a:cubicBezTo>
                    <a:pt x="19380" y="175"/>
                    <a:pt x="19281" y="1"/>
                    <a:pt x="19135" y="1"/>
                  </a:cubicBezTo>
                  <a:close/>
                </a:path>
              </a:pathLst>
            </a:custGeom>
            <a:solidFill>
              <a:srgbClr val="705E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3"/>
            <p:cNvSpPr/>
            <p:nvPr/>
          </p:nvSpPr>
          <p:spPr>
            <a:xfrm flipH="1">
              <a:off x="7362546" y="3400634"/>
              <a:ext cx="886528" cy="872594"/>
            </a:xfrm>
            <a:custGeom>
              <a:rect b="b" l="l" r="r" t="t"/>
              <a:pathLst>
                <a:path extrusionOk="0" h="14404" w="14634">
                  <a:moveTo>
                    <a:pt x="14361" y="1"/>
                  </a:moveTo>
                  <a:cubicBezTo>
                    <a:pt x="14296" y="1"/>
                    <a:pt x="14229" y="34"/>
                    <a:pt x="14184" y="114"/>
                  </a:cubicBezTo>
                  <a:lnTo>
                    <a:pt x="14184" y="114"/>
                  </a:lnTo>
                  <a:cubicBezTo>
                    <a:pt x="14170" y="132"/>
                    <a:pt x="14154" y="150"/>
                    <a:pt x="14144" y="160"/>
                  </a:cubicBezTo>
                  <a:lnTo>
                    <a:pt x="14010" y="294"/>
                  </a:lnTo>
                  <a:lnTo>
                    <a:pt x="13644" y="661"/>
                  </a:lnTo>
                  <a:cubicBezTo>
                    <a:pt x="13310" y="994"/>
                    <a:pt x="12976" y="1361"/>
                    <a:pt x="12643" y="1695"/>
                  </a:cubicBezTo>
                  <a:cubicBezTo>
                    <a:pt x="11675" y="2695"/>
                    <a:pt x="10675" y="3696"/>
                    <a:pt x="9674" y="4663"/>
                  </a:cubicBezTo>
                  <a:cubicBezTo>
                    <a:pt x="7839" y="6498"/>
                    <a:pt x="5938" y="8333"/>
                    <a:pt x="4137" y="10201"/>
                  </a:cubicBezTo>
                  <a:cubicBezTo>
                    <a:pt x="2802" y="11635"/>
                    <a:pt x="1301" y="12969"/>
                    <a:pt x="0" y="14404"/>
                  </a:cubicBezTo>
                  <a:cubicBezTo>
                    <a:pt x="167" y="14404"/>
                    <a:pt x="334" y="14370"/>
                    <a:pt x="501" y="14370"/>
                  </a:cubicBezTo>
                  <a:cubicBezTo>
                    <a:pt x="1702" y="13136"/>
                    <a:pt x="3036" y="11969"/>
                    <a:pt x="4270" y="10701"/>
                  </a:cubicBezTo>
                  <a:cubicBezTo>
                    <a:pt x="4971" y="9967"/>
                    <a:pt x="5771" y="9233"/>
                    <a:pt x="6505" y="8533"/>
                  </a:cubicBezTo>
                  <a:cubicBezTo>
                    <a:pt x="8673" y="6398"/>
                    <a:pt x="10842" y="4397"/>
                    <a:pt x="12876" y="2328"/>
                  </a:cubicBezTo>
                  <a:cubicBezTo>
                    <a:pt x="13510" y="1695"/>
                    <a:pt x="14177" y="1027"/>
                    <a:pt x="14544" y="327"/>
                  </a:cubicBezTo>
                  <a:cubicBezTo>
                    <a:pt x="14633" y="149"/>
                    <a:pt x="14500" y="1"/>
                    <a:pt x="14361" y="1"/>
                  </a:cubicBezTo>
                  <a:close/>
                </a:path>
              </a:pathLst>
            </a:custGeom>
            <a:solidFill>
              <a:srgbClr val="705E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3"/>
            <p:cNvSpPr/>
            <p:nvPr/>
          </p:nvSpPr>
          <p:spPr>
            <a:xfrm flipH="1">
              <a:off x="4781354" y="712336"/>
              <a:ext cx="1582350" cy="2750453"/>
            </a:xfrm>
            <a:custGeom>
              <a:rect b="b" l="l" r="r" t="t"/>
              <a:pathLst>
                <a:path extrusionOk="0" h="45402" w="26120">
                  <a:moveTo>
                    <a:pt x="9170" y="0"/>
                  </a:moveTo>
                  <a:cubicBezTo>
                    <a:pt x="3038" y="0"/>
                    <a:pt x="1" y="4241"/>
                    <a:pt x="1" y="4241"/>
                  </a:cubicBezTo>
                  <a:cubicBezTo>
                    <a:pt x="1" y="4241"/>
                    <a:pt x="3703" y="4674"/>
                    <a:pt x="6238" y="7910"/>
                  </a:cubicBezTo>
                  <a:cubicBezTo>
                    <a:pt x="8840" y="11179"/>
                    <a:pt x="11275" y="28658"/>
                    <a:pt x="11175" y="32427"/>
                  </a:cubicBezTo>
                  <a:cubicBezTo>
                    <a:pt x="11075" y="36197"/>
                    <a:pt x="9441" y="45370"/>
                    <a:pt x="9441" y="45370"/>
                  </a:cubicBezTo>
                  <a:cubicBezTo>
                    <a:pt x="9441" y="45370"/>
                    <a:pt x="9757" y="45402"/>
                    <a:pt x="10272" y="45402"/>
                  </a:cubicBezTo>
                  <a:cubicBezTo>
                    <a:pt x="11430" y="45402"/>
                    <a:pt x="13598" y="45242"/>
                    <a:pt x="15445" y="44203"/>
                  </a:cubicBezTo>
                  <a:cubicBezTo>
                    <a:pt x="18114" y="42702"/>
                    <a:pt x="20082" y="40467"/>
                    <a:pt x="22283" y="35696"/>
                  </a:cubicBezTo>
                  <a:cubicBezTo>
                    <a:pt x="25252" y="29259"/>
                    <a:pt x="26119" y="21920"/>
                    <a:pt x="23918" y="15148"/>
                  </a:cubicBezTo>
                  <a:cubicBezTo>
                    <a:pt x="21516" y="7710"/>
                    <a:pt x="16946" y="538"/>
                    <a:pt x="10175" y="38"/>
                  </a:cubicBezTo>
                  <a:cubicBezTo>
                    <a:pt x="9831" y="12"/>
                    <a:pt x="9496" y="0"/>
                    <a:pt x="9170" y="0"/>
                  </a:cubicBezTo>
                  <a:close/>
                </a:path>
              </a:pathLst>
            </a:custGeom>
            <a:solidFill>
              <a:srgbClr val="5742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3"/>
            <p:cNvSpPr/>
            <p:nvPr/>
          </p:nvSpPr>
          <p:spPr>
            <a:xfrm flipH="1">
              <a:off x="4874344" y="1726990"/>
              <a:ext cx="2715983" cy="1976423"/>
            </a:xfrm>
            <a:custGeom>
              <a:rect b="b" l="l" r="r" t="t"/>
              <a:pathLst>
                <a:path extrusionOk="0" h="32625" w="44833">
                  <a:moveTo>
                    <a:pt x="39283" y="1"/>
                  </a:moveTo>
                  <a:cubicBezTo>
                    <a:pt x="37211" y="1"/>
                    <a:pt x="34609" y="985"/>
                    <a:pt x="31857" y="1368"/>
                  </a:cubicBezTo>
                  <a:cubicBezTo>
                    <a:pt x="26353" y="2202"/>
                    <a:pt x="15645" y="7806"/>
                    <a:pt x="11309" y="11509"/>
                  </a:cubicBezTo>
                  <a:cubicBezTo>
                    <a:pt x="7006" y="15245"/>
                    <a:pt x="1" y="25285"/>
                    <a:pt x="1" y="25285"/>
                  </a:cubicBezTo>
                  <a:cubicBezTo>
                    <a:pt x="1" y="25285"/>
                    <a:pt x="5438" y="32524"/>
                    <a:pt x="18814" y="32624"/>
                  </a:cubicBezTo>
                  <a:cubicBezTo>
                    <a:pt x="18890" y="32624"/>
                    <a:pt x="18966" y="32625"/>
                    <a:pt x="19041" y="32625"/>
                  </a:cubicBezTo>
                  <a:cubicBezTo>
                    <a:pt x="32250" y="32625"/>
                    <a:pt x="37474" y="26836"/>
                    <a:pt x="39763" y="23884"/>
                  </a:cubicBezTo>
                  <a:cubicBezTo>
                    <a:pt x="42798" y="20015"/>
                    <a:pt x="44833" y="11609"/>
                    <a:pt x="43532" y="4537"/>
                  </a:cubicBezTo>
                  <a:cubicBezTo>
                    <a:pt x="42898" y="985"/>
                    <a:pt x="41355" y="1"/>
                    <a:pt x="39283" y="1"/>
                  </a:cubicBezTo>
                  <a:close/>
                </a:path>
              </a:pathLst>
            </a:custGeom>
            <a:solidFill>
              <a:srgbClr val="F2D6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p:nvPr/>
          </p:nvSpPr>
          <p:spPr>
            <a:xfrm flipH="1">
              <a:off x="6319177" y="2632419"/>
              <a:ext cx="1453011" cy="961829"/>
            </a:xfrm>
            <a:custGeom>
              <a:rect b="b" l="l" r="r" t="t"/>
              <a:pathLst>
                <a:path extrusionOk="0" h="15877" w="23985">
                  <a:moveTo>
                    <a:pt x="16720" y="0"/>
                  </a:moveTo>
                  <a:cubicBezTo>
                    <a:pt x="15490" y="0"/>
                    <a:pt x="14296" y="186"/>
                    <a:pt x="13344" y="699"/>
                  </a:cubicBezTo>
                  <a:cubicBezTo>
                    <a:pt x="12009" y="1400"/>
                    <a:pt x="9674" y="2967"/>
                    <a:pt x="7273" y="4569"/>
                  </a:cubicBezTo>
                  <a:cubicBezTo>
                    <a:pt x="5705" y="6537"/>
                    <a:pt x="4437" y="8371"/>
                    <a:pt x="3670" y="9405"/>
                  </a:cubicBezTo>
                  <a:lnTo>
                    <a:pt x="2970" y="9239"/>
                  </a:lnTo>
                  <a:cubicBezTo>
                    <a:pt x="2970" y="9239"/>
                    <a:pt x="1802" y="10006"/>
                    <a:pt x="1" y="11207"/>
                  </a:cubicBezTo>
                  <a:cubicBezTo>
                    <a:pt x="768" y="12207"/>
                    <a:pt x="2036" y="13742"/>
                    <a:pt x="3603" y="14676"/>
                  </a:cubicBezTo>
                  <a:cubicBezTo>
                    <a:pt x="4471" y="15210"/>
                    <a:pt x="5471" y="15576"/>
                    <a:pt x="6439" y="15877"/>
                  </a:cubicBezTo>
                  <a:cubicBezTo>
                    <a:pt x="6939" y="15343"/>
                    <a:pt x="7439" y="14809"/>
                    <a:pt x="7873" y="14342"/>
                  </a:cubicBezTo>
                  <a:cubicBezTo>
                    <a:pt x="8340" y="14576"/>
                    <a:pt x="8840" y="14843"/>
                    <a:pt x="9341" y="15076"/>
                  </a:cubicBezTo>
                  <a:cubicBezTo>
                    <a:pt x="8807" y="14542"/>
                    <a:pt x="8273" y="14009"/>
                    <a:pt x="7940" y="13542"/>
                  </a:cubicBezTo>
                  <a:cubicBezTo>
                    <a:pt x="7006" y="12374"/>
                    <a:pt x="8340" y="12541"/>
                    <a:pt x="16146" y="8305"/>
                  </a:cubicBezTo>
                  <a:cubicBezTo>
                    <a:pt x="23985" y="3901"/>
                    <a:pt x="23484" y="1300"/>
                    <a:pt x="23484" y="1300"/>
                  </a:cubicBezTo>
                  <a:cubicBezTo>
                    <a:pt x="23484" y="1300"/>
                    <a:pt x="19973" y="0"/>
                    <a:pt x="16720" y="0"/>
                  </a:cubicBezTo>
                  <a:close/>
                </a:path>
              </a:pathLst>
            </a:custGeom>
            <a:solidFill>
              <a:srgbClr val="CBC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
            <p:cNvSpPr/>
            <p:nvPr/>
          </p:nvSpPr>
          <p:spPr>
            <a:xfrm flipH="1">
              <a:off x="5975628" y="1662352"/>
              <a:ext cx="1731861" cy="1667949"/>
            </a:xfrm>
            <a:custGeom>
              <a:rect b="b" l="l" r="r" t="t"/>
              <a:pathLst>
                <a:path extrusionOk="0" h="27533" w="28588">
                  <a:moveTo>
                    <a:pt x="25518" y="0"/>
                  </a:moveTo>
                  <a:cubicBezTo>
                    <a:pt x="25518" y="0"/>
                    <a:pt x="15078" y="2535"/>
                    <a:pt x="7872" y="11842"/>
                  </a:cubicBezTo>
                  <a:cubicBezTo>
                    <a:pt x="1968" y="19414"/>
                    <a:pt x="0" y="27320"/>
                    <a:pt x="0" y="27320"/>
                  </a:cubicBezTo>
                  <a:cubicBezTo>
                    <a:pt x="0" y="27320"/>
                    <a:pt x="611" y="27533"/>
                    <a:pt x="1940" y="27533"/>
                  </a:cubicBezTo>
                  <a:cubicBezTo>
                    <a:pt x="4178" y="27533"/>
                    <a:pt x="8454" y="26928"/>
                    <a:pt x="15278" y="23684"/>
                  </a:cubicBezTo>
                  <a:cubicBezTo>
                    <a:pt x="26186" y="18513"/>
                    <a:pt x="27520" y="9640"/>
                    <a:pt x="28054" y="7672"/>
                  </a:cubicBezTo>
                  <a:cubicBezTo>
                    <a:pt x="28587" y="5704"/>
                    <a:pt x="25518" y="0"/>
                    <a:pt x="25518" y="0"/>
                  </a:cubicBezTo>
                  <a:close/>
                </a:path>
              </a:pathLst>
            </a:custGeom>
            <a:solidFill>
              <a:srgbClr val="5742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flipH="1">
              <a:off x="6084793" y="1662352"/>
              <a:ext cx="1503474" cy="1372743"/>
            </a:xfrm>
            <a:custGeom>
              <a:rect b="b" l="l" r="r" t="t"/>
              <a:pathLst>
                <a:path extrusionOk="0" h="22660" w="24818">
                  <a:moveTo>
                    <a:pt x="23317" y="0"/>
                  </a:moveTo>
                  <a:lnTo>
                    <a:pt x="23317" y="0"/>
                  </a:lnTo>
                  <a:cubicBezTo>
                    <a:pt x="22116" y="367"/>
                    <a:pt x="12609" y="3169"/>
                    <a:pt x="5904" y="11842"/>
                  </a:cubicBezTo>
                  <a:cubicBezTo>
                    <a:pt x="3136" y="15378"/>
                    <a:pt x="1268" y="19014"/>
                    <a:pt x="0" y="21849"/>
                  </a:cubicBezTo>
                  <a:cubicBezTo>
                    <a:pt x="595" y="22432"/>
                    <a:pt x="1305" y="22660"/>
                    <a:pt x="2045" y="22660"/>
                  </a:cubicBezTo>
                  <a:cubicBezTo>
                    <a:pt x="3296" y="22660"/>
                    <a:pt x="4631" y="22007"/>
                    <a:pt x="5638" y="21315"/>
                  </a:cubicBezTo>
                  <a:cubicBezTo>
                    <a:pt x="7472" y="20048"/>
                    <a:pt x="9073" y="18513"/>
                    <a:pt x="10308" y="16712"/>
                  </a:cubicBezTo>
                  <a:lnTo>
                    <a:pt x="10308" y="16712"/>
                  </a:lnTo>
                  <a:cubicBezTo>
                    <a:pt x="10241" y="17613"/>
                    <a:pt x="10174" y="18747"/>
                    <a:pt x="10975" y="19281"/>
                  </a:cubicBezTo>
                  <a:cubicBezTo>
                    <a:pt x="11226" y="19448"/>
                    <a:pt x="11501" y="19520"/>
                    <a:pt x="11784" y="19520"/>
                  </a:cubicBezTo>
                  <a:cubicBezTo>
                    <a:pt x="12514" y="19520"/>
                    <a:pt x="13300" y="19043"/>
                    <a:pt x="13877" y="18513"/>
                  </a:cubicBezTo>
                  <a:cubicBezTo>
                    <a:pt x="15611" y="16910"/>
                    <a:pt x="16928" y="14857"/>
                    <a:pt x="17702" y="12669"/>
                  </a:cubicBezTo>
                  <a:lnTo>
                    <a:pt x="17702" y="12669"/>
                  </a:lnTo>
                  <a:cubicBezTo>
                    <a:pt x="17578" y="13204"/>
                    <a:pt x="18193" y="13777"/>
                    <a:pt x="18780" y="13777"/>
                  </a:cubicBezTo>
                  <a:cubicBezTo>
                    <a:pt x="19447" y="13777"/>
                    <a:pt x="19981" y="13410"/>
                    <a:pt x="20482" y="12943"/>
                  </a:cubicBezTo>
                  <a:cubicBezTo>
                    <a:pt x="23984" y="9774"/>
                    <a:pt x="24818" y="4437"/>
                    <a:pt x="23317" y="0"/>
                  </a:cubicBezTo>
                  <a:close/>
                </a:path>
              </a:pathLst>
            </a:custGeom>
            <a:solidFill>
              <a:srgbClr val="705E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flipH="1">
              <a:off x="4791470" y="783760"/>
              <a:ext cx="1865258" cy="2532486"/>
            </a:xfrm>
            <a:custGeom>
              <a:rect b="b" l="l" r="r" t="t"/>
              <a:pathLst>
                <a:path extrusionOk="0" h="41804" w="30790">
                  <a:moveTo>
                    <a:pt x="11033" y="0"/>
                  </a:moveTo>
                  <a:cubicBezTo>
                    <a:pt x="6116" y="0"/>
                    <a:pt x="4104" y="3511"/>
                    <a:pt x="3737" y="5397"/>
                  </a:cubicBezTo>
                  <a:cubicBezTo>
                    <a:pt x="3270" y="7832"/>
                    <a:pt x="5271" y="11134"/>
                    <a:pt x="4204" y="17038"/>
                  </a:cubicBezTo>
                  <a:cubicBezTo>
                    <a:pt x="3070" y="22976"/>
                    <a:pt x="1" y="36519"/>
                    <a:pt x="9074" y="40455"/>
                  </a:cubicBezTo>
                  <a:cubicBezTo>
                    <a:pt x="11127" y="41360"/>
                    <a:pt x="13166" y="41803"/>
                    <a:pt x="15112" y="41803"/>
                  </a:cubicBezTo>
                  <a:cubicBezTo>
                    <a:pt x="21198" y="41803"/>
                    <a:pt x="26376" y="37469"/>
                    <a:pt x="28221" y="29380"/>
                  </a:cubicBezTo>
                  <a:cubicBezTo>
                    <a:pt x="30790" y="17539"/>
                    <a:pt x="24185" y="3862"/>
                    <a:pt x="15745" y="893"/>
                  </a:cubicBezTo>
                  <a:cubicBezTo>
                    <a:pt x="13940" y="263"/>
                    <a:pt x="12378" y="0"/>
                    <a:pt x="11033" y="0"/>
                  </a:cubicBezTo>
                  <a:close/>
                </a:path>
              </a:pathLst>
            </a:custGeom>
            <a:solidFill>
              <a:srgbClr val="FF88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p:nvPr/>
          </p:nvSpPr>
          <p:spPr>
            <a:xfrm flipH="1">
              <a:off x="6210072" y="1813135"/>
              <a:ext cx="68758" cy="119646"/>
            </a:xfrm>
            <a:custGeom>
              <a:rect b="b" l="l" r="r" t="t"/>
              <a:pathLst>
                <a:path extrusionOk="0" h="1975" w="1135">
                  <a:moveTo>
                    <a:pt x="870" y="1"/>
                  </a:moveTo>
                  <a:cubicBezTo>
                    <a:pt x="763" y="1"/>
                    <a:pt x="660" y="44"/>
                    <a:pt x="634" y="146"/>
                  </a:cubicBezTo>
                  <a:cubicBezTo>
                    <a:pt x="501" y="413"/>
                    <a:pt x="368" y="680"/>
                    <a:pt x="268" y="914"/>
                  </a:cubicBezTo>
                  <a:cubicBezTo>
                    <a:pt x="167" y="1080"/>
                    <a:pt x="134" y="1214"/>
                    <a:pt x="101" y="1381"/>
                  </a:cubicBezTo>
                  <a:cubicBezTo>
                    <a:pt x="34" y="1547"/>
                    <a:pt x="1" y="1748"/>
                    <a:pt x="134" y="1881"/>
                  </a:cubicBezTo>
                  <a:cubicBezTo>
                    <a:pt x="154" y="1939"/>
                    <a:pt x="207" y="1975"/>
                    <a:pt x="261" y="1975"/>
                  </a:cubicBezTo>
                  <a:cubicBezTo>
                    <a:pt x="300" y="1975"/>
                    <a:pt x="340" y="1956"/>
                    <a:pt x="368" y="1914"/>
                  </a:cubicBezTo>
                  <a:cubicBezTo>
                    <a:pt x="468" y="1881"/>
                    <a:pt x="501" y="1848"/>
                    <a:pt x="534" y="1748"/>
                  </a:cubicBezTo>
                  <a:cubicBezTo>
                    <a:pt x="601" y="1681"/>
                    <a:pt x="634" y="1647"/>
                    <a:pt x="634" y="1547"/>
                  </a:cubicBezTo>
                  <a:cubicBezTo>
                    <a:pt x="668" y="1414"/>
                    <a:pt x="768" y="1247"/>
                    <a:pt x="801" y="1147"/>
                  </a:cubicBezTo>
                  <a:cubicBezTo>
                    <a:pt x="868" y="847"/>
                    <a:pt x="1001" y="580"/>
                    <a:pt x="1101" y="313"/>
                  </a:cubicBezTo>
                  <a:cubicBezTo>
                    <a:pt x="1135" y="180"/>
                    <a:pt x="1035" y="46"/>
                    <a:pt x="968" y="13"/>
                  </a:cubicBezTo>
                  <a:cubicBezTo>
                    <a:pt x="937" y="5"/>
                    <a:pt x="903" y="1"/>
                    <a:pt x="870" y="1"/>
                  </a:cubicBezTo>
                  <a:close/>
                </a:path>
              </a:pathLst>
            </a:custGeom>
            <a:solidFill>
              <a:srgbClr val="FFB0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3"/>
            <p:cNvSpPr/>
            <p:nvPr/>
          </p:nvSpPr>
          <p:spPr>
            <a:xfrm flipH="1">
              <a:off x="6064559" y="1842153"/>
              <a:ext cx="24293" cy="75846"/>
            </a:xfrm>
            <a:custGeom>
              <a:rect b="b" l="l" r="r" t="t"/>
              <a:pathLst>
                <a:path extrusionOk="0" h="1252" w="401">
                  <a:moveTo>
                    <a:pt x="200" y="1"/>
                  </a:moveTo>
                  <a:cubicBezTo>
                    <a:pt x="67" y="1"/>
                    <a:pt x="0" y="68"/>
                    <a:pt x="0" y="201"/>
                  </a:cubicBezTo>
                  <a:lnTo>
                    <a:pt x="0" y="668"/>
                  </a:lnTo>
                  <a:lnTo>
                    <a:pt x="0" y="768"/>
                  </a:lnTo>
                  <a:lnTo>
                    <a:pt x="0" y="935"/>
                  </a:lnTo>
                  <a:lnTo>
                    <a:pt x="0" y="1068"/>
                  </a:lnTo>
                  <a:cubicBezTo>
                    <a:pt x="0" y="1102"/>
                    <a:pt x="34" y="1168"/>
                    <a:pt x="67" y="1202"/>
                  </a:cubicBezTo>
                  <a:cubicBezTo>
                    <a:pt x="117" y="1235"/>
                    <a:pt x="159" y="1252"/>
                    <a:pt x="200" y="1252"/>
                  </a:cubicBezTo>
                  <a:cubicBezTo>
                    <a:pt x="242" y="1252"/>
                    <a:pt x="284" y="1235"/>
                    <a:pt x="334" y="1202"/>
                  </a:cubicBezTo>
                  <a:cubicBezTo>
                    <a:pt x="367" y="1168"/>
                    <a:pt x="367" y="1102"/>
                    <a:pt x="401" y="1068"/>
                  </a:cubicBezTo>
                  <a:lnTo>
                    <a:pt x="401" y="935"/>
                  </a:lnTo>
                  <a:lnTo>
                    <a:pt x="401" y="768"/>
                  </a:lnTo>
                  <a:lnTo>
                    <a:pt x="401" y="668"/>
                  </a:lnTo>
                  <a:lnTo>
                    <a:pt x="401" y="201"/>
                  </a:lnTo>
                  <a:cubicBezTo>
                    <a:pt x="401" y="68"/>
                    <a:pt x="334" y="1"/>
                    <a:pt x="200" y="1"/>
                  </a:cubicBezTo>
                  <a:close/>
                </a:path>
              </a:pathLst>
            </a:custGeom>
            <a:solidFill>
              <a:srgbClr val="FFB0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3"/>
            <p:cNvSpPr/>
            <p:nvPr/>
          </p:nvSpPr>
          <p:spPr>
            <a:xfrm flipH="1">
              <a:off x="5781651" y="1810773"/>
              <a:ext cx="44526" cy="131095"/>
            </a:xfrm>
            <a:custGeom>
              <a:rect b="b" l="l" r="r" t="t"/>
              <a:pathLst>
                <a:path extrusionOk="0" h="2164" w="735">
                  <a:moveTo>
                    <a:pt x="277" y="1"/>
                  </a:moveTo>
                  <a:cubicBezTo>
                    <a:pt x="251" y="1"/>
                    <a:pt x="225" y="6"/>
                    <a:pt x="201" y="19"/>
                  </a:cubicBezTo>
                  <a:cubicBezTo>
                    <a:pt x="34" y="85"/>
                    <a:pt x="1" y="219"/>
                    <a:pt x="1" y="352"/>
                  </a:cubicBezTo>
                  <a:cubicBezTo>
                    <a:pt x="34" y="619"/>
                    <a:pt x="67" y="886"/>
                    <a:pt x="134" y="1186"/>
                  </a:cubicBezTo>
                  <a:cubicBezTo>
                    <a:pt x="134" y="1286"/>
                    <a:pt x="167" y="1453"/>
                    <a:pt x="167" y="1586"/>
                  </a:cubicBezTo>
                  <a:cubicBezTo>
                    <a:pt x="167" y="1686"/>
                    <a:pt x="201" y="1753"/>
                    <a:pt x="201" y="1820"/>
                  </a:cubicBezTo>
                  <a:cubicBezTo>
                    <a:pt x="201" y="1920"/>
                    <a:pt x="234" y="2020"/>
                    <a:pt x="301" y="2087"/>
                  </a:cubicBezTo>
                  <a:cubicBezTo>
                    <a:pt x="315" y="2143"/>
                    <a:pt x="359" y="2164"/>
                    <a:pt x="407" y="2164"/>
                  </a:cubicBezTo>
                  <a:cubicBezTo>
                    <a:pt x="474" y="2164"/>
                    <a:pt x="549" y="2125"/>
                    <a:pt x="568" y="2087"/>
                  </a:cubicBezTo>
                  <a:cubicBezTo>
                    <a:pt x="634" y="1987"/>
                    <a:pt x="668" y="1953"/>
                    <a:pt x="701" y="1887"/>
                  </a:cubicBezTo>
                  <a:cubicBezTo>
                    <a:pt x="701" y="1787"/>
                    <a:pt x="735" y="1720"/>
                    <a:pt x="735" y="1620"/>
                  </a:cubicBezTo>
                  <a:cubicBezTo>
                    <a:pt x="735" y="1453"/>
                    <a:pt x="735" y="1320"/>
                    <a:pt x="701" y="1186"/>
                  </a:cubicBezTo>
                  <a:cubicBezTo>
                    <a:pt x="668" y="853"/>
                    <a:pt x="568" y="552"/>
                    <a:pt x="534" y="219"/>
                  </a:cubicBezTo>
                  <a:cubicBezTo>
                    <a:pt x="507" y="110"/>
                    <a:pt x="391" y="1"/>
                    <a:pt x="277" y="1"/>
                  </a:cubicBezTo>
                  <a:close/>
                </a:path>
              </a:pathLst>
            </a:custGeom>
            <a:solidFill>
              <a:srgbClr val="FFB0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3"/>
            <p:cNvSpPr/>
            <p:nvPr/>
          </p:nvSpPr>
          <p:spPr>
            <a:xfrm flipH="1">
              <a:off x="6159549" y="2066481"/>
              <a:ext cx="38468" cy="88386"/>
            </a:xfrm>
            <a:custGeom>
              <a:rect b="b" l="l" r="r" t="t"/>
              <a:pathLst>
                <a:path extrusionOk="0" h="1459" w="635">
                  <a:moveTo>
                    <a:pt x="368" y="1"/>
                  </a:moveTo>
                  <a:cubicBezTo>
                    <a:pt x="201" y="34"/>
                    <a:pt x="101" y="134"/>
                    <a:pt x="101" y="234"/>
                  </a:cubicBezTo>
                  <a:lnTo>
                    <a:pt x="101" y="334"/>
                  </a:lnTo>
                  <a:lnTo>
                    <a:pt x="101" y="368"/>
                  </a:lnTo>
                  <a:lnTo>
                    <a:pt x="101" y="401"/>
                  </a:lnTo>
                  <a:lnTo>
                    <a:pt x="101" y="501"/>
                  </a:lnTo>
                  <a:cubicBezTo>
                    <a:pt x="101" y="568"/>
                    <a:pt x="34" y="668"/>
                    <a:pt x="34" y="734"/>
                  </a:cubicBezTo>
                  <a:cubicBezTo>
                    <a:pt x="1" y="835"/>
                    <a:pt x="1" y="901"/>
                    <a:pt x="1" y="1001"/>
                  </a:cubicBezTo>
                  <a:lnTo>
                    <a:pt x="1" y="1201"/>
                  </a:lnTo>
                  <a:cubicBezTo>
                    <a:pt x="1" y="1268"/>
                    <a:pt x="34" y="1368"/>
                    <a:pt x="134" y="1402"/>
                  </a:cubicBezTo>
                  <a:cubicBezTo>
                    <a:pt x="201" y="1435"/>
                    <a:pt x="268" y="1435"/>
                    <a:pt x="335" y="1435"/>
                  </a:cubicBezTo>
                  <a:cubicBezTo>
                    <a:pt x="317" y="1452"/>
                    <a:pt x="316" y="1458"/>
                    <a:pt x="322" y="1458"/>
                  </a:cubicBezTo>
                  <a:cubicBezTo>
                    <a:pt x="333" y="1458"/>
                    <a:pt x="372" y="1437"/>
                    <a:pt x="382" y="1430"/>
                  </a:cubicBezTo>
                  <a:lnTo>
                    <a:pt x="382" y="1430"/>
                  </a:lnTo>
                  <a:cubicBezTo>
                    <a:pt x="468" y="1398"/>
                    <a:pt x="470" y="1363"/>
                    <a:pt x="501" y="1268"/>
                  </a:cubicBezTo>
                  <a:cubicBezTo>
                    <a:pt x="501" y="1235"/>
                    <a:pt x="535" y="1201"/>
                    <a:pt x="535" y="1168"/>
                  </a:cubicBezTo>
                  <a:cubicBezTo>
                    <a:pt x="601" y="1068"/>
                    <a:pt x="601" y="1001"/>
                    <a:pt x="601" y="868"/>
                  </a:cubicBezTo>
                  <a:cubicBezTo>
                    <a:pt x="635" y="668"/>
                    <a:pt x="635" y="434"/>
                    <a:pt x="635" y="234"/>
                  </a:cubicBezTo>
                  <a:cubicBezTo>
                    <a:pt x="635" y="101"/>
                    <a:pt x="501" y="1"/>
                    <a:pt x="368" y="1"/>
                  </a:cubicBezTo>
                  <a:close/>
                </a:path>
              </a:pathLst>
            </a:custGeom>
            <a:solidFill>
              <a:srgbClr val="FFB0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3"/>
            <p:cNvSpPr/>
            <p:nvPr/>
          </p:nvSpPr>
          <p:spPr>
            <a:xfrm flipH="1">
              <a:off x="5947337" y="2093499"/>
              <a:ext cx="40467" cy="91052"/>
            </a:xfrm>
            <a:custGeom>
              <a:rect b="b" l="l" r="r" t="t"/>
              <a:pathLst>
                <a:path extrusionOk="0" h="1503" w="668">
                  <a:moveTo>
                    <a:pt x="250" y="0"/>
                  </a:moveTo>
                  <a:cubicBezTo>
                    <a:pt x="224" y="0"/>
                    <a:pt x="196" y="7"/>
                    <a:pt x="167" y="22"/>
                  </a:cubicBezTo>
                  <a:cubicBezTo>
                    <a:pt x="67" y="55"/>
                    <a:pt x="0" y="188"/>
                    <a:pt x="33" y="288"/>
                  </a:cubicBezTo>
                  <a:cubicBezTo>
                    <a:pt x="134" y="522"/>
                    <a:pt x="167" y="689"/>
                    <a:pt x="167" y="889"/>
                  </a:cubicBezTo>
                  <a:cubicBezTo>
                    <a:pt x="167" y="956"/>
                    <a:pt x="200" y="1089"/>
                    <a:pt x="200" y="1189"/>
                  </a:cubicBezTo>
                  <a:cubicBezTo>
                    <a:pt x="200" y="1222"/>
                    <a:pt x="234" y="1256"/>
                    <a:pt x="234" y="1289"/>
                  </a:cubicBezTo>
                  <a:cubicBezTo>
                    <a:pt x="300" y="1389"/>
                    <a:pt x="334" y="1423"/>
                    <a:pt x="367" y="1456"/>
                  </a:cubicBezTo>
                  <a:cubicBezTo>
                    <a:pt x="412" y="1486"/>
                    <a:pt x="450" y="1502"/>
                    <a:pt x="482" y="1502"/>
                  </a:cubicBezTo>
                  <a:cubicBezTo>
                    <a:pt x="520" y="1502"/>
                    <a:pt x="549" y="1478"/>
                    <a:pt x="567" y="1423"/>
                  </a:cubicBezTo>
                  <a:cubicBezTo>
                    <a:pt x="634" y="1389"/>
                    <a:pt x="634" y="1289"/>
                    <a:pt x="667" y="1222"/>
                  </a:cubicBezTo>
                  <a:lnTo>
                    <a:pt x="667" y="1089"/>
                  </a:lnTo>
                  <a:cubicBezTo>
                    <a:pt x="667" y="956"/>
                    <a:pt x="634" y="856"/>
                    <a:pt x="634" y="755"/>
                  </a:cubicBezTo>
                  <a:cubicBezTo>
                    <a:pt x="567" y="555"/>
                    <a:pt x="534" y="355"/>
                    <a:pt x="467" y="188"/>
                  </a:cubicBezTo>
                  <a:cubicBezTo>
                    <a:pt x="415" y="84"/>
                    <a:pt x="343" y="0"/>
                    <a:pt x="250" y="0"/>
                  </a:cubicBezTo>
                  <a:close/>
                </a:path>
              </a:pathLst>
            </a:custGeom>
            <a:solidFill>
              <a:srgbClr val="FFB0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3"/>
            <p:cNvSpPr/>
            <p:nvPr/>
          </p:nvSpPr>
          <p:spPr>
            <a:xfrm flipH="1">
              <a:off x="5710893" y="2153776"/>
              <a:ext cx="42527" cy="85842"/>
            </a:xfrm>
            <a:custGeom>
              <a:rect b="b" l="l" r="r" t="t"/>
              <a:pathLst>
                <a:path extrusionOk="0" h="1417" w="702">
                  <a:moveTo>
                    <a:pt x="289" y="0"/>
                  </a:moveTo>
                  <a:cubicBezTo>
                    <a:pt x="259" y="0"/>
                    <a:pt x="229" y="9"/>
                    <a:pt x="201" y="27"/>
                  </a:cubicBezTo>
                  <a:cubicBezTo>
                    <a:pt x="34" y="61"/>
                    <a:pt x="1" y="127"/>
                    <a:pt x="34" y="261"/>
                  </a:cubicBezTo>
                  <a:cubicBezTo>
                    <a:pt x="101" y="461"/>
                    <a:pt x="134" y="694"/>
                    <a:pt x="201" y="861"/>
                  </a:cubicBezTo>
                  <a:cubicBezTo>
                    <a:pt x="267" y="928"/>
                    <a:pt x="301" y="1061"/>
                    <a:pt x="334" y="1128"/>
                  </a:cubicBezTo>
                  <a:cubicBezTo>
                    <a:pt x="367" y="1195"/>
                    <a:pt x="367" y="1228"/>
                    <a:pt x="434" y="1262"/>
                  </a:cubicBezTo>
                  <a:cubicBezTo>
                    <a:pt x="468" y="1295"/>
                    <a:pt x="468" y="1362"/>
                    <a:pt x="534" y="1395"/>
                  </a:cubicBezTo>
                  <a:cubicBezTo>
                    <a:pt x="562" y="1409"/>
                    <a:pt x="595" y="1417"/>
                    <a:pt x="625" y="1417"/>
                  </a:cubicBezTo>
                  <a:cubicBezTo>
                    <a:pt x="667" y="1417"/>
                    <a:pt x="701" y="1401"/>
                    <a:pt x="701" y="1362"/>
                  </a:cubicBezTo>
                  <a:lnTo>
                    <a:pt x="701" y="1061"/>
                  </a:lnTo>
                  <a:cubicBezTo>
                    <a:pt x="701" y="928"/>
                    <a:pt x="668" y="861"/>
                    <a:pt x="634" y="728"/>
                  </a:cubicBezTo>
                  <a:cubicBezTo>
                    <a:pt x="601" y="528"/>
                    <a:pt x="501" y="294"/>
                    <a:pt x="468" y="127"/>
                  </a:cubicBezTo>
                  <a:cubicBezTo>
                    <a:pt x="444" y="55"/>
                    <a:pt x="367" y="0"/>
                    <a:pt x="289" y="0"/>
                  </a:cubicBezTo>
                  <a:close/>
                </a:path>
              </a:pathLst>
            </a:custGeom>
            <a:solidFill>
              <a:srgbClr val="FFB0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3"/>
            <p:cNvSpPr/>
            <p:nvPr/>
          </p:nvSpPr>
          <p:spPr>
            <a:xfrm flipH="1">
              <a:off x="6206013" y="2330670"/>
              <a:ext cx="52583" cy="102198"/>
            </a:xfrm>
            <a:custGeom>
              <a:rect b="b" l="l" r="r" t="t"/>
              <a:pathLst>
                <a:path extrusionOk="0" h="1687" w="868">
                  <a:moveTo>
                    <a:pt x="566" y="1"/>
                  </a:moveTo>
                  <a:cubicBezTo>
                    <a:pt x="458" y="1"/>
                    <a:pt x="361" y="66"/>
                    <a:pt x="334" y="176"/>
                  </a:cubicBezTo>
                  <a:cubicBezTo>
                    <a:pt x="267" y="376"/>
                    <a:pt x="167" y="643"/>
                    <a:pt x="100" y="843"/>
                  </a:cubicBezTo>
                  <a:cubicBezTo>
                    <a:pt x="34" y="977"/>
                    <a:pt x="0" y="1110"/>
                    <a:pt x="0" y="1277"/>
                  </a:cubicBezTo>
                  <a:cubicBezTo>
                    <a:pt x="0" y="1444"/>
                    <a:pt x="0" y="1644"/>
                    <a:pt x="200" y="1677"/>
                  </a:cubicBezTo>
                  <a:cubicBezTo>
                    <a:pt x="220" y="1684"/>
                    <a:pt x="240" y="1686"/>
                    <a:pt x="260" y="1686"/>
                  </a:cubicBezTo>
                  <a:cubicBezTo>
                    <a:pt x="348" y="1686"/>
                    <a:pt x="440" y="1638"/>
                    <a:pt x="467" y="1611"/>
                  </a:cubicBezTo>
                  <a:cubicBezTo>
                    <a:pt x="501" y="1544"/>
                    <a:pt x="534" y="1477"/>
                    <a:pt x="534" y="1444"/>
                  </a:cubicBezTo>
                  <a:lnTo>
                    <a:pt x="667" y="1043"/>
                  </a:lnTo>
                  <a:cubicBezTo>
                    <a:pt x="767" y="810"/>
                    <a:pt x="801" y="610"/>
                    <a:pt x="834" y="343"/>
                  </a:cubicBezTo>
                  <a:cubicBezTo>
                    <a:pt x="868" y="210"/>
                    <a:pt x="801" y="43"/>
                    <a:pt x="634" y="9"/>
                  </a:cubicBezTo>
                  <a:cubicBezTo>
                    <a:pt x="611" y="4"/>
                    <a:pt x="588" y="1"/>
                    <a:pt x="566" y="1"/>
                  </a:cubicBezTo>
                  <a:close/>
                </a:path>
              </a:pathLst>
            </a:custGeom>
            <a:solidFill>
              <a:srgbClr val="FFB0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3"/>
            <p:cNvSpPr/>
            <p:nvPr/>
          </p:nvSpPr>
          <p:spPr>
            <a:xfrm flipH="1">
              <a:off x="6018094" y="2413725"/>
              <a:ext cx="32350" cy="69849"/>
            </a:xfrm>
            <a:custGeom>
              <a:rect b="b" l="l" r="r" t="t"/>
              <a:pathLst>
                <a:path extrusionOk="0" h="1153" w="534">
                  <a:moveTo>
                    <a:pt x="193" y="1"/>
                  </a:moveTo>
                  <a:cubicBezTo>
                    <a:pt x="86" y="1"/>
                    <a:pt x="30" y="113"/>
                    <a:pt x="0" y="173"/>
                  </a:cubicBezTo>
                  <a:cubicBezTo>
                    <a:pt x="0" y="340"/>
                    <a:pt x="0" y="506"/>
                    <a:pt x="33" y="673"/>
                  </a:cubicBezTo>
                  <a:cubicBezTo>
                    <a:pt x="33" y="773"/>
                    <a:pt x="67" y="840"/>
                    <a:pt x="100" y="940"/>
                  </a:cubicBezTo>
                  <a:cubicBezTo>
                    <a:pt x="167" y="973"/>
                    <a:pt x="167" y="1007"/>
                    <a:pt x="200" y="1040"/>
                  </a:cubicBezTo>
                  <a:cubicBezTo>
                    <a:pt x="234" y="1107"/>
                    <a:pt x="267" y="1107"/>
                    <a:pt x="334" y="1140"/>
                  </a:cubicBezTo>
                  <a:cubicBezTo>
                    <a:pt x="349" y="1148"/>
                    <a:pt x="369" y="1152"/>
                    <a:pt x="389" y="1152"/>
                  </a:cubicBezTo>
                  <a:cubicBezTo>
                    <a:pt x="456" y="1152"/>
                    <a:pt x="534" y="1109"/>
                    <a:pt x="534" y="1007"/>
                  </a:cubicBezTo>
                  <a:lnTo>
                    <a:pt x="534" y="973"/>
                  </a:lnTo>
                  <a:lnTo>
                    <a:pt x="534" y="840"/>
                  </a:lnTo>
                  <a:cubicBezTo>
                    <a:pt x="534" y="807"/>
                    <a:pt x="534" y="773"/>
                    <a:pt x="500" y="773"/>
                  </a:cubicBezTo>
                  <a:cubicBezTo>
                    <a:pt x="500" y="673"/>
                    <a:pt x="434" y="640"/>
                    <a:pt x="434" y="540"/>
                  </a:cubicBezTo>
                  <a:lnTo>
                    <a:pt x="434" y="506"/>
                  </a:lnTo>
                  <a:lnTo>
                    <a:pt x="434" y="440"/>
                  </a:lnTo>
                  <a:lnTo>
                    <a:pt x="434" y="206"/>
                  </a:lnTo>
                  <a:cubicBezTo>
                    <a:pt x="434" y="106"/>
                    <a:pt x="300" y="6"/>
                    <a:pt x="234" y="6"/>
                  </a:cubicBezTo>
                  <a:cubicBezTo>
                    <a:pt x="219" y="2"/>
                    <a:pt x="205" y="1"/>
                    <a:pt x="193" y="1"/>
                  </a:cubicBezTo>
                  <a:close/>
                </a:path>
              </a:pathLst>
            </a:custGeom>
            <a:solidFill>
              <a:srgbClr val="FFB0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3"/>
            <p:cNvSpPr/>
            <p:nvPr/>
          </p:nvSpPr>
          <p:spPr>
            <a:xfrm flipH="1">
              <a:off x="5787709" y="2419056"/>
              <a:ext cx="56642" cy="103349"/>
            </a:xfrm>
            <a:custGeom>
              <a:rect b="b" l="l" r="r" t="t"/>
              <a:pathLst>
                <a:path extrusionOk="0" h="1706" w="935">
                  <a:moveTo>
                    <a:pt x="276" y="0"/>
                  </a:moveTo>
                  <a:cubicBezTo>
                    <a:pt x="251" y="0"/>
                    <a:pt x="225" y="6"/>
                    <a:pt x="201" y="18"/>
                  </a:cubicBezTo>
                  <a:cubicBezTo>
                    <a:pt x="101" y="51"/>
                    <a:pt x="0" y="218"/>
                    <a:pt x="34" y="352"/>
                  </a:cubicBezTo>
                  <a:lnTo>
                    <a:pt x="167" y="952"/>
                  </a:lnTo>
                  <a:cubicBezTo>
                    <a:pt x="201" y="1052"/>
                    <a:pt x="201" y="1186"/>
                    <a:pt x="267" y="1252"/>
                  </a:cubicBezTo>
                  <a:lnTo>
                    <a:pt x="367" y="1519"/>
                  </a:lnTo>
                  <a:cubicBezTo>
                    <a:pt x="434" y="1553"/>
                    <a:pt x="434" y="1586"/>
                    <a:pt x="467" y="1586"/>
                  </a:cubicBezTo>
                  <a:lnTo>
                    <a:pt x="501" y="1619"/>
                  </a:lnTo>
                  <a:cubicBezTo>
                    <a:pt x="564" y="1683"/>
                    <a:pt x="614" y="1706"/>
                    <a:pt x="668" y="1706"/>
                  </a:cubicBezTo>
                  <a:cubicBezTo>
                    <a:pt x="699" y="1706"/>
                    <a:pt x="731" y="1698"/>
                    <a:pt x="768" y="1686"/>
                  </a:cubicBezTo>
                  <a:cubicBezTo>
                    <a:pt x="834" y="1619"/>
                    <a:pt x="934" y="1553"/>
                    <a:pt x="934" y="1452"/>
                  </a:cubicBezTo>
                  <a:lnTo>
                    <a:pt x="934" y="1419"/>
                  </a:lnTo>
                  <a:lnTo>
                    <a:pt x="934" y="1286"/>
                  </a:lnTo>
                  <a:cubicBezTo>
                    <a:pt x="934" y="1219"/>
                    <a:pt x="934" y="1186"/>
                    <a:pt x="868" y="1086"/>
                  </a:cubicBezTo>
                  <a:cubicBezTo>
                    <a:pt x="834" y="1019"/>
                    <a:pt x="801" y="885"/>
                    <a:pt x="768" y="785"/>
                  </a:cubicBezTo>
                  <a:cubicBezTo>
                    <a:pt x="668" y="585"/>
                    <a:pt x="634" y="385"/>
                    <a:pt x="534" y="218"/>
                  </a:cubicBezTo>
                  <a:cubicBezTo>
                    <a:pt x="507" y="109"/>
                    <a:pt x="391" y="0"/>
                    <a:pt x="276" y="0"/>
                  </a:cubicBezTo>
                  <a:close/>
                </a:path>
              </a:pathLst>
            </a:custGeom>
            <a:solidFill>
              <a:srgbClr val="FFB0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3"/>
            <p:cNvSpPr/>
            <p:nvPr/>
          </p:nvSpPr>
          <p:spPr>
            <a:xfrm flipH="1">
              <a:off x="5680603" y="1125916"/>
              <a:ext cx="248620" cy="244380"/>
            </a:xfrm>
            <a:custGeom>
              <a:rect b="b" l="l" r="r" t="t"/>
              <a:pathLst>
                <a:path extrusionOk="0" h="4034" w="4104">
                  <a:moveTo>
                    <a:pt x="2103" y="1"/>
                  </a:moveTo>
                  <a:cubicBezTo>
                    <a:pt x="1135" y="1"/>
                    <a:pt x="322" y="761"/>
                    <a:pt x="167" y="1750"/>
                  </a:cubicBezTo>
                  <a:cubicBezTo>
                    <a:pt x="0" y="2851"/>
                    <a:pt x="734" y="3885"/>
                    <a:pt x="1768" y="4018"/>
                  </a:cubicBezTo>
                  <a:cubicBezTo>
                    <a:pt x="1847" y="4028"/>
                    <a:pt x="1925" y="4033"/>
                    <a:pt x="2002" y="4033"/>
                  </a:cubicBezTo>
                  <a:cubicBezTo>
                    <a:pt x="2944" y="4033"/>
                    <a:pt x="3782" y="3299"/>
                    <a:pt x="3937" y="2250"/>
                  </a:cubicBezTo>
                  <a:cubicBezTo>
                    <a:pt x="4103" y="1183"/>
                    <a:pt x="3370" y="149"/>
                    <a:pt x="2335" y="15"/>
                  </a:cubicBezTo>
                  <a:cubicBezTo>
                    <a:pt x="2257" y="6"/>
                    <a:pt x="2180" y="1"/>
                    <a:pt x="2103" y="1"/>
                  </a:cubicBezTo>
                  <a:close/>
                </a:path>
              </a:pathLst>
            </a:custGeom>
            <a:solidFill>
              <a:srgbClr val="2C30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3"/>
            <p:cNvSpPr/>
            <p:nvPr/>
          </p:nvSpPr>
          <p:spPr>
            <a:xfrm flipH="1">
              <a:off x="5723070" y="1213575"/>
              <a:ext cx="80874" cy="83237"/>
            </a:xfrm>
            <a:custGeom>
              <a:rect b="b" l="l" r="r" t="t"/>
              <a:pathLst>
                <a:path extrusionOk="0" h="1374" w="1335">
                  <a:moveTo>
                    <a:pt x="712" y="0"/>
                  </a:moveTo>
                  <a:cubicBezTo>
                    <a:pt x="401" y="0"/>
                    <a:pt x="128" y="257"/>
                    <a:pt x="34" y="603"/>
                  </a:cubicBezTo>
                  <a:cubicBezTo>
                    <a:pt x="1" y="970"/>
                    <a:pt x="201" y="1304"/>
                    <a:pt x="601" y="1371"/>
                  </a:cubicBezTo>
                  <a:cubicBezTo>
                    <a:pt x="620" y="1372"/>
                    <a:pt x="639" y="1373"/>
                    <a:pt x="658" y="1373"/>
                  </a:cubicBezTo>
                  <a:cubicBezTo>
                    <a:pt x="971" y="1373"/>
                    <a:pt x="1270" y="1116"/>
                    <a:pt x="1302" y="770"/>
                  </a:cubicBezTo>
                  <a:cubicBezTo>
                    <a:pt x="1335" y="403"/>
                    <a:pt x="1135" y="70"/>
                    <a:pt x="768" y="3"/>
                  </a:cubicBezTo>
                  <a:cubicBezTo>
                    <a:pt x="749" y="1"/>
                    <a:pt x="730" y="0"/>
                    <a:pt x="7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3"/>
            <p:cNvSpPr/>
            <p:nvPr/>
          </p:nvSpPr>
          <p:spPr>
            <a:xfrm flipH="1">
              <a:off x="6169665" y="1078906"/>
              <a:ext cx="695156" cy="377716"/>
            </a:xfrm>
            <a:custGeom>
              <a:rect b="b" l="l" r="r" t="t"/>
              <a:pathLst>
                <a:path extrusionOk="0" h="6235" w="11475">
                  <a:moveTo>
                    <a:pt x="3130" y="0"/>
                  </a:moveTo>
                  <a:cubicBezTo>
                    <a:pt x="1480" y="0"/>
                    <a:pt x="181" y="39"/>
                    <a:pt x="134" y="158"/>
                  </a:cubicBezTo>
                  <a:cubicBezTo>
                    <a:pt x="0" y="491"/>
                    <a:pt x="9040" y="5895"/>
                    <a:pt x="9540" y="6195"/>
                  </a:cubicBezTo>
                  <a:cubicBezTo>
                    <a:pt x="9584" y="6222"/>
                    <a:pt x="9631" y="6234"/>
                    <a:pt x="9682" y="6234"/>
                  </a:cubicBezTo>
                  <a:cubicBezTo>
                    <a:pt x="10209" y="6234"/>
                    <a:pt x="11062" y="4839"/>
                    <a:pt x="11275" y="2860"/>
                  </a:cubicBezTo>
                  <a:cubicBezTo>
                    <a:pt x="11475" y="691"/>
                    <a:pt x="10207" y="124"/>
                    <a:pt x="10207" y="124"/>
                  </a:cubicBezTo>
                  <a:cubicBezTo>
                    <a:pt x="10207" y="124"/>
                    <a:pt x="6099" y="0"/>
                    <a:pt x="3130" y="0"/>
                  </a:cubicBezTo>
                  <a:close/>
                </a:path>
              </a:pathLst>
            </a:custGeom>
            <a:solidFill>
              <a:srgbClr val="FAC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3"/>
            <p:cNvSpPr/>
            <p:nvPr/>
          </p:nvSpPr>
          <p:spPr>
            <a:xfrm flipH="1">
              <a:off x="6187839" y="1088417"/>
              <a:ext cx="670924" cy="242562"/>
            </a:xfrm>
            <a:custGeom>
              <a:rect b="b" l="l" r="r" t="t"/>
              <a:pathLst>
                <a:path extrusionOk="0" h="4004" w="11075">
                  <a:moveTo>
                    <a:pt x="100" y="1"/>
                  </a:moveTo>
                  <a:cubicBezTo>
                    <a:pt x="34" y="1"/>
                    <a:pt x="0" y="34"/>
                    <a:pt x="0" y="34"/>
                  </a:cubicBezTo>
                  <a:cubicBezTo>
                    <a:pt x="0" y="101"/>
                    <a:pt x="34" y="167"/>
                    <a:pt x="200" y="268"/>
                  </a:cubicBezTo>
                  <a:cubicBezTo>
                    <a:pt x="234" y="301"/>
                    <a:pt x="4904" y="1535"/>
                    <a:pt x="7072" y="2302"/>
                  </a:cubicBezTo>
                  <a:cubicBezTo>
                    <a:pt x="8940" y="2936"/>
                    <a:pt x="10207" y="3603"/>
                    <a:pt x="10908" y="4004"/>
                  </a:cubicBezTo>
                  <a:cubicBezTo>
                    <a:pt x="11008" y="3770"/>
                    <a:pt x="11041" y="3503"/>
                    <a:pt x="11075" y="3203"/>
                  </a:cubicBezTo>
                  <a:cubicBezTo>
                    <a:pt x="10608" y="3003"/>
                    <a:pt x="9874" y="2703"/>
                    <a:pt x="8673" y="2336"/>
                  </a:cubicBezTo>
                  <a:cubicBezTo>
                    <a:pt x="6838" y="1769"/>
                    <a:pt x="1668" y="368"/>
                    <a:pt x="100" y="1"/>
                  </a:cubicBezTo>
                  <a:close/>
                </a:path>
              </a:pathLst>
            </a:custGeom>
            <a:solidFill>
              <a:srgbClr val="5742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448975" y="410350"/>
            <a:ext cx="8237700" cy="24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700"/>
              <a:t>Research Problem</a:t>
            </a:r>
            <a:endParaRPr/>
          </a:p>
        </p:txBody>
      </p:sp>
      <p:sp>
        <p:nvSpPr>
          <p:cNvPr id="92" name="Google Shape;92;p14"/>
          <p:cNvSpPr txBox="1"/>
          <p:nvPr/>
        </p:nvSpPr>
        <p:spPr>
          <a:xfrm>
            <a:off x="224175" y="848749"/>
            <a:ext cx="5268600" cy="65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Research Problem: Bird Species Image Classification</a:t>
            </a:r>
            <a:endParaRPr b="1" sz="1300">
              <a:solidFill>
                <a:schemeClr val="dk1"/>
              </a:solidFill>
            </a:endParaRPr>
          </a:p>
          <a:p>
            <a:pPr indent="0" lvl="0" marL="0" rtl="0" algn="ctr">
              <a:spcBef>
                <a:spcPts val="400"/>
              </a:spcBef>
              <a:spcAft>
                <a:spcPts val="0"/>
              </a:spcAft>
              <a:buNone/>
            </a:pPr>
            <a:r>
              <a:t/>
            </a:r>
            <a:endParaRPr sz="1200">
              <a:solidFill>
                <a:schemeClr val="dk1"/>
              </a:solidFill>
              <a:latin typeface="Roboto"/>
              <a:ea typeface="Roboto"/>
              <a:cs typeface="Roboto"/>
              <a:sym typeface="Roboto"/>
            </a:endParaRPr>
          </a:p>
        </p:txBody>
      </p:sp>
      <p:graphicFrame>
        <p:nvGraphicFramePr>
          <p:cNvPr id="93" name="Google Shape;93;p14"/>
          <p:cNvGraphicFramePr/>
          <p:nvPr/>
        </p:nvGraphicFramePr>
        <p:xfrm>
          <a:off x="457200" y="1339350"/>
          <a:ext cx="3000000" cy="3000000"/>
        </p:xfrm>
        <a:graphic>
          <a:graphicData uri="http://schemas.openxmlformats.org/drawingml/2006/table">
            <a:tbl>
              <a:tblPr>
                <a:noFill/>
                <a:tableStyleId>{0EF40231-EEBC-4A1E-985C-08C0722AA9F1}</a:tableStyleId>
              </a:tblPr>
              <a:tblGrid>
                <a:gridCol w="2057400"/>
                <a:gridCol w="2057400"/>
                <a:gridCol w="2057400"/>
                <a:gridCol w="2057400"/>
              </a:tblGrid>
              <a:tr h="964075">
                <a:tc>
                  <a:txBody>
                    <a:bodyPr/>
                    <a:lstStyle/>
                    <a:p>
                      <a:pPr indent="0" lvl="0" marL="0" rtl="0" algn="ctr">
                        <a:spcBef>
                          <a:spcPts val="0"/>
                        </a:spcBef>
                        <a:spcAft>
                          <a:spcPts val="0"/>
                        </a:spcAft>
                        <a:buNone/>
                      </a:pPr>
                      <a:r>
                        <a:rPr lang="en" sz="2000">
                          <a:solidFill>
                            <a:schemeClr val="dk2"/>
                          </a:solidFill>
                          <a:latin typeface="Fira Sans Extra Condensed Medium"/>
                          <a:ea typeface="Fira Sans Extra Condensed Medium"/>
                          <a:cs typeface="Fira Sans Extra Condensed Medium"/>
                          <a:sym typeface="Fira Sans Extra Condensed Medium"/>
                        </a:rPr>
                        <a:t>Goal</a:t>
                      </a:r>
                      <a:endParaRPr sz="2000">
                        <a:solidFill>
                          <a:schemeClr val="dk2"/>
                        </a:solidFill>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2000">
                          <a:solidFill>
                            <a:schemeClr val="lt2"/>
                          </a:solidFill>
                          <a:latin typeface="Fira Sans Extra Condensed Medium"/>
                          <a:ea typeface="Fira Sans Extra Condensed Medium"/>
                          <a:cs typeface="Fira Sans Extra Condensed Medium"/>
                          <a:sym typeface="Fira Sans Extra Condensed Medium"/>
                        </a:rPr>
                        <a:t>Challenge</a:t>
                      </a:r>
                      <a:endParaRPr sz="2000">
                        <a:solidFill>
                          <a:schemeClr val="lt2"/>
                        </a:solidFill>
                      </a:endParaRPr>
                    </a:p>
                  </a:txBody>
                  <a:tcPr marT="91425" marB="91425" marR="91425" marL="91425" anchor="ctr">
                    <a:lnL cap="flat" cmpd="sng" w="19050">
                      <a:solidFill>
                        <a:schemeClr val="lt2"/>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2000">
                          <a:solidFill>
                            <a:schemeClr val="accent1"/>
                          </a:solidFill>
                          <a:latin typeface="Fira Sans Extra Condensed Medium"/>
                          <a:ea typeface="Fira Sans Extra Condensed Medium"/>
                          <a:cs typeface="Fira Sans Extra Condensed Medium"/>
                          <a:sym typeface="Fira Sans Extra Condensed Medium"/>
                        </a:rPr>
                        <a:t>Variability</a:t>
                      </a:r>
                      <a:endParaRPr sz="2000">
                        <a:solidFill>
                          <a:schemeClr val="accent1"/>
                        </a:solidFill>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2000">
                          <a:solidFill>
                            <a:schemeClr val="accent2"/>
                          </a:solidFill>
                          <a:latin typeface="Fira Sans Extra Condensed Medium"/>
                          <a:ea typeface="Fira Sans Extra Condensed Medium"/>
                          <a:cs typeface="Fira Sans Extra Condensed Medium"/>
                          <a:sym typeface="Fira Sans Extra Condensed Medium"/>
                        </a:rPr>
                        <a:t>Research focus</a:t>
                      </a:r>
                      <a:endParaRPr sz="1600">
                        <a:solidFill>
                          <a:schemeClr val="accent2"/>
                        </a:solidFill>
                      </a:endParaRPr>
                    </a:p>
                  </a:txBody>
                  <a:tcPr marT="91425" marB="91425" marR="91425" marL="91425" anchor="ctr">
                    <a:lnL cap="flat" cmpd="sng" w="19050">
                      <a:solidFill>
                        <a:schemeClr val="accent2"/>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2"/>
                      </a:solidFill>
                      <a:prstDash val="solid"/>
                      <a:round/>
                      <a:headEnd len="sm" w="sm" type="none"/>
                      <a:tailEnd len="sm" w="sm" type="none"/>
                    </a:lnT>
                    <a:lnB cap="flat" cmpd="sng" w="19050">
                      <a:solidFill>
                        <a:schemeClr val="accent2"/>
                      </a:solidFill>
                      <a:prstDash val="solid"/>
                      <a:round/>
                      <a:headEnd len="sm" w="sm" type="none"/>
                      <a:tailEnd len="sm" w="sm" type="none"/>
                    </a:lnB>
                    <a:solidFill>
                      <a:schemeClr val="lt1"/>
                    </a:solidFill>
                  </a:tcPr>
                </a:tc>
              </a:tr>
              <a:tr h="964075">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Build an AI model that can identify bird species from photos.</a:t>
                      </a:r>
                      <a:endParaRPr sz="1200">
                        <a:solidFill>
                          <a:schemeClr val="dk1"/>
                        </a:solidFill>
                        <a:latin typeface="Roboto"/>
                        <a:ea typeface="Roboto"/>
                        <a:cs typeface="Roboto"/>
                        <a:sym typeface="Robot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Many birds look very similar, with only small changes in color, feathers, or beak shape.</a:t>
                      </a:r>
                      <a:endParaRPr sz="1200">
                        <a:solidFill>
                          <a:schemeClr val="dk1"/>
                        </a:solidFill>
                        <a:latin typeface="Roboto"/>
                        <a:ea typeface="Roboto"/>
                        <a:cs typeface="Roboto"/>
                        <a:sym typeface="Roboto"/>
                      </a:endParaRPr>
                    </a:p>
                  </a:txBody>
                  <a:tcPr marT="91425" marB="91425" marR="91425" marL="91425" anchor="ctr">
                    <a:lnL cap="flat" cmpd="sng" w="19050">
                      <a:solidFill>
                        <a:schemeClr val="lt2"/>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Images vary a lot in lighting, angle, and background, and the dataset is small and uneven.</a:t>
                      </a:r>
                      <a:endParaRPr sz="1200">
                        <a:solidFill>
                          <a:schemeClr val="dk1"/>
                        </a:solidFill>
                        <a:latin typeface="Roboto"/>
                        <a:ea typeface="Roboto"/>
                        <a:cs typeface="Roboto"/>
                        <a:sym typeface="Roboto"/>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Test how different model types (simple CNN vs ResNet50) handle complex, real-world images and limited data.</a:t>
                      </a:r>
                      <a:endParaRPr sz="1200">
                        <a:solidFill>
                          <a:schemeClr val="dk1"/>
                        </a:solidFill>
                        <a:latin typeface="Roboto"/>
                        <a:ea typeface="Roboto"/>
                        <a:cs typeface="Roboto"/>
                        <a:sym typeface="Roboto"/>
                      </a:endParaRPr>
                    </a:p>
                  </a:txBody>
                  <a:tcPr marT="91425" marB="91425" marR="91425" marL="91425" anchor="ctr">
                    <a:lnL cap="flat" cmpd="sng" w="19050">
                      <a:solidFill>
                        <a:schemeClr val="accent2"/>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2"/>
                      </a:solidFill>
                      <a:prstDash val="solid"/>
                      <a:round/>
                      <a:headEnd len="sm" w="sm" type="none"/>
                      <a:tailEnd len="sm" w="sm" type="none"/>
                    </a:lnT>
                    <a:lnB cap="flat" cmpd="sng" w="19050">
                      <a:solidFill>
                        <a:schemeClr val="accent2"/>
                      </a:solidFill>
                      <a:prstDash val="solid"/>
                      <a:round/>
                      <a:headEnd len="sm" w="sm" type="none"/>
                      <a:tailEnd len="sm" w="sm" type="none"/>
                    </a:lnB>
                  </a:tcPr>
                </a:tc>
              </a:tr>
              <a:tr h="964075">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Compare how simple CNNs vs ResNet50 perform on the same data.</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Subtle features make it hard for a model to learn the right details.</a:t>
                      </a:r>
                      <a:endParaRPr sz="1200">
                        <a:solidFill>
                          <a:schemeClr val="dk1"/>
                        </a:solidFill>
                        <a:latin typeface="Roboto"/>
                        <a:ea typeface="Roboto"/>
                        <a:cs typeface="Roboto"/>
                        <a:sym typeface="Roboto"/>
                      </a:endParaRPr>
                    </a:p>
                    <a:p>
                      <a:pPr indent="0" lvl="0" marL="0" rtl="0" algn="ctr">
                        <a:spcBef>
                          <a:spcPts val="0"/>
                        </a:spcBef>
                        <a:spcAft>
                          <a:spcPts val="0"/>
                        </a:spcAft>
                        <a:buNone/>
                      </a:pPr>
                      <a:r>
                        <a:t/>
                      </a:r>
                      <a:endParaRPr/>
                    </a:p>
                  </a:txBody>
                  <a:tcPr marT="91425" marB="91425" marR="91425" marL="91425" anchor="ctr">
                    <a:lnL cap="flat" cmpd="sng" w="19050">
                      <a:solidFill>
                        <a:schemeClr val="lt2"/>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These variations make it difficult for AI to generalize to new bird photos.</a:t>
                      </a:r>
                      <a:endParaRPr sz="1200">
                        <a:solidFill>
                          <a:schemeClr val="dk1"/>
                        </a:solidFill>
                        <a:latin typeface="Roboto"/>
                        <a:ea typeface="Roboto"/>
                        <a:cs typeface="Roboto"/>
                        <a:sym typeface="Roboto"/>
                      </a:endParaRPr>
                    </a:p>
                    <a:p>
                      <a:pPr indent="0" lvl="0" marL="0" rtl="0" algn="ctr">
                        <a:spcBef>
                          <a:spcPts val="0"/>
                        </a:spcBef>
                        <a:spcAft>
                          <a:spcPts val="0"/>
                        </a:spcAft>
                        <a:buNone/>
                      </a:pPr>
                      <a:r>
                        <a:t/>
                      </a:r>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Use these findings to improve accuracy and generalization for bird recognition tasks.</a:t>
                      </a:r>
                      <a:endParaRPr sz="1200">
                        <a:solidFill>
                          <a:schemeClr val="dk1"/>
                        </a:solidFill>
                        <a:latin typeface="Roboto"/>
                        <a:ea typeface="Roboto"/>
                        <a:cs typeface="Roboto"/>
                        <a:sym typeface="Roboto"/>
                      </a:endParaRPr>
                    </a:p>
                    <a:p>
                      <a:pPr indent="0" lvl="0" marL="0" rtl="0" algn="ctr">
                        <a:spcBef>
                          <a:spcPts val="0"/>
                        </a:spcBef>
                        <a:spcAft>
                          <a:spcPts val="0"/>
                        </a:spcAft>
                        <a:buNone/>
                      </a:pPr>
                      <a:r>
                        <a:t/>
                      </a:r>
                      <a:endParaRPr sz="1800">
                        <a:solidFill>
                          <a:srgbClr val="FFFFFF"/>
                        </a:solidFill>
                        <a:latin typeface="Fira Sans Extra Condensed Medium"/>
                        <a:ea typeface="Fira Sans Extra Condensed Medium"/>
                        <a:cs typeface="Fira Sans Extra Condensed Medium"/>
                        <a:sym typeface="Fira Sans Extra Condensed Medium"/>
                      </a:endParaRPr>
                    </a:p>
                  </a:txBody>
                  <a:tcPr marT="91425" marB="91425" marR="91425" marL="91425" anchor="ctr">
                    <a:lnL cap="flat" cmpd="sng" w="19050">
                      <a:solidFill>
                        <a:schemeClr val="accent2"/>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2"/>
                      </a:solidFill>
                      <a:prstDash val="solid"/>
                      <a:round/>
                      <a:headEnd len="sm" w="sm" type="none"/>
                      <a:tailEnd len="sm" w="sm" type="none"/>
                    </a:lnT>
                    <a:lnB cap="flat" cmpd="sng" w="19050">
                      <a:solidFill>
                        <a:schemeClr val="accent2"/>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grpSp>
        <p:nvGrpSpPr>
          <p:cNvPr id="98" name="Google Shape;98;p15"/>
          <p:cNvGrpSpPr/>
          <p:nvPr/>
        </p:nvGrpSpPr>
        <p:grpSpPr>
          <a:xfrm flipH="1">
            <a:off x="5629431" y="1119242"/>
            <a:ext cx="3075363" cy="3847986"/>
            <a:chOff x="4187366" y="1494375"/>
            <a:chExt cx="2344921" cy="2934034"/>
          </a:xfrm>
        </p:grpSpPr>
        <p:sp>
          <p:nvSpPr>
            <p:cNvPr id="99" name="Google Shape;99;p15"/>
            <p:cNvSpPr/>
            <p:nvPr/>
          </p:nvSpPr>
          <p:spPr>
            <a:xfrm>
              <a:off x="5003400" y="2761100"/>
              <a:ext cx="363250" cy="1022950"/>
            </a:xfrm>
            <a:custGeom>
              <a:rect b="b" l="l" r="r" t="t"/>
              <a:pathLst>
                <a:path extrusionOk="0" h="40918" w="14530">
                  <a:moveTo>
                    <a:pt x="12619" y="1"/>
                  </a:moveTo>
                  <a:cubicBezTo>
                    <a:pt x="12281" y="1"/>
                    <a:pt x="11894" y="37"/>
                    <a:pt x="11459" y="126"/>
                  </a:cubicBezTo>
                  <a:cubicBezTo>
                    <a:pt x="11459" y="126"/>
                    <a:pt x="0" y="18819"/>
                    <a:pt x="7113" y="40856"/>
                  </a:cubicBezTo>
                  <a:cubicBezTo>
                    <a:pt x="7143" y="40856"/>
                    <a:pt x="7143" y="40887"/>
                    <a:pt x="7143" y="40917"/>
                  </a:cubicBezTo>
                  <a:lnTo>
                    <a:pt x="7143" y="40248"/>
                  </a:lnTo>
                  <a:cubicBezTo>
                    <a:pt x="7295" y="35902"/>
                    <a:pt x="8359" y="11980"/>
                    <a:pt x="14529" y="613"/>
                  </a:cubicBezTo>
                  <a:cubicBezTo>
                    <a:pt x="14529" y="613"/>
                    <a:pt x="14286" y="339"/>
                    <a:pt x="13739" y="157"/>
                  </a:cubicBezTo>
                  <a:cubicBezTo>
                    <a:pt x="13457" y="69"/>
                    <a:pt x="13084" y="1"/>
                    <a:pt x="12619" y="1"/>
                  </a:cubicBezTo>
                  <a:close/>
                </a:path>
              </a:pathLst>
            </a:custGeom>
            <a:solidFill>
              <a:srgbClr val="CAEC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5"/>
            <p:cNvSpPr/>
            <p:nvPr/>
          </p:nvSpPr>
          <p:spPr>
            <a:xfrm>
              <a:off x="5003400" y="2761100"/>
              <a:ext cx="343475" cy="1022175"/>
            </a:xfrm>
            <a:custGeom>
              <a:rect b="b" l="l" r="r" t="t"/>
              <a:pathLst>
                <a:path extrusionOk="0" h="40887" w="13739">
                  <a:moveTo>
                    <a:pt x="12619" y="1"/>
                  </a:moveTo>
                  <a:cubicBezTo>
                    <a:pt x="12281" y="1"/>
                    <a:pt x="11894" y="37"/>
                    <a:pt x="11459" y="126"/>
                  </a:cubicBezTo>
                  <a:cubicBezTo>
                    <a:pt x="11459" y="126"/>
                    <a:pt x="0" y="18819"/>
                    <a:pt x="7113" y="40887"/>
                  </a:cubicBezTo>
                  <a:lnTo>
                    <a:pt x="7143" y="40279"/>
                  </a:lnTo>
                  <a:cubicBezTo>
                    <a:pt x="7143" y="40279"/>
                    <a:pt x="2584" y="14959"/>
                    <a:pt x="13739" y="157"/>
                  </a:cubicBezTo>
                  <a:cubicBezTo>
                    <a:pt x="13457" y="69"/>
                    <a:pt x="13084" y="1"/>
                    <a:pt x="12619" y="1"/>
                  </a:cubicBezTo>
                  <a:close/>
                </a:path>
              </a:pathLst>
            </a:custGeom>
            <a:solidFill>
              <a:srgbClr val="004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p:nvPr/>
          </p:nvSpPr>
          <p:spPr>
            <a:xfrm>
              <a:off x="5521650" y="2784750"/>
              <a:ext cx="172500" cy="1016775"/>
            </a:xfrm>
            <a:custGeom>
              <a:rect b="b" l="l" r="r" t="t"/>
              <a:pathLst>
                <a:path extrusionOk="0" h="40671" w="6900">
                  <a:moveTo>
                    <a:pt x="1520" y="1"/>
                  </a:moveTo>
                  <a:cubicBezTo>
                    <a:pt x="1003" y="1"/>
                    <a:pt x="456" y="183"/>
                    <a:pt x="0" y="761"/>
                  </a:cubicBezTo>
                  <a:cubicBezTo>
                    <a:pt x="0" y="761"/>
                    <a:pt x="2827" y="7843"/>
                    <a:pt x="3678" y="18998"/>
                  </a:cubicBezTo>
                  <a:cubicBezTo>
                    <a:pt x="4499" y="30184"/>
                    <a:pt x="5714" y="40670"/>
                    <a:pt x="5714" y="40670"/>
                  </a:cubicBezTo>
                  <a:lnTo>
                    <a:pt x="5714" y="40609"/>
                  </a:lnTo>
                  <a:cubicBezTo>
                    <a:pt x="5806" y="39910"/>
                    <a:pt x="6900" y="29333"/>
                    <a:pt x="6140" y="20062"/>
                  </a:cubicBezTo>
                  <a:cubicBezTo>
                    <a:pt x="5319" y="10457"/>
                    <a:pt x="3860" y="2888"/>
                    <a:pt x="2644" y="244"/>
                  </a:cubicBezTo>
                  <a:cubicBezTo>
                    <a:pt x="2644" y="244"/>
                    <a:pt x="2158" y="1"/>
                    <a:pt x="1520" y="1"/>
                  </a:cubicBezTo>
                  <a:close/>
                </a:path>
              </a:pathLst>
            </a:custGeom>
            <a:solidFill>
              <a:srgbClr val="CAEC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a:off x="5521650" y="2784750"/>
              <a:ext cx="176300" cy="1016775"/>
            </a:xfrm>
            <a:custGeom>
              <a:rect b="b" l="l" r="r" t="t"/>
              <a:pathLst>
                <a:path extrusionOk="0" h="40671" w="7052">
                  <a:moveTo>
                    <a:pt x="1520" y="1"/>
                  </a:moveTo>
                  <a:cubicBezTo>
                    <a:pt x="1003" y="1"/>
                    <a:pt x="456" y="183"/>
                    <a:pt x="0" y="761"/>
                  </a:cubicBezTo>
                  <a:cubicBezTo>
                    <a:pt x="0" y="761"/>
                    <a:pt x="2827" y="7843"/>
                    <a:pt x="3678" y="18998"/>
                  </a:cubicBezTo>
                  <a:cubicBezTo>
                    <a:pt x="4499" y="30184"/>
                    <a:pt x="5714" y="40670"/>
                    <a:pt x="5714" y="40670"/>
                  </a:cubicBezTo>
                  <a:lnTo>
                    <a:pt x="5714" y="40609"/>
                  </a:lnTo>
                  <a:cubicBezTo>
                    <a:pt x="5775" y="39546"/>
                    <a:pt x="7052" y="17539"/>
                    <a:pt x="1520" y="1"/>
                  </a:cubicBezTo>
                  <a:close/>
                </a:path>
              </a:pathLst>
            </a:custGeom>
            <a:solidFill>
              <a:srgbClr val="004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p:nvPr/>
          </p:nvSpPr>
          <p:spPr>
            <a:xfrm>
              <a:off x="5384850" y="2947975"/>
              <a:ext cx="174800" cy="1016925"/>
            </a:xfrm>
            <a:custGeom>
              <a:rect b="b" l="l" r="r" t="t"/>
              <a:pathLst>
                <a:path extrusionOk="0" h="40677" w="6992">
                  <a:moveTo>
                    <a:pt x="1640" y="1"/>
                  </a:moveTo>
                  <a:cubicBezTo>
                    <a:pt x="1104" y="1"/>
                    <a:pt x="482" y="125"/>
                    <a:pt x="1" y="767"/>
                  </a:cubicBezTo>
                  <a:cubicBezTo>
                    <a:pt x="1" y="767"/>
                    <a:pt x="2828" y="7849"/>
                    <a:pt x="3679" y="19004"/>
                  </a:cubicBezTo>
                  <a:cubicBezTo>
                    <a:pt x="4499" y="30159"/>
                    <a:pt x="5715" y="40676"/>
                    <a:pt x="5715" y="40676"/>
                  </a:cubicBezTo>
                  <a:cubicBezTo>
                    <a:pt x="5715" y="40676"/>
                    <a:pt x="6992" y="29673"/>
                    <a:pt x="6141" y="20038"/>
                  </a:cubicBezTo>
                  <a:cubicBezTo>
                    <a:pt x="5320" y="10402"/>
                    <a:pt x="3861" y="2864"/>
                    <a:pt x="2645" y="189"/>
                  </a:cubicBezTo>
                  <a:cubicBezTo>
                    <a:pt x="2645" y="189"/>
                    <a:pt x="2311" y="37"/>
                    <a:pt x="1855" y="7"/>
                  </a:cubicBezTo>
                  <a:cubicBezTo>
                    <a:pt x="1785" y="3"/>
                    <a:pt x="1713" y="1"/>
                    <a:pt x="1640" y="1"/>
                  </a:cubicBezTo>
                  <a:close/>
                </a:path>
              </a:pathLst>
            </a:custGeom>
            <a:solidFill>
              <a:srgbClr val="19E4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5"/>
            <p:cNvSpPr/>
            <p:nvPr/>
          </p:nvSpPr>
          <p:spPr>
            <a:xfrm>
              <a:off x="5384850" y="2947975"/>
              <a:ext cx="149725" cy="1016925"/>
            </a:xfrm>
            <a:custGeom>
              <a:rect b="b" l="l" r="r" t="t"/>
              <a:pathLst>
                <a:path extrusionOk="0" h="40677" w="5989">
                  <a:moveTo>
                    <a:pt x="1640" y="1"/>
                  </a:moveTo>
                  <a:cubicBezTo>
                    <a:pt x="1104" y="1"/>
                    <a:pt x="482" y="125"/>
                    <a:pt x="1" y="767"/>
                  </a:cubicBezTo>
                  <a:cubicBezTo>
                    <a:pt x="1" y="767"/>
                    <a:pt x="2828" y="7849"/>
                    <a:pt x="3679" y="19004"/>
                  </a:cubicBezTo>
                  <a:cubicBezTo>
                    <a:pt x="4499" y="30159"/>
                    <a:pt x="5715" y="40676"/>
                    <a:pt x="5715" y="40676"/>
                  </a:cubicBezTo>
                  <a:cubicBezTo>
                    <a:pt x="5715" y="40676"/>
                    <a:pt x="5989" y="16117"/>
                    <a:pt x="1855" y="7"/>
                  </a:cubicBezTo>
                  <a:cubicBezTo>
                    <a:pt x="1785" y="3"/>
                    <a:pt x="1713" y="1"/>
                    <a:pt x="1640" y="1"/>
                  </a:cubicBezTo>
                  <a:close/>
                </a:path>
              </a:pathLst>
            </a:custGeom>
            <a:solidFill>
              <a:srgbClr val="004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5"/>
            <p:cNvSpPr/>
            <p:nvPr/>
          </p:nvSpPr>
          <p:spPr>
            <a:xfrm>
              <a:off x="5189575" y="2763000"/>
              <a:ext cx="190750" cy="1298400"/>
            </a:xfrm>
            <a:custGeom>
              <a:rect b="b" l="l" r="r" t="t"/>
              <a:pathLst>
                <a:path extrusionOk="0" h="51936" w="7630">
                  <a:moveTo>
                    <a:pt x="6481" y="1"/>
                  </a:moveTo>
                  <a:cubicBezTo>
                    <a:pt x="6075" y="1"/>
                    <a:pt x="5536" y="97"/>
                    <a:pt x="4833" y="385"/>
                  </a:cubicBezTo>
                  <a:cubicBezTo>
                    <a:pt x="4833" y="385"/>
                    <a:pt x="912" y="13941"/>
                    <a:pt x="426" y="25339"/>
                  </a:cubicBezTo>
                  <a:cubicBezTo>
                    <a:pt x="0" y="35309"/>
                    <a:pt x="5502" y="48106"/>
                    <a:pt x="6930" y="51267"/>
                  </a:cubicBezTo>
                  <a:cubicBezTo>
                    <a:pt x="7113" y="51631"/>
                    <a:pt x="7234" y="51905"/>
                    <a:pt x="7265" y="51935"/>
                  </a:cubicBezTo>
                  <a:cubicBezTo>
                    <a:pt x="7143" y="51480"/>
                    <a:pt x="3161" y="37346"/>
                    <a:pt x="4104" y="26130"/>
                  </a:cubicBezTo>
                  <a:cubicBezTo>
                    <a:pt x="4955" y="16555"/>
                    <a:pt x="6961" y="7801"/>
                    <a:pt x="7447" y="2847"/>
                  </a:cubicBezTo>
                  <a:cubicBezTo>
                    <a:pt x="7569" y="1904"/>
                    <a:pt x="7629" y="1053"/>
                    <a:pt x="7599" y="415"/>
                  </a:cubicBezTo>
                  <a:cubicBezTo>
                    <a:pt x="7599" y="415"/>
                    <a:pt x="7323" y="1"/>
                    <a:pt x="6481" y="1"/>
                  </a:cubicBezTo>
                  <a:close/>
                </a:path>
              </a:pathLst>
            </a:custGeom>
            <a:solidFill>
              <a:srgbClr val="19E4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5"/>
            <p:cNvSpPr/>
            <p:nvPr/>
          </p:nvSpPr>
          <p:spPr>
            <a:xfrm>
              <a:off x="5085450" y="2762250"/>
              <a:ext cx="296400" cy="1280900"/>
            </a:xfrm>
            <a:custGeom>
              <a:rect b="b" l="l" r="r" t="t"/>
              <a:pathLst>
                <a:path extrusionOk="0" h="51236" w="11856">
                  <a:moveTo>
                    <a:pt x="10690" y="0"/>
                  </a:moveTo>
                  <a:cubicBezTo>
                    <a:pt x="10284" y="0"/>
                    <a:pt x="9742" y="97"/>
                    <a:pt x="9028" y="384"/>
                  </a:cubicBezTo>
                  <a:cubicBezTo>
                    <a:pt x="9028" y="384"/>
                    <a:pt x="5107" y="13941"/>
                    <a:pt x="4621" y="25339"/>
                  </a:cubicBezTo>
                  <a:cubicBezTo>
                    <a:pt x="4195" y="35278"/>
                    <a:pt x="9727" y="48105"/>
                    <a:pt x="11126" y="51236"/>
                  </a:cubicBezTo>
                  <a:cubicBezTo>
                    <a:pt x="11035" y="51023"/>
                    <a:pt x="10974" y="50780"/>
                    <a:pt x="10852" y="50567"/>
                  </a:cubicBezTo>
                  <a:cubicBezTo>
                    <a:pt x="10852" y="50567"/>
                    <a:pt x="1" y="22056"/>
                    <a:pt x="11703" y="2846"/>
                  </a:cubicBezTo>
                  <a:cubicBezTo>
                    <a:pt x="11764" y="1904"/>
                    <a:pt x="11855" y="1053"/>
                    <a:pt x="11794" y="415"/>
                  </a:cubicBezTo>
                  <a:cubicBezTo>
                    <a:pt x="11794" y="415"/>
                    <a:pt x="11532" y="0"/>
                    <a:pt x="10690" y="0"/>
                  </a:cubicBezTo>
                  <a:close/>
                </a:path>
              </a:pathLst>
            </a:custGeom>
            <a:solidFill>
              <a:srgbClr val="004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5"/>
            <p:cNvSpPr/>
            <p:nvPr/>
          </p:nvSpPr>
          <p:spPr>
            <a:xfrm>
              <a:off x="5336967" y="2810499"/>
              <a:ext cx="304000" cy="1617910"/>
            </a:xfrm>
            <a:custGeom>
              <a:rect b="b" l="l" r="r" t="t"/>
              <a:pathLst>
                <a:path extrusionOk="0" h="76906" w="12160">
                  <a:moveTo>
                    <a:pt x="3551" y="1"/>
                  </a:moveTo>
                  <a:cubicBezTo>
                    <a:pt x="3128" y="1"/>
                    <a:pt x="2561" y="187"/>
                    <a:pt x="1825" y="764"/>
                  </a:cubicBezTo>
                  <a:cubicBezTo>
                    <a:pt x="1825" y="764"/>
                    <a:pt x="1" y="21281"/>
                    <a:pt x="1308" y="38212"/>
                  </a:cubicBezTo>
                  <a:cubicBezTo>
                    <a:pt x="2402" y="52558"/>
                    <a:pt x="9393" y="70249"/>
                    <a:pt x="11551" y="75416"/>
                  </a:cubicBezTo>
                  <a:lnTo>
                    <a:pt x="11794" y="75993"/>
                  </a:lnTo>
                  <a:cubicBezTo>
                    <a:pt x="12007" y="76601"/>
                    <a:pt x="12159" y="76905"/>
                    <a:pt x="12159" y="76905"/>
                  </a:cubicBezTo>
                  <a:cubicBezTo>
                    <a:pt x="12159" y="76905"/>
                    <a:pt x="5867" y="55993"/>
                    <a:pt x="5047" y="39032"/>
                  </a:cubicBezTo>
                  <a:cubicBezTo>
                    <a:pt x="4256" y="22041"/>
                    <a:pt x="5350" y="6448"/>
                    <a:pt x="4591" y="491"/>
                  </a:cubicBezTo>
                  <a:cubicBezTo>
                    <a:pt x="4591" y="491"/>
                    <a:pt x="4439" y="278"/>
                    <a:pt x="4104" y="126"/>
                  </a:cubicBezTo>
                  <a:cubicBezTo>
                    <a:pt x="3957" y="52"/>
                    <a:pt x="3774" y="1"/>
                    <a:pt x="3551" y="1"/>
                  </a:cubicBezTo>
                  <a:close/>
                </a:path>
              </a:pathLst>
            </a:custGeom>
            <a:solidFill>
              <a:srgbClr val="19E4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5"/>
            <p:cNvSpPr/>
            <p:nvPr/>
          </p:nvSpPr>
          <p:spPr>
            <a:xfrm>
              <a:off x="5288355" y="2810499"/>
              <a:ext cx="326775" cy="1554135"/>
            </a:xfrm>
            <a:custGeom>
              <a:rect b="b" l="l" r="r" t="t"/>
              <a:pathLst>
                <a:path extrusionOk="0" h="75416" w="13071">
                  <a:moveTo>
                    <a:pt x="5078" y="1"/>
                  </a:moveTo>
                  <a:cubicBezTo>
                    <a:pt x="4661" y="1"/>
                    <a:pt x="4100" y="187"/>
                    <a:pt x="3344" y="764"/>
                  </a:cubicBezTo>
                  <a:cubicBezTo>
                    <a:pt x="3344" y="764"/>
                    <a:pt x="1520" y="21281"/>
                    <a:pt x="2827" y="38212"/>
                  </a:cubicBezTo>
                  <a:cubicBezTo>
                    <a:pt x="3922" y="52558"/>
                    <a:pt x="10913" y="70249"/>
                    <a:pt x="13071" y="75416"/>
                  </a:cubicBezTo>
                  <a:cubicBezTo>
                    <a:pt x="11247" y="70887"/>
                    <a:pt x="1" y="41008"/>
                    <a:pt x="5624" y="126"/>
                  </a:cubicBezTo>
                  <a:cubicBezTo>
                    <a:pt x="5477" y="52"/>
                    <a:pt x="5297" y="1"/>
                    <a:pt x="5078" y="1"/>
                  </a:cubicBezTo>
                  <a:close/>
                </a:path>
              </a:pathLst>
            </a:custGeom>
            <a:solidFill>
              <a:srgbClr val="004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
            <p:cNvSpPr/>
            <p:nvPr/>
          </p:nvSpPr>
          <p:spPr>
            <a:xfrm>
              <a:off x="5514050" y="2801200"/>
              <a:ext cx="130400" cy="1298200"/>
            </a:xfrm>
            <a:custGeom>
              <a:rect b="b" l="l" r="r" t="t"/>
              <a:pathLst>
                <a:path extrusionOk="0" h="51928" w="5216">
                  <a:moveTo>
                    <a:pt x="718" y="0"/>
                  </a:moveTo>
                  <a:cubicBezTo>
                    <a:pt x="480" y="0"/>
                    <a:pt x="317" y="90"/>
                    <a:pt x="213" y="194"/>
                  </a:cubicBezTo>
                  <a:cubicBezTo>
                    <a:pt x="61" y="285"/>
                    <a:pt x="30" y="407"/>
                    <a:pt x="30" y="407"/>
                  </a:cubicBezTo>
                  <a:cubicBezTo>
                    <a:pt x="0" y="4449"/>
                    <a:pt x="1824" y="14723"/>
                    <a:pt x="2584" y="26121"/>
                  </a:cubicBezTo>
                  <a:cubicBezTo>
                    <a:pt x="3294" y="36581"/>
                    <a:pt x="1374" y="49539"/>
                    <a:pt x="1047" y="51649"/>
                  </a:cubicBezTo>
                  <a:lnTo>
                    <a:pt x="1047" y="51649"/>
                  </a:lnTo>
                  <a:cubicBezTo>
                    <a:pt x="1620" y="49570"/>
                    <a:pt x="5216" y="35803"/>
                    <a:pt x="4803" y="25301"/>
                  </a:cubicBezTo>
                  <a:cubicBezTo>
                    <a:pt x="4347" y="13902"/>
                    <a:pt x="1733" y="376"/>
                    <a:pt x="1733" y="376"/>
                  </a:cubicBezTo>
                  <a:cubicBezTo>
                    <a:pt x="1298" y="97"/>
                    <a:pt x="967" y="0"/>
                    <a:pt x="718" y="0"/>
                  </a:cubicBezTo>
                  <a:close/>
                  <a:moveTo>
                    <a:pt x="1047" y="51649"/>
                  </a:moveTo>
                  <a:cubicBezTo>
                    <a:pt x="1029" y="51712"/>
                    <a:pt x="1015" y="51765"/>
                    <a:pt x="1003" y="51806"/>
                  </a:cubicBezTo>
                  <a:lnTo>
                    <a:pt x="1003" y="51897"/>
                  </a:lnTo>
                  <a:lnTo>
                    <a:pt x="1003" y="51927"/>
                  </a:lnTo>
                  <a:cubicBezTo>
                    <a:pt x="1009" y="51890"/>
                    <a:pt x="1024" y="51796"/>
                    <a:pt x="1047" y="51649"/>
                  </a:cubicBezTo>
                  <a:close/>
                </a:path>
              </a:pathLst>
            </a:custGeom>
            <a:solidFill>
              <a:srgbClr val="19E4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5"/>
            <p:cNvSpPr/>
            <p:nvPr/>
          </p:nvSpPr>
          <p:spPr>
            <a:xfrm>
              <a:off x="5514050" y="2806025"/>
              <a:ext cx="170475" cy="1293375"/>
            </a:xfrm>
            <a:custGeom>
              <a:rect b="b" l="l" r="r" t="t"/>
              <a:pathLst>
                <a:path extrusionOk="0" h="51735" w="6819">
                  <a:moveTo>
                    <a:pt x="213" y="1"/>
                  </a:moveTo>
                  <a:cubicBezTo>
                    <a:pt x="61" y="92"/>
                    <a:pt x="30" y="214"/>
                    <a:pt x="30" y="214"/>
                  </a:cubicBezTo>
                  <a:cubicBezTo>
                    <a:pt x="0" y="4256"/>
                    <a:pt x="1824" y="14530"/>
                    <a:pt x="2584" y="25928"/>
                  </a:cubicBezTo>
                  <a:cubicBezTo>
                    <a:pt x="3287" y="36282"/>
                    <a:pt x="1412" y="49084"/>
                    <a:pt x="1057" y="51389"/>
                  </a:cubicBezTo>
                  <a:lnTo>
                    <a:pt x="1057" y="51389"/>
                  </a:lnTo>
                  <a:cubicBezTo>
                    <a:pt x="1780" y="48341"/>
                    <a:pt x="6818" y="25272"/>
                    <a:pt x="213" y="1"/>
                  </a:cubicBezTo>
                  <a:close/>
                  <a:moveTo>
                    <a:pt x="1057" y="51389"/>
                  </a:moveTo>
                  <a:cubicBezTo>
                    <a:pt x="1035" y="51482"/>
                    <a:pt x="1017" y="51557"/>
                    <a:pt x="1003" y="51613"/>
                  </a:cubicBezTo>
                  <a:lnTo>
                    <a:pt x="1003" y="51704"/>
                  </a:lnTo>
                  <a:lnTo>
                    <a:pt x="1003" y="51734"/>
                  </a:lnTo>
                  <a:cubicBezTo>
                    <a:pt x="1010" y="51691"/>
                    <a:pt x="1029" y="51574"/>
                    <a:pt x="1057" y="51389"/>
                  </a:cubicBezTo>
                  <a:close/>
                </a:path>
              </a:pathLst>
            </a:custGeom>
            <a:solidFill>
              <a:srgbClr val="004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5"/>
            <p:cNvSpPr/>
            <p:nvPr/>
          </p:nvSpPr>
          <p:spPr>
            <a:xfrm>
              <a:off x="4187366" y="2481571"/>
              <a:ext cx="2344920" cy="439225"/>
            </a:xfrm>
            <a:custGeom>
              <a:rect b="b" l="l" r="r" t="t"/>
              <a:pathLst>
                <a:path extrusionOk="0" h="17569" w="64683">
                  <a:moveTo>
                    <a:pt x="57904" y="0"/>
                  </a:moveTo>
                  <a:cubicBezTo>
                    <a:pt x="56475" y="365"/>
                    <a:pt x="47418" y="1763"/>
                    <a:pt x="43800" y="3283"/>
                  </a:cubicBezTo>
                  <a:cubicBezTo>
                    <a:pt x="42250" y="3921"/>
                    <a:pt x="40275" y="4651"/>
                    <a:pt x="38299" y="5258"/>
                  </a:cubicBezTo>
                  <a:cubicBezTo>
                    <a:pt x="35685" y="6079"/>
                    <a:pt x="33071" y="6778"/>
                    <a:pt x="31277" y="7204"/>
                  </a:cubicBezTo>
                  <a:cubicBezTo>
                    <a:pt x="28116" y="7873"/>
                    <a:pt x="26080" y="7599"/>
                    <a:pt x="22645" y="8024"/>
                  </a:cubicBezTo>
                  <a:cubicBezTo>
                    <a:pt x="20828" y="8254"/>
                    <a:pt x="18421" y="8306"/>
                    <a:pt x="15884" y="8306"/>
                  </a:cubicBezTo>
                  <a:cubicBezTo>
                    <a:pt x="13709" y="8306"/>
                    <a:pt x="11438" y="8268"/>
                    <a:pt x="9362" y="8268"/>
                  </a:cubicBezTo>
                  <a:cubicBezTo>
                    <a:pt x="4803" y="8207"/>
                    <a:pt x="2250" y="7964"/>
                    <a:pt x="2250" y="7964"/>
                  </a:cubicBezTo>
                  <a:cubicBezTo>
                    <a:pt x="0" y="11398"/>
                    <a:pt x="1642" y="13678"/>
                    <a:pt x="1642" y="13678"/>
                  </a:cubicBezTo>
                  <a:cubicBezTo>
                    <a:pt x="1890" y="13642"/>
                    <a:pt x="2399" y="13629"/>
                    <a:pt x="3125" y="13629"/>
                  </a:cubicBezTo>
                  <a:cubicBezTo>
                    <a:pt x="4699" y="13629"/>
                    <a:pt x="7299" y="13688"/>
                    <a:pt x="10517" y="13688"/>
                  </a:cubicBezTo>
                  <a:cubicBezTo>
                    <a:pt x="14524" y="13688"/>
                    <a:pt x="19489" y="13597"/>
                    <a:pt x="24621" y="13192"/>
                  </a:cubicBezTo>
                  <a:cubicBezTo>
                    <a:pt x="27483" y="12967"/>
                    <a:pt x="30336" y="12872"/>
                    <a:pt x="33098" y="12872"/>
                  </a:cubicBezTo>
                  <a:cubicBezTo>
                    <a:pt x="41156" y="12872"/>
                    <a:pt x="48437" y="13675"/>
                    <a:pt x="52919" y="14377"/>
                  </a:cubicBezTo>
                  <a:cubicBezTo>
                    <a:pt x="54561" y="14590"/>
                    <a:pt x="56172" y="14985"/>
                    <a:pt x="57570" y="15350"/>
                  </a:cubicBezTo>
                  <a:cubicBezTo>
                    <a:pt x="61339" y="16383"/>
                    <a:pt x="63983" y="17569"/>
                    <a:pt x="63983" y="17569"/>
                  </a:cubicBezTo>
                  <a:cubicBezTo>
                    <a:pt x="64682" y="17082"/>
                    <a:pt x="64682" y="16474"/>
                    <a:pt x="64682" y="16474"/>
                  </a:cubicBezTo>
                  <a:cubicBezTo>
                    <a:pt x="64682" y="16474"/>
                    <a:pt x="59454" y="12006"/>
                    <a:pt x="56931" y="11520"/>
                  </a:cubicBezTo>
                  <a:cubicBezTo>
                    <a:pt x="54439" y="10912"/>
                    <a:pt x="51035" y="10395"/>
                    <a:pt x="46658" y="9970"/>
                  </a:cubicBezTo>
                  <a:cubicBezTo>
                    <a:pt x="42281" y="9544"/>
                    <a:pt x="39241" y="8815"/>
                    <a:pt x="39241" y="8815"/>
                  </a:cubicBezTo>
                  <a:cubicBezTo>
                    <a:pt x="43345" y="8176"/>
                    <a:pt x="49272" y="4833"/>
                    <a:pt x="52159" y="3860"/>
                  </a:cubicBezTo>
                  <a:cubicBezTo>
                    <a:pt x="55047" y="2857"/>
                    <a:pt x="58086" y="1824"/>
                    <a:pt x="58086" y="1824"/>
                  </a:cubicBezTo>
                  <a:cubicBezTo>
                    <a:pt x="58330" y="882"/>
                    <a:pt x="57904" y="0"/>
                    <a:pt x="5790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a:off x="4187366" y="2612281"/>
              <a:ext cx="2167836" cy="252300"/>
            </a:xfrm>
            <a:custGeom>
              <a:rect b="b" l="l" r="r" t="t"/>
              <a:pathLst>
                <a:path extrusionOk="0" h="10092" w="57571">
                  <a:moveTo>
                    <a:pt x="38299" y="0"/>
                  </a:moveTo>
                  <a:lnTo>
                    <a:pt x="38299" y="0"/>
                  </a:lnTo>
                  <a:cubicBezTo>
                    <a:pt x="35685" y="821"/>
                    <a:pt x="33071" y="1520"/>
                    <a:pt x="31278" y="1915"/>
                  </a:cubicBezTo>
                  <a:cubicBezTo>
                    <a:pt x="28117" y="2614"/>
                    <a:pt x="26080" y="2341"/>
                    <a:pt x="22645" y="2766"/>
                  </a:cubicBezTo>
                  <a:cubicBezTo>
                    <a:pt x="20958" y="2979"/>
                    <a:pt x="18770" y="3032"/>
                    <a:pt x="16437" y="3032"/>
                  </a:cubicBezTo>
                  <a:cubicBezTo>
                    <a:pt x="14104" y="3032"/>
                    <a:pt x="11627" y="2979"/>
                    <a:pt x="9363" y="2979"/>
                  </a:cubicBezTo>
                  <a:cubicBezTo>
                    <a:pt x="4803" y="2948"/>
                    <a:pt x="2250" y="2675"/>
                    <a:pt x="2250" y="2675"/>
                  </a:cubicBezTo>
                  <a:cubicBezTo>
                    <a:pt x="1" y="6140"/>
                    <a:pt x="1642" y="8420"/>
                    <a:pt x="1642" y="8420"/>
                  </a:cubicBezTo>
                  <a:cubicBezTo>
                    <a:pt x="1896" y="8383"/>
                    <a:pt x="2408" y="8371"/>
                    <a:pt x="3137" y="8371"/>
                  </a:cubicBezTo>
                  <a:cubicBezTo>
                    <a:pt x="4715" y="8371"/>
                    <a:pt x="7313" y="8429"/>
                    <a:pt x="10527" y="8429"/>
                  </a:cubicBezTo>
                  <a:cubicBezTo>
                    <a:pt x="14531" y="8429"/>
                    <a:pt x="19489" y="8339"/>
                    <a:pt x="24621" y="7933"/>
                  </a:cubicBezTo>
                  <a:cubicBezTo>
                    <a:pt x="27521" y="7705"/>
                    <a:pt x="30411" y="7610"/>
                    <a:pt x="33207" y="7610"/>
                  </a:cubicBezTo>
                  <a:cubicBezTo>
                    <a:pt x="41223" y="7610"/>
                    <a:pt x="48465" y="8398"/>
                    <a:pt x="52950" y="9119"/>
                  </a:cubicBezTo>
                  <a:cubicBezTo>
                    <a:pt x="54561" y="9332"/>
                    <a:pt x="56172" y="9727"/>
                    <a:pt x="57570" y="10091"/>
                  </a:cubicBezTo>
                  <a:cubicBezTo>
                    <a:pt x="54652" y="8146"/>
                    <a:pt x="51126" y="7295"/>
                    <a:pt x="47661" y="6900"/>
                  </a:cubicBezTo>
                  <a:cubicBezTo>
                    <a:pt x="43710" y="6414"/>
                    <a:pt x="39667" y="6414"/>
                    <a:pt x="35776" y="5775"/>
                  </a:cubicBezTo>
                  <a:cubicBezTo>
                    <a:pt x="35320" y="5684"/>
                    <a:pt x="34773" y="5562"/>
                    <a:pt x="34561" y="5167"/>
                  </a:cubicBezTo>
                  <a:cubicBezTo>
                    <a:pt x="34317" y="4651"/>
                    <a:pt x="34652" y="4043"/>
                    <a:pt x="35016" y="3587"/>
                  </a:cubicBezTo>
                  <a:cubicBezTo>
                    <a:pt x="35928" y="2371"/>
                    <a:pt x="37296" y="1246"/>
                    <a:pt x="3829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a:off x="5392450" y="2790375"/>
              <a:ext cx="209750" cy="684650"/>
            </a:xfrm>
            <a:custGeom>
              <a:rect b="b" l="l" r="r" t="t"/>
              <a:pathLst>
                <a:path extrusionOk="0" h="27386" w="8390">
                  <a:moveTo>
                    <a:pt x="6950" y="0"/>
                  </a:moveTo>
                  <a:cubicBezTo>
                    <a:pt x="6872" y="0"/>
                    <a:pt x="6794" y="6"/>
                    <a:pt x="6718" y="19"/>
                  </a:cubicBezTo>
                  <a:cubicBezTo>
                    <a:pt x="5350" y="110"/>
                    <a:pt x="3952" y="1630"/>
                    <a:pt x="3679" y="1934"/>
                  </a:cubicBezTo>
                  <a:lnTo>
                    <a:pt x="3557" y="2056"/>
                  </a:lnTo>
                  <a:lnTo>
                    <a:pt x="3527" y="2208"/>
                  </a:lnTo>
                  <a:cubicBezTo>
                    <a:pt x="3496" y="2329"/>
                    <a:pt x="3101" y="3393"/>
                    <a:pt x="2645" y="4943"/>
                  </a:cubicBezTo>
                  <a:cubicBezTo>
                    <a:pt x="2524" y="5369"/>
                    <a:pt x="2372" y="5825"/>
                    <a:pt x="2280" y="6281"/>
                  </a:cubicBezTo>
                  <a:cubicBezTo>
                    <a:pt x="1824" y="7952"/>
                    <a:pt x="1277" y="9958"/>
                    <a:pt x="943" y="11934"/>
                  </a:cubicBezTo>
                  <a:cubicBezTo>
                    <a:pt x="761" y="12876"/>
                    <a:pt x="639" y="13849"/>
                    <a:pt x="548" y="14700"/>
                  </a:cubicBezTo>
                  <a:lnTo>
                    <a:pt x="517" y="15156"/>
                  </a:lnTo>
                  <a:cubicBezTo>
                    <a:pt x="214" y="19107"/>
                    <a:pt x="1" y="22512"/>
                    <a:pt x="517" y="24700"/>
                  </a:cubicBezTo>
                  <a:cubicBezTo>
                    <a:pt x="639" y="25035"/>
                    <a:pt x="700" y="25339"/>
                    <a:pt x="821" y="25612"/>
                  </a:cubicBezTo>
                  <a:cubicBezTo>
                    <a:pt x="973" y="25946"/>
                    <a:pt x="1156" y="26250"/>
                    <a:pt x="1369" y="26524"/>
                  </a:cubicBezTo>
                  <a:lnTo>
                    <a:pt x="1581" y="26767"/>
                  </a:lnTo>
                  <a:cubicBezTo>
                    <a:pt x="1986" y="27172"/>
                    <a:pt x="2535" y="27385"/>
                    <a:pt x="3143" y="27385"/>
                  </a:cubicBezTo>
                  <a:cubicBezTo>
                    <a:pt x="3219" y="27385"/>
                    <a:pt x="3296" y="27382"/>
                    <a:pt x="3375" y="27375"/>
                  </a:cubicBezTo>
                  <a:cubicBezTo>
                    <a:pt x="3709" y="27314"/>
                    <a:pt x="4043" y="27193"/>
                    <a:pt x="4439" y="27071"/>
                  </a:cubicBezTo>
                  <a:cubicBezTo>
                    <a:pt x="6019" y="26372"/>
                    <a:pt x="6809" y="25460"/>
                    <a:pt x="7205" y="24275"/>
                  </a:cubicBezTo>
                  <a:cubicBezTo>
                    <a:pt x="7660" y="22846"/>
                    <a:pt x="7478" y="20931"/>
                    <a:pt x="7205" y="18500"/>
                  </a:cubicBezTo>
                  <a:cubicBezTo>
                    <a:pt x="7083" y="17223"/>
                    <a:pt x="6931" y="15764"/>
                    <a:pt x="6809" y="14062"/>
                  </a:cubicBezTo>
                  <a:cubicBezTo>
                    <a:pt x="6627" y="10232"/>
                    <a:pt x="7053" y="6858"/>
                    <a:pt x="7478" y="4487"/>
                  </a:cubicBezTo>
                  <a:cubicBezTo>
                    <a:pt x="7843" y="2481"/>
                    <a:pt x="8238" y="1265"/>
                    <a:pt x="8208" y="1144"/>
                  </a:cubicBezTo>
                  <a:lnTo>
                    <a:pt x="8390" y="536"/>
                  </a:lnTo>
                  <a:lnTo>
                    <a:pt x="7812" y="232"/>
                  </a:lnTo>
                  <a:cubicBezTo>
                    <a:pt x="7548" y="88"/>
                    <a:pt x="7245" y="0"/>
                    <a:pt x="6950" y="0"/>
                  </a:cubicBezTo>
                  <a:close/>
                </a:path>
              </a:pathLst>
            </a:custGeom>
            <a:solidFill>
              <a:srgbClr val="2930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a:off x="5270875" y="2751325"/>
              <a:ext cx="211275" cy="754600"/>
            </a:xfrm>
            <a:custGeom>
              <a:rect b="b" l="l" r="r" t="t"/>
              <a:pathLst>
                <a:path extrusionOk="0" h="30184" w="8451">
                  <a:moveTo>
                    <a:pt x="5320" y="0"/>
                  </a:moveTo>
                  <a:lnTo>
                    <a:pt x="4560" y="1976"/>
                  </a:lnTo>
                  <a:cubicBezTo>
                    <a:pt x="4408" y="2402"/>
                    <a:pt x="821" y="11672"/>
                    <a:pt x="335" y="20305"/>
                  </a:cubicBezTo>
                  <a:cubicBezTo>
                    <a:pt x="0" y="26840"/>
                    <a:pt x="791" y="28603"/>
                    <a:pt x="1520" y="29423"/>
                  </a:cubicBezTo>
                  <a:cubicBezTo>
                    <a:pt x="2159" y="30122"/>
                    <a:pt x="2949" y="30183"/>
                    <a:pt x="3283" y="30183"/>
                  </a:cubicBezTo>
                  <a:lnTo>
                    <a:pt x="3800" y="30183"/>
                  </a:lnTo>
                  <a:cubicBezTo>
                    <a:pt x="4894" y="30062"/>
                    <a:pt x="5715" y="29393"/>
                    <a:pt x="6262" y="28116"/>
                  </a:cubicBezTo>
                  <a:cubicBezTo>
                    <a:pt x="6384" y="27812"/>
                    <a:pt x="6475" y="27478"/>
                    <a:pt x="6566" y="27144"/>
                  </a:cubicBezTo>
                  <a:cubicBezTo>
                    <a:pt x="6687" y="26536"/>
                    <a:pt x="6779" y="25837"/>
                    <a:pt x="6870" y="25077"/>
                  </a:cubicBezTo>
                  <a:cubicBezTo>
                    <a:pt x="6900" y="24712"/>
                    <a:pt x="6931" y="24287"/>
                    <a:pt x="6931" y="23861"/>
                  </a:cubicBezTo>
                  <a:cubicBezTo>
                    <a:pt x="7022" y="20913"/>
                    <a:pt x="7508" y="16505"/>
                    <a:pt x="7903" y="13344"/>
                  </a:cubicBezTo>
                  <a:cubicBezTo>
                    <a:pt x="8146" y="11247"/>
                    <a:pt x="8390" y="9697"/>
                    <a:pt x="8420" y="9484"/>
                  </a:cubicBezTo>
                  <a:cubicBezTo>
                    <a:pt x="8450" y="9332"/>
                    <a:pt x="8450" y="9119"/>
                    <a:pt x="8055" y="7873"/>
                  </a:cubicBezTo>
                  <a:cubicBezTo>
                    <a:pt x="7934" y="7508"/>
                    <a:pt x="7782" y="7083"/>
                    <a:pt x="7599" y="6536"/>
                  </a:cubicBezTo>
                  <a:cubicBezTo>
                    <a:pt x="7235" y="5472"/>
                    <a:pt x="6748" y="4043"/>
                    <a:pt x="6019" y="2037"/>
                  </a:cubicBezTo>
                  <a:lnTo>
                    <a:pt x="5320" y="0"/>
                  </a:lnTo>
                  <a:close/>
                </a:path>
              </a:pathLst>
            </a:custGeom>
            <a:solidFill>
              <a:srgbClr val="2930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5401275" y="2812025"/>
              <a:ext cx="191050" cy="644400"/>
            </a:xfrm>
            <a:custGeom>
              <a:rect b="b" l="l" r="r" t="t"/>
              <a:pathLst>
                <a:path extrusionOk="0" h="25776" w="7642">
                  <a:moveTo>
                    <a:pt x="6634" y="0"/>
                  </a:moveTo>
                  <a:cubicBezTo>
                    <a:pt x="5479" y="0"/>
                    <a:pt x="3964" y="1676"/>
                    <a:pt x="3964" y="1676"/>
                  </a:cubicBezTo>
                  <a:cubicBezTo>
                    <a:pt x="3964" y="1676"/>
                    <a:pt x="1471" y="8758"/>
                    <a:pt x="1046" y="13956"/>
                  </a:cubicBezTo>
                  <a:cubicBezTo>
                    <a:pt x="660" y="18719"/>
                    <a:pt x="1" y="25776"/>
                    <a:pt x="2794" y="25776"/>
                  </a:cubicBezTo>
                  <a:cubicBezTo>
                    <a:pt x="3084" y="25776"/>
                    <a:pt x="3412" y="25700"/>
                    <a:pt x="3782" y="25536"/>
                  </a:cubicBezTo>
                  <a:cubicBezTo>
                    <a:pt x="7642" y="23834"/>
                    <a:pt x="6092" y="20673"/>
                    <a:pt x="5666" y="13287"/>
                  </a:cubicBezTo>
                  <a:cubicBezTo>
                    <a:pt x="5271" y="5870"/>
                    <a:pt x="7125" y="126"/>
                    <a:pt x="7125" y="126"/>
                  </a:cubicBezTo>
                  <a:cubicBezTo>
                    <a:pt x="6974" y="38"/>
                    <a:pt x="6808" y="0"/>
                    <a:pt x="6634" y="0"/>
                  </a:cubicBezTo>
                  <a:close/>
                </a:path>
              </a:pathLst>
            </a:custGeom>
            <a:solidFill>
              <a:srgbClr val="FFFFFF">
                <a:alpha val="379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a:off x="5286075" y="2808325"/>
              <a:ext cx="176325" cy="677875"/>
            </a:xfrm>
            <a:custGeom>
              <a:rect b="b" l="l" r="r" t="t"/>
              <a:pathLst>
                <a:path extrusionOk="0" h="27115" w="7053">
                  <a:moveTo>
                    <a:pt x="4651" y="0"/>
                  </a:moveTo>
                  <a:cubicBezTo>
                    <a:pt x="4651" y="0"/>
                    <a:pt x="973" y="9453"/>
                    <a:pt x="487" y="18055"/>
                  </a:cubicBezTo>
                  <a:cubicBezTo>
                    <a:pt x="0" y="26657"/>
                    <a:pt x="1520" y="27052"/>
                    <a:pt x="2675" y="27113"/>
                  </a:cubicBezTo>
                  <a:cubicBezTo>
                    <a:pt x="2707" y="27114"/>
                    <a:pt x="2740" y="27114"/>
                    <a:pt x="2773" y="27114"/>
                  </a:cubicBezTo>
                  <a:cubicBezTo>
                    <a:pt x="3919" y="27114"/>
                    <a:pt x="5445" y="26544"/>
                    <a:pt x="5563" y="21551"/>
                  </a:cubicBezTo>
                  <a:cubicBezTo>
                    <a:pt x="5684" y="16475"/>
                    <a:pt x="7022" y="7143"/>
                    <a:pt x="7052" y="6991"/>
                  </a:cubicBezTo>
                  <a:cubicBezTo>
                    <a:pt x="7052" y="6839"/>
                    <a:pt x="4651" y="0"/>
                    <a:pt x="4651" y="0"/>
                  </a:cubicBezTo>
                  <a:close/>
                </a:path>
              </a:pathLst>
            </a:custGeom>
            <a:solidFill>
              <a:srgbClr val="FFFFFF">
                <a:alpha val="379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5"/>
            <p:cNvSpPr/>
            <p:nvPr/>
          </p:nvSpPr>
          <p:spPr>
            <a:xfrm>
              <a:off x="5269350" y="2751325"/>
              <a:ext cx="333625" cy="754600"/>
            </a:xfrm>
            <a:custGeom>
              <a:rect b="b" l="l" r="r" t="t"/>
              <a:pathLst>
                <a:path extrusionOk="0" h="30184" w="13345">
                  <a:moveTo>
                    <a:pt x="5320" y="0"/>
                  </a:moveTo>
                  <a:lnTo>
                    <a:pt x="4560" y="1976"/>
                  </a:lnTo>
                  <a:cubicBezTo>
                    <a:pt x="4408" y="2402"/>
                    <a:pt x="852" y="11672"/>
                    <a:pt x="335" y="20305"/>
                  </a:cubicBezTo>
                  <a:cubicBezTo>
                    <a:pt x="1" y="26840"/>
                    <a:pt x="821" y="28603"/>
                    <a:pt x="1520" y="29423"/>
                  </a:cubicBezTo>
                  <a:cubicBezTo>
                    <a:pt x="2189" y="30122"/>
                    <a:pt x="2979" y="30183"/>
                    <a:pt x="3314" y="30183"/>
                  </a:cubicBezTo>
                  <a:lnTo>
                    <a:pt x="3800" y="30183"/>
                  </a:lnTo>
                  <a:cubicBezTo>
                    <a:pt x="4894" y="30062"/>
                    <a:pt x="5745" y="29393"/>
                    <a:pt x="6293" y="28116"/>
                  </a:cubicBezTo>
                  <a:lnTo>
                    <a:pt x="6505" y="28360"/>
                  </a:lnTo>
                  <a:cubicBezTo>
                    <a:pt x="6910" y="28765"/>
                    <a:pt x="7459" y="28978"/>
                    <a:pt x="8067" y="28978"/>
                  </a:cubicBezTo>
                  <a:cubicBezTo>
                    <a:pt x="8143" y="28978"/>
                    <a:pt x="8220" y="28974"/>
                    <a:pt x="8299" y="28967"/>
                  </a:cubicBezTo>
                  <a:cubicBezTo>
                    <a:pt x="8633" y="28937"/>
                    <a:pt x="8967" y="28815"/>
                    <a:pt x="9363" y="28664"/>
                  </a:cubicBezTo>
                  <a:cubicBezTo>
                    <a:pt x="10943" y="27964"/>
                    <a:pt x="11733" y="27053"/>
                    <a:pt x="12129" y="25898"/>
                  </a:cubicBezTo>
                  <a:lnTo>
                    <a:pt x="12129" y="25898"/>
                  </a:lnTo>
                  <a:cubicBezTo>
                    <a:pt x="11794" y="26110"/>
                    <a:pt x="11399" y="26293"/>
                    <a:pt x="11034" y="26414"/>
                  </a:cubicBezTo>
                  <a:cubicBezTo>
                    <a:pt x="10609" y="26576"/>
                    <a:pt x="10143" y="26657"/>
                    <a:pt x="9672" y="26657"/>
                  </a:cubicBezTo>
                  <a:cubicBezTo>
                    <a:pt x="9437" y="26657"/>
                    <a:pt x="9200" y="26637"/>
                    <a:pt x="8967" y="26597"/>
                  </a:cubicBezTo>
                  <a:cubicBezTo>
                    <a:pt x="8147" y="26414"/>
                    <a:pt x="7356" y="25837"/>
                    <a:pt x="6961" y="25077"/>
                  </a:cubicBezTo>
                  <a:cubicBezTo>
                    <a:pt x="6809" y="24773"/>
                    <a:pt x="6748" y="24469"/>
                    <a:pt x="6748" y="24135"/>
                  </a:cubicBezTo>
                  <a:cubicBezTo>
                    <a:pt x="6505" y="24439"/>
                    <a:pt x="6323" y="24742"/>
                    <a:pt x="6171" y="25046"/>
                  </a:cubicBezTo>
                  <a:cubicBezTo>
                    <a:pt x="6171" y="25077"/>
                    <a:pt x="6141" y="25107"/>
                    <a:pt x="6141" y="25168"/>
                  </a:cubicBezTo>
                  <a:cubicBezTo>
                    <a:pt x="5928" y="25533"/>
                    <a:pt x="5745" y="25928"/>
                    <a:pt x="5533" y="26293"/>
                  </a:cubicBezTo>
                  <a:lnTo>
                    <a:pt x="5289" y="26627"/>
                  </a:lnTo>
                  <a:cubicBezTo>
                    <a:pt x="4860" y="27193"/>
                    <a:pt x="4143" y="27657"/>
                    <a:pt x="3479" y="27657"/>
                  </a:cubicBezTo>
                  <a:cubicBezTo>
                    <a:pt x="3251" y="27657"/>
                    <a:pt x="3029" y="27602"/>
                    <a:pt x="2827" y="27478"/>
                  </a:cubicBezTo>
                  <a:cubicBezTo>
                    <a:pt x="2037" y="26992"/>
                    <a:pt x="2037" y="25837"/>
                    <a:pt x="2128" y="24894"/>
                  </a:cubicBezTo>
                  <a:cubicBezTo>
                    <a:pt x="2645" y="20366"/>
                    <a:pt x="3496" y="15897"/>
                    <a:pt x="4682" y="11520"/>
                  </a:cubicBezTo>
                  <a:cubicBezTo>
                    <a:pt x="5472" y="11551"/>
                    <a:pt x="5533" y="12767"/>
                    <a:pt x="5897" y="13527"/>
                  </a:cubicBezTo>
                  <a:cubicBezTo>
                    <a:pt x="6049" y="13830"/>
                    <a:pt x="6232" y="14074"/>
                    <a:pt x="6597" y="14104"/>
                  </a:cubicBezTo>
                  <a:lnTo>
                    <a:pt x="6627" y="14104"/>
                  </a:lnTo>
                  <a:cubicBezTo>
                    <a:pt x="6665" y="14112"/>
                    <a:pt x="6703" y="14115"/>
                    <a:pt x="6741" y="14115"/>
                  </a:cubicBezTo>
                  <a:cubicBezTo>
                    <a:pt x="6855" y="14115"/>
                    <a:pt x="6969" y="14081"/>
                    <a:pt x="7083" y="14013"/>
                  </a:cubicBezTo>
                  <a:cubicBezTo>
                    <a:pt x="7356" y="13922"/>
                    <a:pt x="7660" y="13648"/>
                    <a:pt x="7964" y="13314"/>
                  </a:cubicBezTo>
                  <a:cubicBezTo>
                    <a:pt x="9059" y="12037"/>
                    <a:pt x="10335" y="9575"/>
                    <a:pt x="11308" y="7843"/>
                  </a:cubicBezTo>
                  <a:cubicBezTo>
                    <a:pt x="11703" y="7083"/>
                    <a:pt x="12098" y="6444"/>
                    <a:pt x="12372" y="6080"/>
                  </a:cubicBezTo>
                  <a:lnTo>
                    <a:pt x="12402" y="6049"/>
                  </a:lnTo>
                  <a:cubicBezTo>
                    <a:pt x="12767" y="4043"/>
                    <a:pt x="13162" y="2827"/>
                    <a:pt x="13162" y="2797"/>
                  </a:cubicBezTo>
                  <a:lnTo>
                    <a:pt x="13344" y="2189"/>
                  </a:lnTo>
                  <a:lnTo>
                    <a:pt x="12767" y="1824"/>
                  </a:lnTo>
                  <a:cubicBezTo>
                    <a:pt x="12487" y="1671"/>
                    <a:pt x="12164" y="1604"/>
                    <a:pt x="11852" y="1604"/>
                  </a:cubicBezTo>
                  <a:cubicBezTo>
                    <a:pt x="11792" y="1604"/>
                    <a:pt x="11732" y="1607"/>
                    <a:pt x="11673" y="1611"/>
                  </a:cubicBezTo>
                  <a:cubicBezTo>
                    <a:pt x="10305" y="1733"/>
                    <a:pt x="8907" y="3253"/>
                    <a:pt x="8633" y="3557"/>
                  </a:cubicBezTo>
                  <a:lnTo>
                    <a:pt x="8511" y="3648"/>
                  </a:lnTo>
                  <a:lnTo>
                    <a:pt x="8481" y="3800"/>
                  </a:lnTo>
                  <a:cubicBezTo>
                    <a:pt x="8451" y="3922"/>
                    <a:pt x="8055" y="4985"/>
                    <a:pt x="7600" y="6536"/>
                  </a:cubicBezTo>
                  <a:cubicBezTo>
                    <a:pt x="7265" y="5472"/>
                    <a:pt x="6779" y="4043"/>
                    <a:pt x="6049" y="2037"/>
                  </a:cubicBezTo>
                  <a:lnTo>
                    <a:pt x="5320" y="0"/>
                  </a:lnTo>
                  <a:close/>
                </a:path>
              </a:pathLst>
            </a:custGeom>
            <a:solidFill>
              <a:srgbClr val="000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p:nvPr/>
          </p:nvSpPr>
          <p:spPr>
            <a:xfrm>
              <a:off x="5328625" y="2093150"/>
              <a:ext cx="510675" cy="935550"/>
            </a:xfrm>
            <a:custGeom>
              <a:rect b="b" l="l" r="r" t="t"/>
              <a:pathLst>
                <a:path extrusionOk="0" h="37422" w="20427">
                  <a:moveTo>
                    <a:pt x="12092" y="1"/>
                  </a:moveTo>
                  <a:cubicBezTo>
                    <a:pt x="7410" y="1"/>
                    <a:pt x="2613" y="3218"/>
                    <a:pt x="1581" y="6722"/>
                  </a:cubicBezTo>
                  <a:cubicBezTo>
                    <a:pt x="0" y="12194"/>
                    <a:pt x="396" y="19914"/>
                    <a:pt x="2128" y="27057"/>
                  </a:cubicBezTo>
                  <a:cubicBezTo>
                    <a:pt x="3830" y="34170"/>
                    <a:pt x="5046" y="37422"/>
                    <a:pt x="5046" y="37422"/>
                  </a:cubicBezTo>
                  <a:cubicBezTo>
                    <a:pt x="6049" y="35507"/>
                    <a:pt x="7599" y="33410"/>
                    <a:pt x="9302" y="31191"/>
                  </a:cubicBezTo>
                  <a:cubicBezTo>
                    <a:pt x="12372" y="27209"/>
                    <a:pt x="16080" y="22832"/>
                    <a:pt x="18451" y="17969"/>
                  </a:cubicBezTo>
                  <a:cubicBezTo>
                    <a:pt x="20183" y="14473"/>
                    <a:pt x="20426" y="11099"/>
                    <a:pt x="20274" y="8516"/>
                  </a:cubicBezTo>
                  <a:cubicBezTo>
                    <a:pt x="20244" y="8181"/>
                    <a:pt x="20214" y="7877"/>
                    <a:pt x="20153" y="7573"/>
                  </a:cubicBezTo>
                  <a:cubicBezTo>
                    <a:pt x="20153" y="7452"/>
                    <a:pt x="20122" y="7300"/>
                    <a:pt x="20122" y="7178"/>
                  </a:cubicBezTo>
                  <a:cubicBezTo>
                    <a:pt x="19788" y="4990"/>
                    <a:pt x="19180" y="3561"/>
                    <a:pt x="19180" y="3561"/>
                  </a:cubicBezTo>
                  <a:cubicBezTo>
                    <a:pt x="17311" y="1015"/>
                    <a:pt x="14720" y="1"/>
                    <a:pt x="12092" y="1"/>
                  </a:cubicBezTo>
                  <a:close/>
                </a:path>
              </a:pathLst>
            </a:custGeom>
            <a:solidFill>
              <a:srgbClr val="AF2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5"/>
            <p:cNvSpPr/>
            <p:nvPr/>
          </p:nvSpPr>
          <p:spPr>
            <a:xfrm>
              <a:off x="5328625" y="2094350"/>
              <a:ext cx="506125" cy="935875"/>
            </a:xfrm>
            <a:custGeom>
              <a:rect b="b" l="l" r="r" t="t"/>
              <a:pathLst>
                <a:path extrusionOk="0" h="37435" w="20245">
                  <a:moveTo>
                    <a:pt x="12094" y="0"/>
                  </a:moveTo>
                  <a:cubicBezTo>
                    <a:pt x="7411" y="0"/>
                    <a:pt x="2613" y="3231"/>
                    <a:pt x="1581" y="6735"/>
                  </a:cubicBezTo>
                  <a:cubicBezTo>
                    <a:pt x="0" y="12206"/>
                    <a:pt x="396" y="19896"/>
                    <a:pt x="2128" y="27039"/>
                  </a:cubicBezTo>
                  <a:cubicBezTo>
                    <a:pt x="3830" y="34152"/>
                    <a:pt x="5046" y="37435"/>
                    <a:pt x="5046" y="37435"/>
                  </a:cubicBezTo>
                  <a:cubicBezTo>
                    <a:pt x="6019" y="35489"/>
                    <a:pt x="7599" y="33392"/>
                    <a:pt x="9302" y="31204"/>
                  </a:cubicBezTo>
                  <a:cubicBezTo>
                    <a:pt x="9150" y="31082"/>
                    <a:pt x="8967" y="30991"/>
                    <a:pt x="8815" y="30900"/>
                  </a:cubicBezTo>
                  <a:cubicBezTo>
                    <a:pt x="6323" y="29258"/>
                    <a:pt x="6080" y="25763"/>
                    <a:pt x="6536" y="22845"/>
                  </a:cubicBezTo>
                  <a:cubicBezTo>
                    <a:pt x="6992" y="20018"/>
                    <a:pt x="7843" y="17252"/>
                    <a:pt x="9119" y="14699"/>
                  </a:cubicBezTo>
                  <a:cubicBezTo>
                    <a:pt x="9210" y="14395"/>
                    <a:pt x="9423" y="14121"/>
                    <a:pt x="9666" y="14030"/>
                  </a:cubicBezTo>
                  <a:cubicBezTo>
                    <a:pt x="9776" y="13981"/>
                    <a:pt x="9890" y="13962"/>
                    <a:pt x="10005" y="13962"/>
                  </a:cubicBezTo>
                  <a:cubicBezTo>
                    <a:pt x="10178" y="13962"/>
                    <a:pt x="10353" y="14006"/>
                    <a:pt x="10517" y="14060"/>
                  </a:cubicBezTo>
                  <a:cubicBezTo>
                    <a:pt x="10974" y="14170"/>
                    <a:pt x="11438" y="14222"/>
                    <a:pt x="11904" y="14222"/>
                  </a:cubicBezTo>
                  <a:cubicBezTo>
                    <a:pt x="13885" y="14222"/>
                    <a:pt x="15885" y="13287"/>
                    <a:pt x="17387" y="11933"/>
                  </a:cubicBezTo>
                  <a:cubicBezTo>
                    <a:pt x="18481" y="10930"/>
                    <a:pt x="19393" y="9775"/>
                    <a:pt x="20244" y="8468"/>
                  </a:cubicBezTo>
                  <a:cubicBezTo>
                    <a:pt x="20214" y="8133"/>
                    <a:pt x="20183" y="7829"/>
                    <a:pt x="20153" y="7556"/>
                  </a:cubicBezTo>
                  <a:cubicBezTo>
                    <a:pt x="20153" y="7434"/>
                    <a:pt x="20122" y="7282"/>
                    <a:pt x="20122" y="7161"/>
                  </a:cubicBezTo>
                  <a:cubicBezTo>
                    <a:pt x="19788" y="4972"/>
                    <a:pt x="19180" y="3574"/>
                    <a:pt x="19180" y="3574"/>
                  </a:cubicBezTo>
                  <a:cubicBezTo>
                    <a:pt x="17312" y="1017"/>
                    <a:pt x="14721" y="0"/>
                    <a:pt x="12094" y="0"/>
                  </a:cubicBezTo>
                  <a:close/>
                </a:path>
              </a:pathLst>
            </a:custGeom>
            <a:solidFill>
              <a:srgbClr val="3A0C00">
                <a:alpha val="40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p:nvPr/>
          </p:nvSpPr>
          <p:spPr>
            <a:xfrm>
              <a:off x="5413725" y="1969475"/>
              <a:ext cx="436200" cy="411075"/>
            </a:xfrm>
            <a:custGeom>
              <a:rect b="b" l="l" r="r" t="t"/>
              <a:pathLst>
                <a:path extrusionOk="0" h="16443" w="17448">
                  <a:moveTo>
                    <a:pt x="7601" y="0"/>
                  </a:moveTo>
                  <a:cubicBezTo>
                    <a:pt x="4596" y="0"/>
                    <a:pt x="1764" y="393"/>
                    <a:pt x="1764" y="393"/>
                  </a:cubicBezTo>
                  <a:cubicBezTo>
                    <a:pt x="1764" y="393"/>
                    <a:pt x="1" y="5985"/>
                    <a:pt x="548" y="6867"/>
                  </a:cubicBezTo>
                  <a:cubicBezTo>
                    <a:pt x="702" y="7086"/>
                    <a:pt x="835" y="7167"/>
                    <a:pt x="947" y="7167"/>
                  </a:cubicBezTo>
                  <a:cubicBezTo>
                    <a:pt x="1252" y="7167"/>
                    <a:pt x="1399" y="6563"/>
                    <a:pt x="1399" y="6563"/>
                  </a:cubicBezTo>
                  <a:lnTo>
                    <a:pt x="1399" y="6563"/>
                  </a:lnTo>
                  <a:cubicBezTo>
                    <a:pt x="1399" y="6564"/>
                    <a:pt x="1034" y="10697"/>
                    <a:pt x="1885" y="11001"/>
                  </a:cubicBezTo>
                  <a:cubicBezTo>
                    <a:pt x="1988" y="11039"/>
                    <a:pt x="2082" y="11055"/>
                    <a:pt x="2169" y="11055"/>
                  </a:cubicBezTo>
                  <a:cubicBezTo>
                    <a:pt x="2777" y="11055"/>
                    <a:pt x="3010" y="10241"/>
                    <a:pt x="3010" y="10241"/>
                  </a:cubicBezTo>
                  <a:cubicBezTo>
                    <a:pt x="3010" y="10241"/>
                    <a:pt x="3417" y="13468"/>
                    <a:pt x="4203" y="13468"/>
                  </a:cubicBezTo>
                  <a:cubicBezTo>
                    <a:pt x="4220" y="13468"/>
                    <a:pt x="4238" y="13466"/>
                    <a:pt x="4256" y="13463"/>
                  </a:cubicBezTo>
                  <a:cubicBezTo>
                    <a:pt x="5107" y="13311"/>
                    <a:pt x="5016" y="11792"/>
                    <a:pt x="5016" y="11791"/>
                  </a:cubicBezTo>
                  <a:lnTo>
                    <a:pt x="5016" y="11791"/>
                  </a:lnTo>
                  <a:cubicBezTo>
                    <a:pt x="5016" y="11792"/>
                    <a:pt x="5381" y="13888"/>
                    <a:pt x="6050" y="14010"/>
                  </a:cubicBezTo>
                  <a:cubicBezTo>
                    <a:pt x="6074" y="14013"/>
                    <a:pt x="6098" y="14015"/>
                    <a:pt x="6121" y="14015"/>
                  </a:cubicBezTo>
                  <a:cubicBezTo>
                    <a:pt x="6718" y="14015"/>
                    <a:pt x="6718" y="12916"/>
                    <a:pt x="6718" y="12916"/>
                  </a:cubicBezTo>
                  <a:cubicBezTo>
                    <a:pt x="6718" y="12916"/>
                    <a:pt x="7417" y="15530"/>
                    <a:pt x="8056" y="15530"/>
                  </a:cubicBezTo>
                  <a:cubicBezTo>
                    <a:pt x="8147" y="15530"/>
                    <a:pt x="8208" y="15530"/>
                    <a:pt x="8238" y="15469"/>
                  </a:cubicBezTo>
                  <a:cubicBezTo>
                    <a:pt x="8755" y="15226"/>
                    <a:pt x="8907" y="13919"/>
                    <a:pt x="8907" y="13919"/>
                  </a:cubicBezTo>
                  <a:lnTo>
                    <a:pt x="8907" y="13919"/>
                  </a:lnTo>
                  <a:cubicBezTo>
                    <a:pt x="8907" y="13919"/>
                    <a:pt x="8877" y="16442"/>
                    <a:pt x="9639" y="16442"/>
                  </a:cubicBezTo>
                  <a:cubicBezTo>
                    <a:pt x="9648" y="16442"/>
                    <a:pt x="9657" y="16442"/>
                    <a:pt x="9667" y="16441"/>
                  </a:cubicBezTo>
                  <a:cubicBezTo>
                    <a:pt x="10487" y="16350"/>
                    <a:pt x="11369" y="12643"/>
                    <a:pt x="11369" y="12642"/>
                  </a:cubicBezTo>
                  <a:lnTo>
                    <a:pt x="11369" y="12642"/>
                  </a:lnTo>
                  <a:cubicBezTo>
                    <a:pt x="11369" y="12643"/>
                    <a:pt x="11257" y="14383"/>
                    <a:pt x="12166" y="14383"/>
                  </a:cubicBezTo>
                  <a:cubicBezTo>
                    <a:pt x="12202" y="14383"/>
                    <a:pt x="12241" y="14380"/>
                    <a:pt x="12281" y="14375"/>
                  </a:cubicBezTo>
                  <a:cubicBezTo>
                    <a:pt x="13344" y="14223"/>
                    <a:pt x="14104" y="11305"/>
                    <a:pt x="14104" y="11305"/>
                  </a:cubicBezTo>
                  <a:lnTo>
                    <a:pt x="14104" y="11305"/>
                  </a:lnTo>
                  <a:cubicBezTo>
                    <a:pt x="14104" y="11305"/>
                    <a:pt x="13970" y="12567"/>
                    <a:pt x="14560" y="12567"/>
                  </a:cubicBezTo>
                  <a:cubicBezTo>
                    <a:pt x="14598" y="12567"/>
                    <a:pt x="14638" y="12562"/>
                    <a:pt x="14682" y="12551"/>
                  </a:cubicBezTo>
                  <a:cubicBezTo>
                    <a:pt x="15351" y="12338"/>
                    <a:pt x="15715" y="9663"/>
                    <a:pt x="15715" y="9663"/>
                  </a:cubicBezTo>
                  <a:cubicBezTo>
                    <a:pt x="15715" y="9663"/>
                    <a:pt x="15757" y="10557"/>
                    <a:pt x="16270" y="10557"/>
                  </a:cubicBezTo>
                  <a:cubicBezTo>
                    <a:pt x="16377" y="10557"/>
                    <a:pt x="16505" y="10518"/>
                    <a:pt x="16658" y="10423"/>
                  </a:cubicBezTo>
                  <a:cubicBezTo>
                    <a:pt x="17448" y="9937"/>
                    <a:pt x="16506" y="5347"/>
                    <a:pt x="14804" y="2490"/>
                  </a:cubicBezTo>
                  <a:cubicBezTo>
                    <a:pt x="14652" y="2216"/>
                    <a:pt x="14500" y="1943"/>
                    <a:pt x="14348" y="1730"/>
                  </a:cubicBezTo>
                  <a:cubicBezTo>
                    <a:pt x="13460" y="354"/>
                    <a:pt x="10453" y="0"/>
                    <a:pt x="7601" y="0"/>
                  </a:cubicBezTo>
                  <a:close/>
                </a:path>
              </a:pathLst>
            </a:custGeom>
            <a:solidFill>
              <a:srgbClr val="3CB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5"/>
            <p:cNvSpPr/>
            <p:nvPr/>
          </p:nvSpPr>
          <p:spPr>
            <a:xfrm>
              <a:off x="5415250" y="1969475"/>
              <a:ext cx="369325" cy="388250"/>
            </a:xfrm>
            <a:custGeom>
              <a:rect b="b" l="l" r="r" t="t"/>
              <a:pathLst>
                <a:path extrusionOk="0" h="15530" w="14773">
                  <a:moveTo>
                    <a:pt x="7571" y="0"/>
                  </a:moveTo>
                  <a:cubicBezTo>
                    <a:pt x="4566" y="0"/>
                    <a:pt x="1733" y="393"/>
                    <a:pt x="1733" y="393"/>
                  </a:cubicBezTo>
                  <a:cubicBezTo>
                    <a:pt x="1733" y="393"/>
                    <a:pt x="1" y="5985"/>
                    <a:pt x="517" y="6867"/>
                  </a:cubicBezTo>
                  <a:cubicBezTo>
                    <a:pt x="672" y="7086"/>
                    <a:pt x="807" y="7167"/>
                    <a:pt x="921" y="7167"/>
                  </a:cubicBezTo>
                  <a:cubicBezTo>
                    <a:pt x="1236" y="7167"/>
                    <a:pt x="1399" y="6563"/>
                    <a:pt x="1399" y="6563"/>
                  </a:cubicBezTo>
                  <a:lnTo>
                    <a:pt x="1399" y="6563"/>
                  </a:lnTo>
                  <a:cubicBezTo>
                    <a:pt x="1399" y="6564"/>
                    <a:pt x="1004" y="10697"/>
                    <a:pt x="1855" y="11001"/>
                  </a:cubicBezTo>
                  <a:cubicBezTo>
                    <a:pt x="1957" y="11039"/>
                    <a:pt x="2052" y="11055"/>
                    <a:pt x="2139" y="11055"/>
                  </a:cubicBezTo>
                  <a:cubicBezTo>
                    <a:pt x="2747" y="11055"/>
                    <a:pt x="2979" y="10241"/>
                    <a:pt x="2979" y="10241"/>
                  </a:cubicBezTo>
                  <a:cubicBezTo>
                    <a:pt x="2979" y="10241"/>
                    <a:pt x="3386" y="13468"/>
                    <a:pt x="4200" y="13468"/>
                  </a:cubicBezTo>
                  <a:cubicBezTo>
                    <a:pt x="4219" y="13468"/>
                    <a:pt x="4237" y="13466"/>
                    <a:pt x="4256" y="13463"/>
                  </a:cubicBezTo>
                  <a:cubicBezTo>
                    <a:pt x="5077" y="13311"/>
                    <a:pt x="5016" y="11792"/>
                    <a:pt x="5016" y="11791"/>
                  </a:cubicBezTo>
                  <a:lnTo>
                    <a:pt x="5016" y="11791"/>
                  </a:lnTo>
                  <a:cubicBezTo>
                    <a:pt x="5016" y="11792"/>
                    <a:pt x="5350" y="13888"/>
                    <a:pt x="6019" y="14010"/>
                  </a:cubicBezTo>
                  <a:cubicBezTo>
                    <a:pt x="6045" y="14013"/>
                    <a:pt x="6070" y="14015"/>
                    <a:pt x="6094" y="14015"/>
                  </a:cubicBezTo>
                  <a:cubicBezTo>
                    <a:pt x="6718" y="14015"/>
                    <a:pt x="6718" y="12916"/>
                    <a:pt x="6718" y="12916"/>
                  </a:cubicBezTo>
                  <a:cubicBezTo>
                    <a:pt x="6718" y="12916"/>
                    <a:pt x="7387" y="15530"/>
                    <a:pt x="8055" y="15530"/>
                  </a:cubicBezTo>
                  <a:cubicBezTo>
                    <a:pt x="8116" y="15530"/>
                    <a:pt x="8177" y="15530"/>
                    <a:pt x="8238" y="15469"/>
                  </a:cubicBezTo>
                  <a:cubicBezTo>
                    <a:pt x="8177" y="15438"/>
                    <a:pt x="8177" y="15438"/>
                    <a:pt x="8177" y="15408"/>
                  </a:cubicBezTo>
                  <a:cubicBezTo>
                    <a:pt x="7083" y="12703"/>
                    <a:pt x="6627" y="9754"/>
                    <a:pt x="6870" y="6806"/>
                  </a:cubicBezTo>
                  <a:cubicBezTo>
                    <a:pt x="6931" y="6168"/>
                    <a:pt x="7052" y="5529"/>
                    <a:pt x="7387" y="5104"/>
                  </a:cubicBezTo>
                  <a:lnTo>
                    <a:pt x="7843" y="4770"/>
                  </a:lnTo>
                  <a:cubicBezTo>
                    <a:pt x="8833" y="4100"/>
                    <a:pt x="10075" y="3765"/>
                    <a:pt x="11273" y="3765"/>
                  </a:cubicBezTo>
                  <a:cubicBezTo>
                    <a:pt x="11325" y="3765"/>
                    <a:pt x="11377" y="3765"/>
                    <a:pt x="11429" y="3766"/>
                  </a:cubicBezTo>
                  <a:cubicBezTo>
                    <a:pt x="11485" y="3770"/>
                    <a:pt x="11541" y="3771"/>
                    <a:pt x="11597" y="3771"/>
                  </a:cubicBezTo>
                  <a:cubicBezTo>
                    <a:pt x="12644" y="3771"/>
                    <a:pt x="13763" y="3240"/>
                    <a:pt x="14773" y="2490"/>
                  </a:cubicBezTo>
                  <a:cubicBezTo>
                    <a:pt x="14621" y="2216"/>
                    <a:pt x="14469" y="1943"/>
                    <a:pt x="14317" y="1730"/>
                  </a:cubicBezTo>
                  <a:cubicBezTo>
                    <a:pt x="13429" y="354"/>
                    <a:pt x="10422" y="0"/>
                    <a:pt x="7571" y="0"/>
                  </a:cubicBezTo>
                  <a:close/>
                </a:path>
              </a:pathLst>
            </a:custGeom>
            <a:solidFill>
              <a:srgbClr val="00441F">
                <a:alpha val="368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5"/>
            <p:cNvSpPr/>
            <p:nvPr/>
          </p:nvSpPr>
          <p:spPr>
            <a:xfrm>
              <a:off x="5360550" y="2242200"/>
              <a:ext cx="177825" cy="304275"/>
            </a:xfrm>
            <a:custGeom>
              <a:rect b="b" l="l" r="r" t="t"/>
              <a:pathLst>
                <a:path extrusionOk="0" h="12171" w="7113">
                  <a:moveTo>
                    <a:pt x="3161" y="0"/>
                  </a:moveTo>
                  <a:lnTo>
                    <a:pt x="3161" y="0"/>
                  </a:lnTo>
                  <a:cubicBezTo>
                    <a:pt x="243" y="456"/>
                    <a:pt x="0" y="2493"/>
                    <a:pt x="0" y="2645"/>
                  </a:cubicBezTo>
                  <a:lnTo>
                    <a:pt x="0" y="2675"/>
                  </a:lnTo>
                  <a:cubicBezTo>
                    <a:pt x="699" y="7691"/>
                    <a:pt x="2523" y="10335"/>
                    <a:pt x="4073" y="11490"/>
                  </a:cubicBezTo>
                  <a:cubicBezTo>
                    <a:pt x="4721" y="11971"/>
                    <a:pt x="5313" y="12171"/>
                    <a:pt x="5745" y="12171"/>
                  </a:cubicBezTo>
                  <a:cubicBezTo>
                    <a:pt x="6022" y="12171"/>
                    <a:pt x="6234" y="12089"/>
                    <a:pt x="6353" y="11946"/>
                  </a:cubicBezTo>
                  <a:cubicBezTo>
                    <a:pt x="7113" y="10943"/>
                    <a:pt x="7052" y="10274"/>
                    <a:pt x="4863" y="6384"/>
                  </a:cubicBezTo>
                  <a:cubicBezTo>
                    <a:pt x="4043" y="4925"/>
                    <a:pt x="3587" y="3618"/>
                    <a:pt x="3344" y="2645"/>
                  </a:cubicBezTo>
                  <a:cubicBezTo>
                    <a:pt x="2979" y="973"/>
                    <a:pt x="3161" y="1"/>
                    <a:pt x="3161" y="0"/>
                  </a:cubicBezTo>
                  <a:close/>
                </a:path>
              </a:pathLst>
            </a:custGeom>
            <a:solidFill>
              <a:srgbClr val="3CB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5"/>
            <p:cNvSpPr/>
            <p:nvPr/>
          </p:nvSpPr>
          <p:spPr>
            <a:xfrm>
              <a:off x="5283800" y="2304500"/>
              <a:ext cx="189225" cy="328150"/>
            </a:xfrm>
            <a:custGeom>
              <a:rect b="b" l="l" r="r" t="t"/>
              <a:pathLst>
                <a:path extrusionOk="0" h="13126" w="7569">
                  <a:moveTo>
                    <a:pt x="3040" y="1"/>
                  </a:moveTo>
                  <a:cubicBezTo>
                    <a:pt x="3040" y="1"/>
                    <a:pt x="0" y="822"/>
                    <a:pt x="304" y="4712"/>
                  </a:cubicBezTo>
                  <a:lnTo>
                    <a:pt x="304" y="4743"/>
                  </a:lnTo>
                  <a:cubicBezTo>
                    <a:pt x="395" y="5472"/>
                    <a:pt x="547" y="6293"/>
                    <a:pt x="882" y="7235"/>
                  </a:cubicBezTo>
                  <a:cubicBezTo>
                    <a:pt x="912" y="7387"/>
                    <a:pt x="942" y="7539"/>
                    <a:pt x="1034" y="7691"/>
                  </a:cubicBezTo>
                  <a:cubicBezTo>
                    <a:pt x="1064" y="7782"/>
                    <a:pt x="1064" y="7813"/>
                    <a:pt x="1094" y="7904"/>
                  </a:cubicBezTo>
                  <a:cubicBezTo>
                    <a:pt x="1155" y="7965"/>
                    <a:pt x="1186" y="8086"/>
                    <a:pt x="1216" y="8147"/>
                  </a:cubicBezTo>
                  <a:cubicBezTo>
                    <a:pt x="1307" y="8360"/>
                    <a:pt x="1398" y="8572"/>
                    <a:pt x="1490" y="8755"/>
                  </a:cubicBezTo>
                  <a:cubicBezTo>
                    <a:pt x="2097" y="10123"/>
                    <a:pt x="2736" y="11126"/>
                    <a:pt x="3374" y="11794"/>
                  </a:cubicBezTo>
                  <a:cubicBezTo>
                    <a:pt x="3678" y="12159"/>
                    <a:pt x="3982" y="12402"/>
                    <a:pt x="4286" y="12615"/>
                  </a:cubicBezTo>
                  <a:cubicBezTo>
                    <a:pt x="4823" y="12973"/>
                    <a:pt x="5329" y="13125"/>
                    <a:pt x="5761" y="13125"/>
                  </a:cubicBezTo>
                  <a:cubicBezTo>
                    <a:pt x="6283" y="13125"/>
                    <a:pt x="6698" y="12903"/>
                    <a:pt x="6930" y="12554"/>
                  </a:cubicBezTo>
                  <a:cubicBezTo>
                    <a:pt x="7569" y="11612"/>
                    <a:pt x="7082" y="10791"/>
                    <a:pt x="6170" y="9150"/>
                  </a:cubicBezTo>
                  <a:cubicBezTo>
                    <a:pt x="5806" y="8542"/>
                    <a:pt x="5441" y="7843"/>
                    <a:pt x="5015" y="7053"/>
                  </a:cubicBezTo>
                  <a:cubicBezTo>
                    <a:pt x="3617" y="4317"/>
                    <a:pt x="3161" y="974"/>
                    <a:pt x="3040" y="183"/>
                  </a:cubicBezTo>
                  <a:lnTo>
                    <a:pt x="3040" y="153"/>
                  </a:lnTo>
                  <a:lnTo>
                    <a:pt x="3040" y="1"/>
                  </a:lnTo>
                  <a:close/>
                </a:path>
              </a:pathLst>
            </a:custGeom>
            <a:solidFill>
              <a:srgbClr val="3CB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5"/>
            <p:cNvSpPr/>
            <p:nvPr/>
          </p:nvSpPr>
          <p:spPr>
            <a:xfrm>
              <a:off x="5227550" y="2412425"/>
              <a:ext cx="182400" cy="289100"/>
            </a:xfrm>
            <a:custGeom>
              <a:rect b="b" l="l" r="r" t="t"/>
              <a:pathLst>
                <a:path extrusionOk="0" h="11564" w="7296">
                  <a:moveTo>
                    <a:pt x="2493" y="0"/>
                  </a:moveTo>
                  <a:cubicBezTo>
                    <a:pt x="2493" y="0"/>
                    <a:pt x="1" y="1520"/>
                    <a:pt x="214" y="4286"/>
                  </a:cubicBezTo>
                  <a:cubicBezTo>
                    <a:pt x="274" y="4894"/>
                    <a:pt x="426" y="5562"/>
                    <a:pt x="761" y="6262"/>
                  </a:cubicBezTo>
                  <a:cubicBezTo>
                    <a:pt x="1034" y="6839"/>
                    <a:pt x="1338" y="7356"/>
                    <a:pt x="1642" y="7873"/>
                  </a:cubicBezTo>
                  <a:cubicBezTo>
                    <a:pt x="2129" y="8663"/>
                    <a:pt x="2676" y="9362"/>
                    <a:pt x="3192" y="9909"/>
                  </a:cubicBezTo>
                  <a:cubicBezTo>
                    <a:pt x="3253" y="9909"/>
                    <a:pt x="3253" y="9970"/>
                    <a:pt x="3253" y="9970"/>
                  </a:cubicBezTo>
                  <a:cubicBezTo>
                    <a:pt x="3861" y="10578"/>
                    <a:pt x="4408" y="11034"/>
                    <a:pt x="4955" y="11277"/>
                  </a:cubicBezTo>
                  <a:cubicBezTo>
                    <a:pt x="5304" y="11464"/>
                    <a:pt x="5634" y="11563"/>
                    <a:pt x="5926" y="11563"/>
                  </a:cubicBezTo>
                  <a:cubicBezTo>
                    <a:pt x="6297" y="11563"/>
                    <a:pt x="6606" y="11404"/>
                    <a:pt x="6810" y="11064"/>
                  </a:cubicBezTo>
                  <a:cubicBezTo>
                    <a:pt x="6992" y="10760"/>
                    <a:pt x="7113" y="10487"/>
                    <a:pt x="7144" y="10274"/>
                  </a:cubicBezTo>
                  <a:cubicBezTo>
                    <a:pt x="7296" y="9605"/>
                    <a:pt x="6961" y="9149"/>
                    <a:pt x="6323" y="8359"/>
                  </a:cubicBezTo>
                  <a:cubicBezTo>
                    <a:pt x="6262" y="8298"/>
                    <a:pt x="6202" y="8237"/>
                    <a:pt x="6171" y="8176"/>
                  </a:cubicBezTo>
                  <a:cubicBezTo>
                    <a:pt x="6019" y="7933"/>
                    <a:pt x="5806" y="7721"/>
                    <a:pt x="5624" y="7477"/>
                  </a:cubicBezTo>
                  <a:cubicBezTo>
                    <a:pt x="5381" y="7143"/>
                    <a:pt x="5047" y="6778"/>
                    <a:pt x="4773" y="6322"/>
                  </a:cubicBezTo>
                  <a:cubicBezTo>
                    <a:pt x="4317" y="5714"/>
                    <a:pt x="3952" y="5046"/>
                    <a:pt x="3709" y="4438"/>
                  </a:cubicBezTo>
                  <a:cubicBezTo>
                    <a:pt x="3588" y="4255"/>
                    <a:pt x="3496" y="4043"/>
                    <a:pt x="3436" y="3830"/>
                  </a:cubicBezTo>
                  <a:cubicBezTo>
                    <a:pt x="3405" y="3769"/>
                    <a:pt x="3344" y="3648"/>
                    <a:pt x="3314" y="3587"/>
                  </a:cubicBezTo>
                  <a:cubicBezTo>
                    <a:pt x="3284" y="3496"/>
                    <a:pt x="3284" y="3465"/>
                    <a:pt x="3253" y="3374"/>
                  </a:cubicBezTo>
                  <a:cubicBezTo>
                    <a:pt x="2797" y="2097"/>
                    <a:pt x="2585" y="1003"/>
                    <a:pt x="2524" y="426"/>
                  </a:cubicBezTo>
                  <a:lnTo>
                    <a:pt x="2524" y="395"/>
                  </a:lnTo>
                  <a:cubicBezTo>
                    <a:pt x="2493" y="152"/>
                    <a:pt x="2493" y="0"/>
                    <a:pt x="2493" y="0"/>
                  </a:cubicBezTo>
                  <a:close/>
                </a:path>
              </a:pathLst>
            </a:custGeom>
            <a:solidFill>
              <a:srgbClr val="3CB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p:nvPr/>
          </p:nvSpPr>
          <p:spPr>
            <a:xfrm>
              <a:off x="5188050" y="2518800"/>
              <a:ext cx="164925" cy="245750"/>
            </a:xfrm>
            <a:custGeom>
              <a:rect b="b" l="l" r="r" t="t"/>
              <a:pathLst>
                <a:path extrusionOk="0" h="9830" w="6597">
                  <a:moveTo>
                    <a:pt x="1794" y="0"/>
                  </a:moveTo>
                  <a:cubicBezTo>
                    <a:pt x="1702" y="152"/>
                    <a:pt x="0" y="3010"/>
                    <a:pt x="639" y="5168"/>
                  </a:cubicBezTo>
                  <a:cubicBezTo>
                    <a:pt x="760" y="5502"/>
                    <a:pt x="912" y="5897"/>
                    <a:pt x="1095" y="6262"/>
                  </a:cubicBezTo>
                  <a:cubicBezTo>
                    <a:pt x="1672" y="7326"/>
                    <a:pt x="2493" y="8450"/>
                    <a:pt x="3344" y="9119"/>
                  </a:cubicBezTo>
                  <a:cubicBezTo>
                    <a:pt x="3860" y="9565"/>
                    <a:pt x="4394" y="9829"/>
                    <a:pt x="4848" y="9829"/>
                  </a:cubicBezTo>
                  <a:cubicBezTo>
                    <a:pt x="4983" y="9829"/>
                    <a:pt x="5110" y="9806"/>
                    <a:pt x="5228" y="9757"/>
                  </a:cubicBezTo>
                  <a:cubicBezTo>
                    <a:pt x="6231" y="9393"/>
                    <a:pt x="6596" y="8663"/>
                    <a:pt x="6079" y="7478"/>
                  </a:cubicBezTo>
                  <a:cubicBezTo>
                    <a:pt x="5836" y="6961"/>
                    <a:pt x="5441" y="6353"/>
                    <a:pt x="4833" y="5654"/>
                  </a:cubicBezTo>
                  <a:cubicBezTo>
                    <a:pt x="4772" y="5654"/>
                    <a:pt x="4772" y="5624"/>
                    <a:pt x="4772" y="5624"/>
                  </a:cubicBezTo>
                  <a:cubicBezTo>
                    <a:pt x="4165" y="4955"/>
                    <a:pt x="3648" y="4134"/>
                    <a:pt x="3222" y="3344"/>
                  </a:cubicBezTo>
                  <a:cubicBezTo>
                    <a:pt x="2280" y="1611"/>
                    <a:pt x="1794" y="0"/>
                    <a:pt x="1794" y="0"/>
                  </a:cubicBezTo>
                  <a:close/>
                </a:path>
              </a:pathLst>
            </a:custGeom>
            <a:solidFill>
              <a:srgbClr val="3CB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5"/>
            <p:cNvSpPr/>
            <p:nvPr/>
          </p:nvSpPr>
          <p:spPr>
            <a:xfrm>
              <a:off x="5165250" y="1964050"/>
              <a:ext cx="307025" cy="711975"/>
            </a:xfrm>
            <a:custGeom>
              <a:rect b="b" l="l" r="r" t="t"/>
              <a:pathLst>
                <a:path extrusionOk="0" h="28479" w="12281">
                  <a:moveTo>
                    <a:pt x="10297" y="0"/>
                  </a:moveTo>
                  <a:cubicBezTo>
                    <a:pt x="9936" y="0"/>
                    <a:pt x="2634" y="7025"/>
                    <a:pt x="1338" y="14409"/>
                  </a:cubicBezTo>
                  <a:cubicBezTo>
                    <a:pt x="0" y="21856"/>
                    <a:pt x="821" y="26476"/>
                    <a:pt x="1368" y="27662"/>
                  </a:cubicBezTo>
                  <a:cubicBezTo>
                    <a:pt x="1520" y="27996"/>
                    <a:pt x="1703" y="28270"/>
                    <a:pt x="1946" y="28391"/>
                  </a:cubicBezTo>
                  <a:cubicBezTo>
                    <a:pt x="2042" y="28449"/>
                    <a:pt x="2143" y="28478"/>
                    <a:pt x="2249" y="28478"/>
                  </a:cubicBezTo>
                  <a:cubicBezTo>
                    <a:pt x="2639" y="28478"/>
                    <a:pt x="3091" y="28074"/>
                    <a:pt x="3618" y="27236"/>
                  </a:cubicBezTo>
                  <a:cubicBezTo>
                    <a:pt x="3921" y="26780"/>
                    <a:pt x="4073" y="26263"/>
                    <a:pt x="4104" y="25716"/>
                  </a:cubicBezTo>
                  <a:cubicBezTo>
                    <a:pt x="4134" y="25656"/>
                    <a:pt x="4134" y="25564"/>
                    <a:pt x="4134" y="25504"/>
                  </a:cubicBezTo>
                  <a:cubicBezTo>
                    <a:pt x="4225" y="24349"/>
                    <a:pt x="3952" y="23346"/>
                    <a:pt x="3952" y="23345"/>
                  </a:cubicBezTo>
                  <a:lnTo>
                    <a:pt x="3952" y="23345"/>
                  </a:lnTo>
                  <a:cubicBezTo>
                    <a:pt x="3952" y="23345"/>
                    <a:pt x="4036" y="23374"/>
                    <a:pt x="4178" y="23374"/>
                  </a:cubicBezTo>
                  <a:cubicBezTo>
                    <a:pt x="4452" y="23374"/>
                    <a:pt x="4940" y="23268"/>
                    <a:pt x="5441" y="22646"/>
                  </a:cubicBezTo>
                  <a:cubicBezTo>
                    <a:pt x="5654" y="22373"/>
                    <a:pt x="5776" y="21856"/>
                    <a:pt x="5776" y="21279"/>
                  </a:cubicBezTo>
                  <a:cubicBezTo>
                    <a:pt x="5776" y="20154"/>
                    <a:pt x="5472" y="18817"/>
                    <a:pt x="5441" y="18695"/>
                  </a:cubicBezTo>
                  <a:lnTo>
                    <a:pt x="5441" y="18695"/>
                  </a:lnTo>
                  <a:cubicBezTo>
                    <a:pt x="5469" y="18778"/>
                    <a:pt x="5776" y="19318"/>
                    <a:pt x="6478" y="19318"/>
                  </a:cubicBezTo>
                  <a:cubicBezTo>
                    <a:pt x="6544" y="19318"/>
                    <a:pt x="6614" y="19313"/>
                    <a:pt x="6687" y="19303"/>
                  </a:cubicBezTo>
                  <a:cubicBezTo>
                    <a:pt x="6900" y="19272"/>
                    <a:pt x="7143" y="19181"/>
                    <a:pt x="7417" y="19029"/>
                  </a:cubicBezTo>
                  <a:cubicBezTo>
                    <a:pt x="8086" y="18634"/>
                    <a:pt x="8268" y="17418"/>
                    <a:pt x="8268" y="16263"/>
                  </a:cubicBezTo>
                  <a:lnTo>
                    <a:pt x="8268" y="16142"/>
                  </a:lnTo>
                  <a:cubicBezTo>
                    <a:pt x="8268" y="15047"/>
                    <a:pt x="8086" y="14075"/>
                    <a:pt x="8086" y="13953"/>
                  </a:cubicBezTo>
                  <a:lnTo>
                    <a:pt x="8086" y="13953"/>
                  </a:lnTo>
                  <a:cubicBezTo>
                    <a:pt x="8109" y="14047"/>
                    <a:pt x="8384" y="14805"/>
                    <a:pt x="9118" y="14805"/>
                  </a:cubicBezTo>
                  <a:cubicBezTo>
                    <a:pt x="9338" y="14805"/>
                    <a:pt x="9600" y="14737"/>
                    <a:pt x="9909" y="14561"/>
                  </a:cubicBezTo>
                  <a:cubicBezTo>
                    <a:pt x="10365" y="14288"/>
                    <a:pt x="10669" y="13619"/>
                    <a:pt x="10943" y="12768"/>
                  </a:cubicBezTo>
                  <a:cubicBezTo>
                    <a:pt x="11460" y="10974"/>
                    <a:pt x="11581" y="8604"/>
                    <a:pt x="11581" y="8604"/>
                  </a:cubicBezTo>
                  <a:cubicBezTo>
                    <a:pt x="11581" y="8604"/>
                    <a:pt x="12280" y="2524"/>
                    <a:pt x="10669" y="397"/>
                  </a:cubicBezTo>
                  <a:cubicBezTo>
                    <a:pt x="10548" y="245"/>
                    <a:pt x="10457" y="123"/>
                    <a:pt x="10305" y="2"/>
                  </a:cubicBezTo>
                  <a:cubicBezTo>
                    <a:pt x="10303" y="1"/>
                    <a:pt x="10300" y="0"/>
                    <a:pt x="10297" y="0"/>
                  </a:cubicBezTo>
                  <a:close/>
                </a:path>
              </a:pathLst>
            </a:custGeom>
            <a:solidFill>
              <a:srgbClr val="19E4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5"/>
            <p:cNvSpPr/>
            <p:nvPr/>
          </p:nvSpPr>
          <p:spPr>
            <a:xfrm>
              <a:off x="5167525" y="1967850"/>
              <a:ext cx="267500" cy="798825"/>
            </a:xfrm>
            <a:custGeom>
              <a:rect b="b" l="l" r="r" t="t"/>
              <a:pathLst>
                <a:path extrusionOk="0" h="31953" w="10700">
                  <a:moveTo>
                    <a:pt x="10298" y="0"/>
                  </a:moveTo>
                  <a:cubicBezTo>
                    <a:pt x="9967" y="0"/>
                    <a:pt x="2664" y="7025"/>
                    <a:pt x="1338" y="14409"/>
                  </a:cubicBezTo>
                  <a:cubicBezTo>
                    <a:pt x="1" y="21856"/>
                    <a:pt x="852" y="26476"/>
                    <a:pt x="1368" y="27662"/>
                  </a:cubicBezTo>
                  <a:cubicBezTo>
                    <a:pt x="1520" y="27996"/>
                    <a:pt x="1733" y="28270"/>
                    <a:pt x="1946" y="28391"/>
                  </a:cubicBezTo>
                  <a:cubicBezTo>
                    <a:pt x="2850" y="30172"/>
                    <a:pt x="4545" y="31953"/>
                    <a:pt x="5716" y="31953"/>
                  </a:cubicBezTo>
                  <a:cubicBezTo>
                    <a:pt x="5844" y="31953"/>
                    <a:pt x="5966" y="31932"/>
                    <a:pt x="6080" y="31887"/>
                  </a:cubicBezTo>
                  <a:cubicBezTo>
                    <a:pt x="7508" y="31309"/>
                    <a:pt x="7660" y="30032"/>
                    <a:pt x="5685" y="27783"/>
                  </a:cubicBezTo>
                  <a:lnTo>
                    <a:pt x="5685" y="27783"/>
                  </a:lnTo>
                  <a:cubicBezTo>
                    <a:pt x="6641" y="28800"/>
                    <a:pt x="7611" y="29398"/>
                    <a:pt x="8337" y="29398"/>
                  </a:cubicBezTo>
                  <a:cubicBezTo>
                    <a:pt x="8718" y="29398"/>
                    <a:pt x="9032" y="29233"/>
                    <a:pt x="9241" y="28877"/>
                  </a:cubicBezTo>
                  <a:cubicBezTo>
                    <a:pt x="9423" y="28573"/>
                    <a:pt x="9545" y="28300"/>
                    <a:pt x="9575" y="28087"/>
                  </a:cubicBezTo>
                  <a:cubicBezTo>
                    <a:pt x="9211" y="27388"/>
                    <a:pt x="8876" y="26719"/>
                    <a:pt x="8572" y="25990"/>
                  </a:cubicBezTo>
                  <a:cubicBezTo>
                    <a:pt x="8511" y="25929"/>
                    <a:pt x="8481" y="25807"/>
                    <a:pt x="8451" y="25716"/>
                  </a:cubicBezTo>
                  <a:cubicBezTo>
                    <a:pt x="7539" y="23649"/>
                    <a:pt x="6931" y="21431"/>
                    <a:pt x="6596" y="19181"/>
                  </a:cubicBezTo>
                  <a:cubicBezTo>
                    <a:pt x="6323" y="17570"/>
                    <a:pt x="6201" y="15959"/>
                    <a:pt x="6232" y="14318"/>
                  </a:cubicBezTo>
                  <a:cubicBezTo>
                    <a:pt x="6323" y="11947"/>
                    <a:pt x="6627" y="9546"/>
                    <a:pt x="7265" y="7266"/>
                  </a:cubicBezTo>
                  <a:cubicBezTo>
                    <a:pt x="7995" y="4591"/>
                    <a:pt x="9059" y="2524"/>
                    <a:pt x="10700" y="366"/>
                  </a:cubicBezTo>
                  <a:cubicBezTo>
                    <a:pt x="10578" y="214"/>
                    <a:pt x="10457" y="123"/>
                    <a:pt x="10305" y="2"/>
                  </a:cubicBezTo>
                  <a:cubicBezTo>
                    <a:pt x="10303" y="1"/>
                    <a:pt x="10301" y="0"/>
                    <a:pt x="10298" y="0"/>
                  </a:cubicBezTo>
                  <a:close/>
                </a:path>
              </a:pathLst>
            </a:custGeom>
            <a:solidFill>
              <a:srgbClr val="00441F">
                <a:alpha val="368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5"/>
            <p:cNvSpPr/>
            <p:nvPr/>
          </p:nvSpPr>
          <p:spPr>
            <a:xfrm>
              <a:off x="5656900" y="2524875"/>
              <a:ext cx="142125" cy="133075"/>
            </a:xfrm>
            <a:custGeom>
              <a:rect b="b" l="l" r="r" t="t"/>
              <a:pathLst>
                <a:path extrusionOk="0" h="5323" w="5685">
                  <a:moveTo>
                    <a:pt x="5684" y="1"/>
                  </a:moveTo>
                  <a:lnTo>
                    <a:pt x="5684" y="1"/>
                  </a:lnTo>
                  <a:cubicBezTo>
                    <a:pt x="4955" y="760"/>
                    <a:pt x="3587" y="1308"/>
                    <a:pt x="2432" y="1824"/>
                  </a:cubicBezTo>
                  <a:cubicBezTo>
                    <a:pt x="2280" y="1885"/>
                    <a:pt x="2128" y="1976"/>
                    <a:pt x="2037" y="2037"/>
                  </a:cubicBezTo>
                  <a:cubicBezTo>
                    <a:pt x="882" y="2645"/>
                    <a:pt x="0" y="3344"/>
                    <a:pt x="304" y="4317"/>
                  </a:cubicBezTo>
                  <a:cubicBezTo>
                    <a:pt x="456" y="4864"/>
                    <a:pt x="852" y="5107"/>
                    <a:pt x="1216" y="5229"/>
                  </a:cubicBezTo>
                  <a:cubicBezTo>
                    <a:pt x="1425" y="5298"/>
                    <a:pt x="1638" y="5323"/>
                    <a:pt x="1837" y="5323"/>
                  </a:cubicBezTo>
                  <a:cubicBezTo>
                    <a:pt x="2333" y="5323"/>
                    <a:pt x="2736" y="5168"/>
                    <a:pt x="2736" y="5168"/>
                  </a:cubicBezTo>
                  <a:cubicBezTo>
                    <a:pt x="4013" y="4256"/>
                    <a:pt x="4925" y="2189"/>
                    <a:pt x="5380" y="943"/>
                  </a:cubicBezTo>
                  <a:cubicBezTo>
                    <a:pt x="5563" y="365"/>
                    <a:pt x="5684" y="1"/>
                    <a:pt x="5684" y="1"/>
                  </a:cubicBezTo>
                  <a:close/>
                </a:path>
              </a:pathLst>
            </a:custGeom>
            <a:solidFill>
              <a:srgbClr val="3CB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5"/>
            <p:cNvSpPr/>
            <p:nvPr/>
          </p:nvSpPr>
          <p:spPr>
            <a:xfrm>
              <a:off x="5666775" y="2442050"/>
              <a:ext cx="145925" cy="136625"/>
            </a:xfrm>
            <a:custGeom>
              <a:rect b="b" l="l" r="r" t="t"/>
              <a:pathLst>
                <a:path extrusionOk="0" h="5465" w="5837">
                  <a:moveTo>
                    <a:pt x="5837" y="0"/>
                  </a:moveTo>
                  <a:cubicBezTo>
                    <a:pt x="4286" y="1186"/>
                    <a:pt x="5229" y="578"/>
                    <a:pt x="2797" y="1733"/>
                  </a:cubicBezTo>
                  <a:cubicBezTo>
                    <a:pt x="1642" y="2311"/>
                    <a:pt x="1" y="3314"/>
                    <a:pt x="487" y="4590"/>
                  </a:cubicBezTo>
                  <a:cubicBezTo>
                    <a:pt x="669" y="5137"/>
                    <a:pt x="1095" y="5350"/>
                    <a:pt x="1581" y="5441"/>
                  </a:cubicBezTo>
                  <a:cubicBezTo>
                    <a:pt x="1688" y="5456"/>
                    <a:pt x="1794" y="5464"/>
                    <a:pt x="1908" y="5464"/>
                  </a:cubicBezTo>
                  <a:cubicBezTo>
                    <a:pt x="2022" y="5464"/>
                    <a:pt x="2143" y="5456"/>
                    <a:pt x="2280" y="5441"/>
                  </a:cubicBezTo>
                  <a:cubicBezTo>
                    <a:pt x="2736" y="5350"/>
                    <a:pt x="3223" y="5198"/>
                    <a:pt x="3678" y="4985"/>
                  </a:cubicBezTo>
                  <a:cubicBezTo>
                    <a:pt x="4256" y="4681"/>
                    <a:pt x="4621" y="4438"/>
                    <a:pt x="4894" y="4286"/>
                  </a:cubicBezTo>
                  <a:cubicBezTo>
                    <a:pt x="5806" y="3770"/>
                    <a:pt x="5198" y="3770"/>
                    <a:pt x="5198" y="3770"/>
                  </a:cubicBezTo>
                  <a:lnTo>
                    <a:pt x="5806" y="426"/>
                  </a:lnTo>
                  <a:lnTo>
                    <a:pt x="5837" y="0"/>
                  </a:lnTo>
                  <a:close/>
                </a:path>
              </a:pathLst>
            </a:custGeom>
            <a:solidFill>
              <a:srgbClr val="3CB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5"/>
            <p:cNvSpPr/>
            <p:nvPr/>
          </p:nvSpPr>
          <p:spPr>
            <a:xfrm>
              <a:off x="5685775" y="2353600"/>
              <a:ext cx="149725" cy="133975"/>
            </a:xfrm>
            <a:custGeom>
              <a:rect b="b" l="l" r="r" t="t"/>
              <a:pathLst>
                <a:path extrusionOk="0" h="5359" w="5989">
                  <a:moveTo>
                    <a:pt x="5931" y="0"/>
                  </a:moveTo>
                  <a:cubicBezTo>
                    <a:pt x="5764" y="0"/>
                    <a:pt x="5135" y="146"/>
                    <a:pt x="2827" y="1441"/>
                  </a:cubicBezTo>
                  <a:cubicBezTo>
                    <a:pt x="2584" y="1563"/>
                    <a:pt x="2341" y="1715"/>
                    <a:pt x="2128" y="1836"/>
                  </a:cubicBezTo>
                  <a:cubicBezTo>
                    <a:pt x="1672" y="2079"/>
                    <a:pt x="1277" y="2353"/>
                    <a:pt x="1034" y="2627"/>
                  </a:cubicBezTo>
                  <a:cubicBezTo>
                    <a:pt x="0" y="3569"/>
                    <a:pt x="213" y="4329"/>
                    <a:pt x="730" y="5058"/>
                  </a:cubicBezTo>
                  <a:cubicBezTo>
                    <a:pt x="864" y="5269"/>
                    <a:pt x="1130" y="5359"/>
                    <a:pt x="1468" y="5359"/>
                  </a:cubicBezTo>
                  <a:cubicBezTo>
                    <a:pt x="1667" y="5359"/>
                    <a:pt x="1891" y="5327"/>
                    <a:pt x="2128" y="5271"/>
                  </a:cubicBezTo>
                  <a:cubicBezTo>
                    <a:pt x="3070" y="5058"/>
                    <a:pt x="4286" y="4450"/>
                    <a:pt x="5077" y="3964"/>
                  </a:cubicBezTo>
                  <a:cubicBezTo>
                    <a:pt x="5289" y="3842"/>
                    <a:pt x="5441" y="3721"/>
                    <a:pt x="5593" y="3599"/>
                  </a:cubicBezTo>
                  <a:lnTo>
                    <a:pt x="5928" y="681"/>
                  </a:lnTo>
                  <a:lnTo>
                    <a:pt x="5988" y="13"/>
                  </a:lnTo>
                  <a:cubicBezTo>
                    <a:pt x="5988" y="13"/>
                    <a:pt x="5979" y="0"/>
                    <a:pt x="5931" y="0"/>
                  </a:cubicBezTo>
                  <a:close/>
                </a:path>
              </a:pathLst>
            </a:custGeom>
            <a:solidFill>
              <a:srgbClr val="3CB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5"/>
            <p:cNvSpPr/>
            <p:nvPr/>
          </p:nvSpPr>
          <p:spPr>
            <a:xfrm>
              <a:off x="5691100" y="2272600"/>
              <a:ext cx="149725" cy="148200"/>
            </a:xfrm>
            <a:custGeom>
              <a:rect b="b" l="l" r="r" t="t"/>
              <a:pathLst>
                <a:path extrusionOk="0" h="5928" w="5989">
                  <a:moveTo>
                    <a:pt x="5593" y="0"/>
                  </a:moveTo>
                  <a:cubicBezTo>
                    <a:pt x="5593" y="0"/>
                    <a:pt x="3800" y="1246"/>
                    <a:pt x="2128" y="2523"/>
                  </a:cubicBezTo>
                  <a:cubicBezTo>
                    <a:pt x="1794" y="2736"/>
                    <a:pt x="1520" y="2979"/>
                    <a:pt x="1307" y="3253"/>
                  </a:cubicBezTo>
                  <a:cubicBezTo>
                    <a:pt x="183" y="4377"/>
                    <a:pt x="0" y="5563"/>
                    <a:pt x="730" y="5867"/>
                  </a:cubicBezTo>
                  <a:cubicBezTo>
                    <a:pt x="851" y="5897"/>
                    <a:pt x="1034" y="5927"/>
                    <a:pt x="1216" y="5927"/>
                  </a:cubicBezTo>
                  <a:cubicBezTo>
                    <a:pt x="1368" y="5927"/>
                    <a:pt x="1520" y="5897"/>
                    <a:pt x="1672" y="5867"/>
                  </a:cubicBezTo>
                  <a:cubicBezTo>
                    <a:pt x="3222" y="5471"/>
                    <a:pt x="5016" y="4377"/>
                    <a:pt x="5715" y="3921"/>
                  </a:cubicBezTo>
                  <a:cubicBezTo>
                    <a:pt x="5867" y="3800"/>
                    <a:pt x="5988" y="3739"/>
                    <a:pt x="5988" y="3739"/>
                  </a:cubicBezTo>
                  <a:lnTo>
                    <a:pt x="5593" y="0"/>
                  </a:lnTo>
                  <a:close/>
                </a:path>
              </a:pathLst>
            </a:custGeom>
            <a:solidFill>
              <a:srgbClr val="3CB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5"/>
            <p:cNvSpPr/>
            <p:nvPr/>
          </p:nvSpPr>
          <p:spPr>
            <a:xfrm>
              <a:off x="5671350" y="1986875"/>
              <a:ext cx="199100" cy="667325"/>
            </a:xfrm>
            <a:custGeom>
              <a:rect b="b" l="l" r="r" t="t"/>
              <a:pathLst>
                <a:path extrusionOk="0" h="26693" w="7964">
                  <a:moveTo>
                    <a:pt x="3313" y="1"/>
                  </a:moveTo>
                  <a:lnTo>
                    <a:pt x="3313" y="1"/>
                  </a:lnTo>
                  <a:cubicBezTo>
                    <a:pt x="4763" y="3565"/>
                    <a:pt x="6093" y="11573"/>
                    <a:pt x="6109" y="11612"/>
                  </a:cubicBezTo>
                  <a:lnTo>
                    <a:pt x="6109" y="11612"/>
                  </a:lnTo>
                  <a:cubicBezTo>
                    <a:pt x="3446" y="15085"/>
                    <a:pt x="5994" y="15168"/>
                    <a:pt x="6242" y="15168"/>
                  </a:cubicBezTo>
                  <a:cubicBezTo>
                    <a:pt x="6255" y="15168"/>
                    <a:pt x="6261" y="15168"/>
                    <a:pt x="6261" y="15168"/>
                  </a:cubicBezTo>
                  <a:lnTo>
                    <a:pt x="6261" y="15168"/>
                  </a:lnTo>
                  <a:cubicBezTo>
                    <a:pt x="2863" y="18255"/>
                    <a:pt x="5401" y="18360"/>
                    <a:pt x="5764" y="18360"/>
                  </a:cubicBezTo>
                  <a:cubicBezTo>
                    <a:pt x="5791" y="18360"/>
                    <a:pt x="5806" y="18359"/>
                    <a:pt x="5806" y="18359"/>
                  </a:cubicBezTo>
                  <a:lnTo>
                    <a:pt x="5806" y="18359"/>
                  </a:lnTo>
                  <a:cubicBezTo>
                    <a:pt x="1277" y="21551"/>
                    <a:pt x="4407" y="22280"/>
                    <a:pt x="4407" y="22280"/>
                  </a:cubicBezTo>
                  <a:cubicBezTo>
                    <a:pt x="1" y="24710"/>
                    <a:pt x="1238" y="26693"/>
                    <a:pt x="1996" y="26693"/>
                  </a:cubicBezTo>
                  <a:cubicBezTo>
                    <a:pt x="2054" y="26693"/>
                    <a:pt x="2109" y="26681"/>
                    <a:pt x="2158" y="26657"/>
                  </a:cubicBezTo>
                  <a:cubicBezTo>
                    <a:pt x="2888" y="26384"/>
                    <a:pt x="7417" y="22676"/>
                    <a:pt x="7720" y="14864"/>
                  </a:cubicBezTo>
                  <a:cubicBezTo>
                    <a:pt x="7964" y="7022"/>
                    <a:pt x="3314" y="1"/>
                    <a:pt x="3313" y="1"/>
                  </a:cubicBezTo>
                  <a:close/>
                </a:path>
              </a:pathLst>
            </a:custGeom>
            <a:solidFill>
              <a:srgbClr val="19E4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5"/>
            <p:cNvSpPr/>
            <p:nvPr/>
          </p:nvSpPr>
          <p:spPr>
            <a:xfrm>
              <a:off x="5311150" y="1495125"/>
              <a:ext cx="560075" cy="548800"/>
            </a:xfrm>
            <a:custGeom>
              <a:rect b="b" l="l" r="r" t="t"/>
              <a:pathLst>
                <a:path extrusionOk="0" h="21952" w="22403">
                  <a:moveTo>
                    <a:pt x="12148" y="0"/>
                  </a:moveTo>
                  <a:cubicBezTo>
                    <a:pt x="12089" y="0"/>
                    <a:pt x="12032" y="12"/>
                    <a:pt x="11976" y="35"/>
                  </a:cubicBezTo>
                  <a:cubicBezTo>
                    <a:pt x="11642" y="126"/>
                    <a:pt x="11490" y="552"/>
                    <a:pt x="11460" y="1008"/>
                  </a:cubicBezTo>
                  <a:cubicBezTo>
                    <a:pt x="11368" y="1737"/>
                    <a:pt x="11612" y="2558"/>
                    <a:pt x="11612" y="2558"/>
                  </a:cubicBezTo>
                  <a:cubicBezTo>
                    <a:pt x="11612" y="2558"/>
                    <a:pt x="9342" y="482"/>
                    <a:pt x="7966" y="482"/>
                  </a:cubicBezTo>
                  <a:cubicBezTo>
                    <a:pt x="7798" y="482"/>
                    <a:pt x="7644" y="513"/>
                    <a:pt x="7508" y="582"/>
                  </a:cubicBezTo>
                  <a:cubicBezTo>
                    <a:pt x="6232" y="1251"/>
                    <a:pt x="7356" y="3166"/>
                    <a:pt x="7356" y="3166"/>
                  </a:cubicBezTo>
                  <a:cubicBezTo>
                    <a:pt x="7356" y="3166"/>
                    <a:pt x="6839" y="3075"/>
                    <a:pt x="6140" y="2953"/>
                  </a:cubicBezTo>
                  <a:cubicBezTo>
                    <a:pt x="5564" y="2876"/>
                    <a:pt x="4852" y="2805"/>
                    <a:pt x="4169" y="2805"/>
                  </a:cubicBezTo>
                  <a:cubicBezTo>
                    <a:pt x="3232" y="2805"/>
                    <a:pt x="2350" y="2939"/>
                    <a:pt x="1946" y="3378"/>
                  </a:cubicBezTo>
                  <a:cubicBezTo>
                    <a:pt x="973" y="4473"/>
                    <a:pt x="2554" y="5415"/>
                    <a:pt x="2675" y="5506"/>
                  </a:cubicBezTo>
                  <a:cubicBezTo>
                    <a:pt x="2614" y="5475"/>
                    <a:pt x="2084" y="5328"/>
                    <a:pt x="1537" y="5328"/>
                  </a:cubicBezTo>
                  <a:cubicBezTo>
                    <a:pt x="1004" y="5328"/>
                    <a:pt x="454" y="5468"/>
                    <a:pt x="304" y="5993"/>
                  </a:cubicBezTo>
                  <a:cubicBezTo>
                    <a:pt x="0" y="7056"/>
                    <a:pt x="1277" y="7056"/>
                    <a:pt x="1794" y="7816"/>
                  </a:cubicBezTo>
                  <a:cubicBezTo>
                    <a:pt x="2341" y="8576"/>
                    <a:pt x="3283" y="9032"/>
                    <a:pt x="2858" y="11920"/>
                  </a:cubicBezTo>
                  <a:cubicBezTo>
                    <a:pt x="2493" y="14503"/>
                    <a:pt x="1763" y="16844"/>
                    <a:pt x="3557" y="19063"/>
                  </a:cubicBezTo>
                  <a:lnTo>
                    <a:pt x="3587" y="19093"/>
                  </a:lnTo>
                  <a:cubicBezTo>
                    <a:pt x="3587" y="19123"/>
                    <a:pt x="3617" y="19184"/>
                    <a:pt x="3648" y="19215"/>
                  </a:cubicBezTo>
                  <a:cubicBezTo>
                    <a:pt x="3952" y="19701"/>
                    <a:pt x="2979" y="20795"/>
                    <a:pt x="3435" y="21160"/>
                  </a:cubicBezTo>
                  <a:cubicBezTo>
                    <a:pt x="3552" y="21247"/>
                    <a:pt x="3716" y="21281"/>
                    <a:pt x="3898" y="21281"/>
                  </a:cubicBezTo>
                  <a:cubicBezTo>
                    <a:pt x="4474" y="21281"/>
                    <a:pt x="5228" y="20947"/>
                    <a:pt x="5228" y="20947"/>
                  </a:cubicBezTo>
                  <a:cubicBezTo>
                    <a:pt x="5228" y="20947"/>
                    <a:pt x="5624" y="21677"/>
                    <a:pt x="6292" y="21677"/>
                  </a:cubicBezTo>
                  <a:cubicBezTo>
                    <a:pt x="6931" y="21677"/>
                    <a:pt x="7721" y="21038"/>
                    <a:pt x="7721" y="21038"/>
                  </a:cubicBezTo>
                  <a:cubicBezTo>
                    <a:pt x="7721" y="21038"/>
                    <a:pt x="7873" y="21555"/>
                    <a:pt x="8815" y="21707"/>
                  </a:cubicBezTo>
                  <a:cubicBezTo>
                    <a:pt x="8900" y="21720"/>
                    <a:pt x="8986" y="21726"/>
                    <a:pt x="9070" y="21726"/>
                  </a:cubicBezTo>
                  <a:cubicBezTo>
                    <a:pt x="9946" y="21726"/>
                    <a:pt x="10730" y="21069"/>
                    <a:pt x="10730" y="21069"/>
                  </a:cubicBezTo>
                  <a:cubicBezTo>
                    <a:pt x="10730" y="21069"/>
                    <a:pt x="11338" y="21920"/>
                    <a:pt x="12098" y="21950"/>
                  </a:cubicBezTo>
                  <a:cubicBezTo>
                    <a:pt x="12112" y="21951"/>
                    <a:pt x="12125" y="21951"/>
                    <a:pt x="12139" y="21951"/>
                  </a:cubicBezTo>
                  <a:cubicBezTo>
                    <a:pt x="12861" y="21951"/>
                    <a:pt x="13739" y="21190"/>
                    <a:pt x="13739" y="21190"/>
                  </a:cubicBezTo>
                  <a:cubicBezTo>
                    <a:pt x="13739" y="21190"/>
                    <a:pt x="14376" y="21772"/>
                    <a:pt x="15254" y="21772"/>
                  </a:cubicBezTo>
                  <a:cubicBezTo>
                    <a:pt x="15295" y="21772"/>
                    <a:pt x="15338" y="21771"/>
                    <a:pt x="15381" y="21768"/>
                  </a:cubicBezTo>
                  <a:cubicBezTo>
                    <a:pt x="15897" y="21677"/>
                    <a:pt x="16262" y="21312"/>
                    <a:pt x="16718" y="20917"/>
                  </a:cubicBezTo>
                  <a:cubicBezTo>
                    <a:pt x="17113" y="20613"/>
                    <a:pt x="17539" y="20248"/>
                    <a:pt x="18025" y="20126"/>
                  </a:cubicBezTo>
                  <a:cubicBezTo>
                    <a:pt x="18055" y="20126"/>
                    <a:pt x="18086" y="20096"/>
                    <a:pt x="18086" y="20096"/>
                  </a:cubicBezTo>
                  <a:cubicBezTo>
                    <a:pt x="19302" y="19853"/>
                    <a:pt x="20183" y="19275"/>
                    <a:pt x="20821" y="18303"/>
                  </a:cubicBezTo>
                  <a:cubicBezTo>
                    <a:pt x="21065" y="17968"/>
                    <a:pt x="21247" y="17573"/>
                    <a:pt x="21399" y="17117"/>
                  </a:cubicBezTo>
                  <a:cubicBezTo>
                    <a:pt x="21794" y="16053"/>
                    <a:pt x="22007" y="14686"/>
                    <a:pt x="22128" y="12984"/>
                  </a:cubicBezTo>
                  <a:cubicBezTo>
                    <a:pt x="22402" y="9458"/>
                    <a:pt x="19271" y="5841"/>
                    <a:pt x="17600" y="4321"/>
                  </a:cubicBezTo>
                  <a:cubicBezTo>
                    <a:pt x="15928" y="2831"/>
                    <a:pt x="16414" y="491"/>
                    <a:pt x="15016" y="278"/>
                  </a:cubicBezTo>
                  <a:cubicBezTo>
                    <a:pt x="14970" y="272"/>
                    <a:pt x="14926" y="269"/>
                    <a:pt x="14884" y="269"/>
                  </a:cubicBezTo>
                  <a:cubicBezTo>
                    <a:pt x="13657" y="269"/>
                    <a:pt x="14226" y="2771"/>
                    <a:pt x="14226" y="2771"/>
                  </a:cubicBezTo>
                  <a:cubicBezTo>
                    <a:pt x="14226" y="2771"/>
                    <a:pt x="13069" y="0"/>
                    <a:pt x="12148" y="0"/>
                  </a:cubicBezTo>
                  <a:close/>
                </a:path>
              </a:pathLst>
            </a:custGeom>
            <a:solidFill>
              <a:srgbClr val="3CB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5"/>
            <p:cNvSpPr/>
            <p:nvPr/>
          </p:nvSpPr>
          <p:spPr>
            <a:xfrm>
              <a:off x="5596100" y="1494375"/>
              <a:ext cx="275125" cy="458325"/>
            </a:xfrm>
            <a:custGeom>
              <a:rect b="b" l="l" r="r" t="t"/>
              <a:pathLst>
                <a:path extrusionOk="0" h="18333" w="11005">
                  <a:moveTo>
                    <a:pt x="719" y="0"/>
                  </a:moveTo>
                  <a:cubicBezTo>
                    <a:pt x="661" y="0"/>
                    <a:pt x="604" y="11"/>
                    <a:pt x="548" y="35"/>
                  </a:cubicBezTo>
                  <a:cubicBezTo>
                    <a:pt x="214" y="126"/>
                    <a:pt x="62" y="551"/>
                    <a:pt x="1" y="1007"/>
                  </a:cubicBezTo>
                  <a:cubicBezTo>
                    <a:pt x="80" y="998"/>
                    <a:pt x="159" y="992"/>
                    <a:pt x="239" y="992"/>
                  </a:cubicBezTo>
                  <a:cubicBezTo>
                    <a:pt x="433" y="992"/>
                    <a:pt x="627" y="1030"/>
                    <a:pt x="821" y="1159"/>
                  </a:cubicBezTo>
                  <a:cubicBezTo>
                    <a:pt x="1825" y="1889"/>
                    <a:pt x="1794" y="3530"/>
                    <a:pt x="3192" y="3925"/>
                  </a:cubicBezTo>
                  <a:cubicBezTo>
                    <a:pt x="3162" y="3317"/>
                    <a:pt x="3192" y="2709"/>
                    <a:pt x="3314" y="2101"/>
                  </a:cubicBezTo>
                  <a:cubicBezTo>
                    <a:pt x="5077" y="4594"/>
                    <a:pt x="7721" y="7208"/>
                    <a:pt x="8937" y="10004"/>
                  </a:cubicBezTo>
                  <a:cubicBezTo>
                    <a:pt x="10092" y="12679"/>
                    <a:pt x="9940" y="15506"/>
                    <a:pt x="9423" y="18333"/>
                  </a:cubicBezTo>
                  <a:cubicBezTo>
                    <a:pt x="9667" y="17998"/>
                    <a:pt x="9849" y="17603"/>
                    <a:pt x="10001" y="17147"/>
                  </a:cubicBezTo>
                  <a:cubicBezTo>
                    <a:pt x="10396" y="16083"/>
                    <a:pt x="10609" y="14716"/>
                    <a:pt x="10730" y="13014"/>
                  </a:cubicBezTo>
                  <a:cubicBezTo>
                    <a:pt x="11004" y="9488"/>
                    <a:pt x="7873" y="5871"/>
                    <a:pt x="6171" y="4320"/>
                  </a:cubicBezTo>
                  <a:cubicBezTo>
                    <a:pt x="4499" y="2831"/>
                    <a:pt x="4986" y="491"/>
                    <a:pt x="3587" y="278"/>
                  </a:cubicBezTo>
                  <a:cubicBezTo>
                    <a:pt x="3541" y="272"/>
                    <a:pt x="3497" y="269"/>
                    <a:pt x="3456" y="269"/>
                  </a:cubicBezTo>
                  <a:cubicBezTo>
                    <a:pt x="2229" y="269"/>
                    <a:pt x="2797" y="2770"/>
                    <a:pt x="2797" y="2770"/>
                  </a:cubicBezTo>
                  <a:cubicBezTo>
                    <a:pt x="2797" y="2770"/>
                    <a:pt x="1641" y="0"/>
                    <a:pt x="719" y="0"/>
                  </a:cubicBezTo>
                  <a:close/>
                </a:path>
              </a:pathLst>
            </a:custGeom>
            <a:solidFill>
              <a:srgbClr val="FFFF3B">
                <a:alpha val="43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5"/>
            <p:cNvSpPr/>
            <p:nvPr/>
          </p:nvSpPr>
          <p:spPr>
            <a:xfrm>
              <a:off x="5311150" y="1565225"/>
              <a:ext cx="417975" cy="478700"/>
            </a:xfrm>
            <a:custGeom>
              <a:rect b="b" l="l" r="r" t="t"/>
              <a:pathLst>
                <a:path extrusionOk="0" h="19148" w="16719">
                  <a:moveTo>
                    <a:pt x="4169" y="1"/>
                  </a:moveTo>
                  <a:cubicBezTo>
                    <a:pt x="3232" y="1"/>
                    <a:pt x="2350" y="135"/>
                    <a:pt x="1946" y="574"/>
                  </a:cubicBezTo>
                  <a:cubicBezTo>
                    <a:pt x="973" y="1669"/>
                    <a:pt x="2554" y="2611"/>
                    <a:pt x="2675" y="2702"/>
                  </a:cubicBezTo>
                  <a:cubicBezTo>
                    <a:pt x="2614" y="2671"/>
                    <a:pt x="2084" y="2524"/>
                    <a:pt x="1537" y="2524"/>
                  </a:cubicBezTo>
                  <a:cubicBezTo>
                    <a:pt x="1004" y="2524"/>
                    <a:pt x="454" y="2664"/>
                    <a:pt x="304" y="3189"/>
                  </a:cubicBezTo>
                  <a:cubicBezTo>
                    <a:pt x="0" y="4252"/>
                    <a:pt x="1277" y="4252"/>
                    <a:pt x="1794" y="5012"/>
                  </a:cubicBezTo>
                  <a:cubicBezTo>
                    <a:pt x="2341" y="5772"/>
                    <a:pt x="3283" y="6228"/>
                    <a:pt x="2858" y="9116"/>
                  </a:cubicBezTo>
                  <a:cubicBezTo>
                    <a:pt x="2493" y="11699"/>
                    <a:pt x="1763" y="14040"/>
                    <a:pt x="3557" y="16259"/>
                  </a:cubicBezTo>
                  <a:lnTo>
                    <a:pt x="3587" y="16289"/>
                  </a:lnTo>
                  <a:cubicBezTo>
                    <a:pt x="3587" y="16319"/>
                    <a:pt x="3617" y="16380"/>
                    <a:pt x="3648" y="16411"/>
                  </a:cubicBezTo>
                  <a:cubicBezTo>
                    <a:pt x="3952" y="16897"/>
                    <a:pt x="2979" y="17991"/>
                    <a:pt x="3435" y="18356"/>
                  </a:cubicBezTo>
                  <a:cubicBezTo>
                    <a:pt x="3552" y="18443"/>
                    <a:pt x="3716" y="18477"/>
                    <a:pt x="3898" y="18477"/>
                  </a:cubicBezTo>
                  <a:cubicBezTo>
                    <a:pt x="4474" y="18477"/>
                    <a:pt x="5228" y="18143"/>
                    <a:pt x="5228" y="18143"/>
                  </a:cubicBezTo>
                  <a:cubicBezTo>
                    <a:pt x="5228" y="18143"/>
                    <a:pt x="5624" y="18873"/>
                    <a:pt x="6292" y="18873"/>
                  </a:cubicBezTo>
                  <a:cubicBezTo>
                    <a:pt x="6931" y="18873"/>
                    <a:pt x="7721" y="18234"/>
                    <a:pt x="7721" y="18234"/>
                  </a:cubicBezTo>
                  <a:cubicBezTo>
                    <a:pt x="7721" y="18234"/>
                    <a:pt x="7873" y="18751"/>
                    <a:pt x="8815" y="18903"/>
                  </a:cubicBezTo>
                  <a:cubicBezTo>
                    <a:pt x="8900" y="18916"/>
                    <a:pt x="8986" y="18922"/>
                    <a:pt x="9070" y="18922"/>
                  </a:cubicBezTo>
                  <a:cubicBezTo>
                    <a:pt x="9946" y="18922"/>
                    <a:pt x="10730" y="18265"/>
                    <a:pt x="10730" y="18265"/>
                  </a:cubicBezTo>
                  <a:cubicBezTo>
                    <a:pt x="10730" y="18265"/>
                    <a:pt x="11338" y="19116"/>
                    <a:pt x="12098" y="19146"/>
                  </a:cubicBezTo>
                  <a:cubicBezTo>
                    <a:pt x="12112" y="19147"/>
                    <a:pt x="12125" y="19147"/>
                    <a:pt x="12139" y="19147"/>
                  </a:cubicBezTo>
                  <a:cubicBezTo>
                    <a:pt x="12861" y="19147"/>
                    <a:pt x="13739" y="18386"/>
                    <a:pt x="13739" y="18386"/>
                  </a:cubicBezTo>
                  <a:cubicBezTo>
                    <a:pt x="13739" y="18386"/>
                    <a:pt x="14376" y="18968"/>
                    <a:pt x="15254" y="18968"/>
                  </a:cubicBezTo>
                  <a:cubicBezTo>
                    <a:pt x="15295" y="18968"/>
                    <a:pt x="15338" y="18967"/>
                    <a:pt x="15381" y="18964"/>
                  </a:cubicBezTo>
                  <a:cubicBezTo>
                    <a:pt x="15897" y="18873"/>
                    <a:pt x="16262" y="18508"/>
                    <a:pt x="16718" y="18113"/>
                  </a:cubicBezTo>
                  <a:cubicBezTo>
                    <a:pt x="14590" y="17900"/>
                    <a:pt x="12402" y="17201"/>
                    <a:pt x="11490" y="15651"/>
                  </a:cubicBezTo>
                  <a:cubicBezTo>
                    <a:pt x="11186" y="15164"/>
                    <a:pt x="9849" y="14404"/>
                    <a:pt x="9636" y="11517"/>
                  </a:cubicBezTo>
                  <a:cubicBezTo>
                    <a:pt x="9545" y="10757"/>
                    <a:pt x="9210" y="10028"/>
                    <a:pt x="9180" y="9268"/>
                  </a:cubicBezTo>
                  <a:cubicBezTo>
                    <a:pt x="9058" y="7596"/>
                    <a:pt x="8663" y="5955"/>
                    <a:pt x="7994" y="4404"/>
                  </a:cubicBezTo>
                  <a:cubicBezTo>
                    <a:pt x="7417" y="3097"/>
                    <a:pt x="6687" y="1851"/>
                    <a:pt x="6232" y="514"/>
                  </a:cubicBezTo>
                  <a:cubicBezTo>
                    <a:pt x="6201" y="423"/>
                    <a:pt x="6171" y="301"/>
                    <a:pt x="6140" y="149"/>
                  </a:cubicBezTo>
                  <a:cubicBezTo>
                    <a:pt x="5564" y="72"/>
                    <a:pt x="4852" y="1"/>
                    <a:pt x="4169" y="1"/>
                  </a:cubicBezTo>
                  <a:close/>
                </a:path>
              </a:pathLst>
            </a:custGeom>
            <a:solidFill>
              <a:srgbClr val="00441F">
                <a:alpha val="368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5"/>
            <p:cNvSpPr/>
            <p:nvPr/>
          </p:nvSpPr>
          <p:spPr>
            <a:xfrm>
              <a:off x="5634100" y="1834500"/>
              <a:ext cx="74500" cy="71200"/>
            </a:xfrm>
            <a:custGeom>
              <a:rect b="b" l="l" r="r" t="t"/>
              <a:pathLst>
                <a:path extrusionOk="0" h="2848" w="2980">
                  <a:moveTo>
                    <a:pt x="1541" y="0"/>
                  </a:moveTo>
                  <a:cubicBezTo>
                    <a:pt x="1474" y="0"/>
                    <a:pt x="1406" y="6"/>
                    <a:pt x="1338" y="16"/>
                  </a:cubicBezTo>
                  <a:cubicBezTo>
                    <a:pt x="578" y="77"/>
                    <a:pt x="1" y="807"/>
                    <a:pt x="92" y="1567"/>
                  </a:cubicBezTo>
                  <a:cubicBezTo>
                    <a:pt x="150" y="2290"/>
                    <a:pt x="813" y="2848"/>
                    <a:pt x="1532" y="2848"/>
                  </a:cubicBezTo>
                  <a:cubicBezTo>
                    <a:pt x="1568" y="2848"/>
                    <a:pt x="1605" y="2846"/>
                    <a:pt x="1642" y="2843"/>
                  </a:cubicBezTo>
                  <a:cubicBezTo>
                    <a:pt x="2402" y="2752"/>
                    <a:pt x="2979" y="2023"/>
                    <a:pt x="2888" y="1263"/>
                  </a:cubicBezTo>
                  <a:cubicBezTo>
                    <a:pt x="2833" y="543"/>
                    <a:pt x="2223" y="0"/>
                    <a:pt x="15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5"/>
            <p:cNvSpPr/>
            <p:nvPr/>
          </p:nvSpPr>
          <p:spPr>
            <a:xfrm>
              <a:off x="5753400" y="1909550"/>
              <a:ext cx="164725" cy="77350"/>
            </a:xfrm>
            <a:custGeom>
              <a:rect b="b" l="l" r="r" t="t"/>
              <a:pathLst>
                <a:path extrusionOk="0" h="3094" w="6589">
                  <a:moveTo>
                    <a:pt x="2069" y="0"/>
                  </a:moveTo>
                  <a:cubicBezTo>
                    <a:pt x="1539" y="0"/>
                    <a:pt x="938" y="166"/>
                    <a:pt x="487" y="692"/>
                  </a:cubicBezTo>
                  <a:cubicBezTo>
                    <a:pt x="365" y="844"/>
                    <a:pt x="305" y="966"/>
                    <a:pt x="244" y="1118"/>
                  </a:cubicBezTo>
                  <a:cubicBezTo>
                    <a:pt x="1" y="1938"/>
                    <a:pt x="761" y="2942"/>
                    <a:pt x="2189" y="3063"/>
                  </a:cubicBezTo>
                  <a:cubicBezTo>
                    <a:pt x="2422" y="3084"/>
                    <a:pt x="2673" y="3093"/>
                    <a:pt x="2934" y="3093"/>
                  </a:cubicBezTo>
                  <a:cubicBezTo>
                    <a:pt x="4579" y="3093"/>
                    <a:pt x="6588" y="2718"/>
                    <a:pt x="6536" y="2455"/>
                  </a:cubicBezTo>
                  <a:cubicBezTo>
                    <a:pt x="6384" y="2121"/>
                    <a:pt x="3831" y="480"/>
                    <a:pt x="2919" y="145"/>
                  </a:cubicBezTo>
                  <a:cubicBezTo>
                    <a:pt x="2698" y="64"/>
                    <a:pt x="2397" y="0"/>
                    <a:pt x="2069" y="0"/>
                  </a:cubicBezTo>
                  <a:close/>
                </a:path>
              </a:pathLst>
            </a:custGeom>
            <a:solidFill>
              <a:srgbClr val="FFA5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5"/>
            <p:cNvSpPr/>
            <p:nvPr/>
          </p:nvSpPr>
          <p:spPr>
            <a:xfrm>
              <a:off x="5759475" y="1910675"/>
              <a:ext cx="157325" cy="60675"/>
            </a:xfrm>
            <a:custGeom>
              <a:rect b="b" l="l" r="r" t="t"/>
              <a:pathLst>
                <a:path extrusionOk="0" h="2427" w="6293">
                  <a:moveTo>
                    <a:pt x="1832" y="1"/>
                  </a:moveTo>
                  <a:cubicBezTo>
                    <a:pt x="1300" y="1"/>
                    <a:pt x="696" y="162"/>
                    <a:pt x="244" y="708"/>
                  </a:cubicBezTo>
                  <a:cubicBezTo>
                    <a:pt x="122" y="860"/>
                    <a:pt x="62" y="951"/>
                    <a:pt x="1" y="1103"/>
                  </a:cubicBezTo>
                  <a:cubicBezTo>
                    <a:pt x="214" y="1346"/>
                    <a:pt x="700" y="1711"/>
                    <a:pt x="1825" y="2076"/>
                  </a:cubicBezTo>
                  <a:cubicBezTo>
                    <a:pt x="2827" y="2365"/>
                    <a:pt x="4237" y="2426"/>
                    <a:pt x="5302" y="2426"/>
                  </a:cubicBezTo>
                  <a:cubicBezTo>
                    <a:pt x="5690" y="2426"/>
                    <a:pt x="6033" y="2418"/>
                    <a:pt x="6293" y="2410"/>
                  </a:cubicBezTo>
                  <a:cubicBezTo>
                    <a:pt x="6141" y="2076"/>
                    <a:pt x="3588" y="435"/>
                    <a:pt x="2676" y="131"/>
                  </a:cubicBezTo>
                  <a:cubicBezTo>
                    <a:pt x="2456" y="61"/>
                    <a:pt x="2158" y="1"/>
                    <a:pt x="1832" y="1"/>
                  </a:cubicBezTo>
                  <a:close/>
                </a:path>
              </a:pathLst>
            </a:custGeom>
            <a:solidFill>
              <a:srgbClr val="FFBD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5"/>
            <p:cNvSpPr/>
            <p:nvPr/>
          </p:nvSpPr>
          <p:spPr>
            <a:xfrm>
              <a:off x="5271625" y="2705725"/>
              <a:ext cx="81350" cy="58825"/>
            </a:xfrm>
            <a:custGeom>
              <a:rect b="b" l="l" r="r" t="t"/>
              <a:pathLst>
                <a:path extrusionOk="0" h="2353" w="3254">
                  <a:moveTo>
                    <a:pt x="2736" y="1"/>
                  </a:moveTo>
                  <a:lnTo>
                    <a:pt x="2736" y="1"/>
                  </a:lnTo>
                  <a:cubicBezTo>
                    <a:pt x="2159" y="578"/>
                    <a:pt x="1521" y="1065"/>
                    <a:pt x="791" y="1369"/>
                  </a:cubicBezTo>
                  <a:cubicBezTo>
                    <a:pt x="548" y="1490"/>
                    <a:pt x="244" y="1581"/>
                    <a:pt x="1" y="1642"/>
                  </a:cubicBezTo>
                  <a:cubicBezTo>
                    <a:pt x="517" y="2088"/>
                    <a:pt x="1051" y="2352"/>
                    <a:pt x="1505" y="2352"/>
                  </a:cubicBezTo>
                  <a:cubicBezTo>
                    <a:pt x="1640" y="2352"/>
                    <a:pt x="1767" y="2329"/>
                    <a:pt x="1885" y="2280"/>
                  </a:cubicBezTo>
                  <a:cubicBezTo>
                    <a:pt x="2888" y="1916"/>
                    <a:pt x="3253" y="1186"/>
                    <a:pt x="2736" y="1"/>
                  </a:cubicBezTo>
                  <a:close/>
                </a:path>
              </a:pathLst>
            </a:custGeom>
            <a:solidFill>
              <a:srgbClr val="FFFF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5"/>
            <p:cNvSpPr/>
            <p:nvPr/>
          </p:nvSpPr>
          <p:spPr>
            <a:xfrm>
              <a:off x="5351425" y="2621375"/>
              <a:ext cx="57775" cy="80150"/>
            </a:xfrm>
            <a:custGeom>
              <a:rect b="b" l="l" r="r" t="t"/>
              <a:pathLst>
                <a:path extrusionOk="0" h="3206" w="2311">
                  <a:moveTo>
                    <a:pt x="1338" y="1"/>
                  </a:moveTo>
                  <a:cubicBezTo>
                    <a:pt x="1247" y="1"/>
                    <a:pt x="1125" y="92"/>
                    <a:pt x="1095" y="153"/>
                  </a:cubicBezTo>
                  <a:cubicBezTo>
                    <a:pt x="882" y="426"/>
                    <a:pt x="1064" y="852"/>
                    <a:pt x="1064" y="1186"/>
                  </a:cubicBezTo>
                  <a:cubicBezTo>
                    <a:pt x="1095" y="1764"/>
                    <a:pt x="669" y="2250"/>
                    <a:pt x="274" y="2676"/>
                  </a:cubicBezTo>
                  <a:cubicBezTo>
                    <a:pt x="152" y="2736"/>
                    <a:pt x="61" y="2858"/>
                    <a:pt x="0" y="2919"/>
                  </a:cubicBezTo>
                  <a:cubicBezTo>
                    <a:pt x="349" y="3106"/>
                    <a:pt x="679" y="3205"/>
                    <a:pt x="971" y="3205"/>
                  </a:cubicBezTo>
                  <a:cubicBezTo>
                    <a:pt x="1342" y="3205"/>
                    <a:pt x="1651" y="3046"/>
                    <a:pt x="1855" y="2706"/>
                  </a:cubicBezTo>
                  <a:cubicBezTo>
                    <a:pt x="2037" y="2402"/>
                    <a:pt x="2158" y="2129"/>
                    <a:pt x="2189" y="1916"/>
                  </a:cubicBezTo>
                  <a:cubicBezTo>
                    <a:pt x="2310" y="1308"/>
                    <a:pt x="1976" y="852"/>
                    <a:pt x="1338" y="1"/>
                  </a:cubicBezTo>
                  <a:close/>
                </a:path>
              </a:pathLst>
            </a:custGeom>
            <a:solidFill>
              <a:srgbClr val="FFFF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5"/>
            <p:cNvSpPr/>
            <p:nvPr/>
          </p:nvSpPr>
          <p:spPr>
            <a:xfrm>
              <a:off x="5390925" y="2533225"/>
              <a:ext cx="82100" cy="99425"/>
            </a:xfrm>
            <a:custGeom>
              <a:rect b="b" l="l" r="r" t="t"/>
              <a:pathLst>
                <a:path extrusionOk="0" h="3977" w="3284">
                  <a:moveTo>
                    <a:pt x="1885" y="1"/>
                  </a:moveTo>
                  <a:cubicBezTo>
                    <a:pt x="2493" y="1338"/>
                    <a:pt x="1551" y="3162"/>
                    <a:pt x="123" y="3405"/>
                  </a:cubicBezTo>
                  <a:cubicBezTo>
                    <a:pt x="92" y="3466"/>
                    <a:pt x="62" y="3466"/>
                    <a:pt x="1" y="3466"/>
                  </a:cubicBezTo>
                  <a:cubicBezTo>
                    <a:pt x="538" y="3824"/>
                    <a:pt x="1044" y="3976"/>
                    <a:pt x="1476" y="3976"/>
                  </a:cubicBezTo>
                  <a:cubicBezTo>
                    <a:pt x="1998" y="3976"/>
                    <a:pt x="2413" y="3754"/>
                    <a:pt x="2645" y="3405"/>
                  </a:cubicBezTo>
                  <a:cubicBezTo>
                    <a:pt x="3284" y="2463"/>
                    <a:pt x="2828" y="1642"/>
                    <a:pt x="1885" y="1"/>
                  </a:cubicBezTo>
                  <a:close/>
                </a:path>
              </a:pathLst>
            </a:custGeom>
            <a:solidFill>
              <a:srgbClr val="FFFF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5"/>
            <p:cNvSpPr/>
            <p:nvPr/>
          </p:nvSpPr>
          <p:spPr>
            <a:xfrm>
              <a:off x="5441850" y="2308300"/>
              <a:ext cx="96525" cy="238175"/>
            </a:xfrm>
            <a:custGeom>
              <a:rect b="b" l="l" r="r" t="t"/>
              <a:pathLst>
                <a:path extrusionOk="0" h="9527" w="3861">
                  <a:moveTo>
                    <a:pt x="92" y="1"/>
                  </a:moveTo>
                  <a:cubicBezTo>
                    <a:pt x="0" y="244"/>
                    <a:pt x="31" y="639"/>
                    <a:pt x="304" y="1217"/>
                  </a:cubicBezTo>
                  <a:cubicBezTo>
                    <a:pt x="1216" y="3132"/>
                    <a:pt x="1915" y="5077"/>
                    <a:pt x="2128" y="7235"/>
                  </a:cubicBezTo>
                  <a:cubicBezTo>
                    <a:pt x="2159" y="7539"/>
                    <a:pt x="2159" y="7843"/>
                    <a:pt x="2037" y="8116"/>
                  </a:cubicBezTo>
                  <a:cubicBezTo>
                    <a:pt x="1855" y="8572"/>
                    <a:pt x="1368" y="8755"/>
                    <a:pt x="821" y="8846"/>
                  </a:cubicBezTo>
                  <a:cubicBezTo>
                    <a:pt x="1469" y="9327"/>
                    <a:pt x="2061" y="9527"/>
                    <a:pt x="2493" y="9527"/>
                  </a:cubicBezTo>
                  <a:cubicBezTo>
                    <a:pt x="2770" y="9527"/>
                    <a:pt x="2982" y="9445"/>
                    <a:pt x="3101" y="9302"/>
                  </a:cubicBezTo>
                  <a:cubicBezTo>
                    <a:pt x="3861" y="8299"/>
                    <a:pt x="3800" y="7630"/>
                    <a:pt x="1611" y="3740"/>
                  </a:cubicBezTo>
                  <a:cubicBezTo>
                    <a:pt x="791" y="2281"/>
                    <a:pt x="335" y="974"/>
                    <a:pt x="92" y="1"/>
                  </a:cubicBezTo>
                  <a:close/>
                </a:path>
              </a:pathLst>
            </a:custGeom>
            <a:solidFill>
              <a:srgbClr val="FFFF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5"/>
            <p:cNvSpPr/>
            <p:nvPr/>
          </p:nvSpPr>
          <p:spPr>
            <a:xfrm>
              <a:off x="5656900" y="2484600"/>
              <a:ext cx="81325" cy="171000"/>
            </a:xfrm>
            <a:custGeom>
              <a:rect b="b" l="l" r="r" t="t"/>
              <a:pathLst>
                <a:path extrusionOk="0" h="6840" w="3253">
                  <a:moveTo>
                    <a:pt x="3253" y="1"/>
                  </a:moveTo>
                  <a:cubicBezTo>
                    <a:pt x="2067" y="578"/>
                    <a:pt x="426" y="1551"/>
                    <a:pt x="912" y="2827"/>
                  </a:cubicBezTo>
                  <a:cubicBezTo>
                    <a:pt x="1125" y="3344"/>
                    <a:pt x="1520" y="3587"/>
                    <a:pt x="2037" y="3648"/>
                  </a:cubicBezTo>
                  <a:cubicBezTo>
                    <a:pt x="882" y="4256"/>
                    <a:pt x="0" y="4955"/>
                    <a:pt x="304" y="5928"/>
                  </a:cubicBezTo>
                  <a:cubicBezTo>
                    <a:pt x="456" y="6475"/>
                    <a:pt x="852" y="6718"/>
                    <a:pt x="1216" y="6840"/>
                  </a:cubicBezTo>
                  <a:cubicBezTo>
                    <a:pt x="821" y="5624"/>
                    <a:pt x="1520" y="4043"/>
                    <a:pt x="2827" y="3678"/>
                  </a:cubicBezTo>
                  <a:cubicBezTo>
                    <a:pt x="2797" y="3678"/>
                    <a:pt x="2797" y="3648"/>
                    <a:pt x="2736" y="3648"/>
                  </a:cubicBezTo>
                  <a:cubicBezTo>
                    <a:pt x="2645" y="3618"/>
                    <a:pt x="2523" y="3527"/>
                    <a:pt x="2432" y="3466"/>
                  </a:cubicBezTo>
                  <a:cubicBezTo>
                    <a:pt x="2037" y="3040"/>
                    <a:pt x="1946" y="2280"/>
                    <a:pt x="2128" y="1703"/>
                  </a:cubicBezTo>
                  <a:cubicBezTo>
                    <a:pt x="2371" y="1095"/>
                    <a:pt x="2858" y="578"/>
                    <a:pt x="3253" y="1"/>
                  </a:cubicBezTo>
                  <a:close/>
                </a:path>
              </a:pathLst>
            </a:custGeom>
            <a:solidFill>
              <a:srgbClr val="FFFF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5"/>
            <p:cNvSpPr/>
            <p:nvPr/>
          </p:nvSpPr>
          <p:spPr>
            <a:xfrm>
              <a:off x="5685025" y="2353900"/>
              <a:ext cx="66875" cy="133675"/>
            </a:xfrm>
            <a:custGeom>
              <a:rect b="b" l="l" r="r" t="t"/>
              <a:pathLst>
                <a:path extrusionOk="0" h="5347" w="2675">
                  <a:moveTo>
                    <a:pt x="1581" y="1"/>
                  </a:moveTo>
                  <a:lnTo>
                    <a:pt x="1581" y="1"/>
                  </a:lnTo>
                  <a:cubicBezTo>
                    <a:pt x="486" y="1125"/>
                    <a:pt x="304" y="2311"/>
                    <a:pt x="1003" y="2615"/>
                  </a:cubicBezTo>
                  <a:cubicBezTo>
                    <a:pt x="0" y="3557"/>
                    <a:pt x="213" y="4317"/>
                    <a:pt x="699" y="5046"/>
                  </a:cubicBezTo>
                  <a:cubicBezTo>
                    <a:pt x="852" y="5257"/>
                    <a:pt x="1113" y="5347"/>
                    <a:pt x="1453" y="5347"/>
                  </a:cubicBezTo>
                  <a:cubicBezTo>
                    <a:pt x="1653" y="5347"/>
                    <a:pt x="1880" y="5315"/>
                    <a:pt x="2128" y="5259"/>
                  </a:cubicBezTo>
                  <a:cubicBezTo>
                    <a:pt x="2158" y="5198"/>
                    <a:pt x="2219" y="5107"/>
                    <a:pt x="2280" y="5046"/>
                  </a:cubicBezTo>
                  <a:cubicBezTo>
                    <a:pt x="1520" y="5016"/>
                    <a:pt x="973" y="4134"/>
                    <a:pt x="1186" y="3405"/>
                  </a:cubicBezTo>
                  <a:cubicBezTo>
                    <a:pt x="1246" y="3101"/>
                    <a:pt x="1337" y="2858"/>
                    <a:pt x="1550" y="2645"/>
                  </a:cubicBezTo>
                  <a:cubicBezTo>
                    <a:pt x="1824" y="2311"/>
                    <a:pt x="2219" y="2037"/>
                    <a:pt x="2675" y="1885"/>
                  </a:cubicBezTo>
                  <a:lnTo>
                    <a:pt x="2675" y="1885"/>
                  </a:lnTo>
                  <a:cubicBezTo>
                    <a:pt x="2643" y="1891"/>
                    <a:pt x="2610" y="1893"/>
                    <a:pt x="2578" y="1893"/>
                  </a:cubicBezTo>
                  <a:cubicBezTo>
                    <a:pt x="2429" y="1893"/>
                    <a:pt x="2283" y="1839"/>
                    <a:pt x="2158" y="1764"/>
                  </a:cubicBezTo>
                  <a:cubicBezTo>
                    <a:pt x="1611" y="1460"/>
                    <a:pt x="1337" y="639"/>
                    <a:pt x="1581" y="1"/>
                  </a:cubicBezTo>
                  <a:close/>
                </a:path>
              </a:pathLst>
            </a:custGeom>
            <a:solidFill>
              <a:srgbClr val="FFFF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p:nvPr/>
          </p:nvSpPr>
          <p:spPr>
            <a:xfrm>
              <a:off x="5634100" y="1833900"/>
              <a:ext cx="72225" cy="70400"/>
            </a:xfrm>
            <a:custGeom>
              <a:rect b="b" l="l" r="r" t="t"/>
              <a:pathLst>
                <a:path extrusionOk="0" h="2816" w="2889">
                  <a:moveTo>
                    <a:pt x="1460" y="1"/>
                  </a:moveTo>
                  <a:cubicBezTo>
                    <a:pt x="761" y="1"/>
                    <a:pt x="148" y="578"/>
                    <a:pt x="92" y="1287"/>
                  </a:cubicBezTo>
                  <a:cubicBezTo>
                    <a:pt x="1" y="2047"/>
                    <a:pt x="608" y="2746"/>
                    <a:pt x="1368" y="2806"/>
                  </a:cubicBezTo>
                  <a:cubicBezTo>
                    <a:pt x="1419" y="2813"/>
                    <a:pt x="1470" y="2815"/>
                    <a:pt x="1520" y="2815"/>
                  </a:cubicBezTo>
                  <a:cubicBezTo>
                    <a:pt x="2219" y="2815"/>
                    <a:pt x="2831" y="2239"/>
                    <a:pt x="2888" y="1530"/>
                  </a:cubicBezTo>
                  <a:cubicBezTo>
                    <a:pt x="2888" y="1256"/>
                    <a:pt x="2827" y="952"/>
                    <a:pt x="2675" y="679"/>
                  </a:cubicBezTo>
                  <a:cubicBezTo>
                    <a:pt x="2554" y="800"/>
                    <a:pt x="2432" y="952"/>
                    <a:pt x="2341" y="1074"/>
                  </a:cubicBezTo>
                  <a:cubicBezTo>
                    <a:pt x="2219" y="1195"/>
                    <a:pt x="2098" y="1347"/>
                    <a:pt x="1946" y="1408"/>
                  </a:cubicBezTo>
                  <a:cubicBezTo>
                    <a:pt x="1913" y="1415"/>
                    <a:pt x="1878" y="1418"/>
                    <a:pt x="1841" y="1418"/>
                  </a:cubicBezTo>
                  <a:cubicBezTo>
                    <a:pt x="1709" y="1418"/>
                    <a:pt x="1568" y="1369"/>
                    <a:pt x="1520" y="1226"/>
                  </a:cubicBezTo>
                  <a:cubicBezTo>
                    <a:pt x="1520" y="1135"/>
                    <a:pt x="1520" y="1104"/>
                    <a:pt x="1581" y="1043"/>
                  </a:cubicBezTo>
                  <a:cubicBezTo>
                    <a:pt x="1672" y="770"/>
                    <a:pt x="1855" y="314"/>
                    <a:pt x="2098" y="132"/>
                  </a:cubicBezTo>
                  <a:cubicBezTo>
                    <a:pt x="1946" y="71"/>
                    <a:pt x="1794" y="10"/>
                    <a:pt x="1612" y="10"/>
                  </a:cubicBezTo>
                  <a:cubicBezTo>
                    <a:pt x="1561" y="4"/>
                    <a:pt x="1510" y="1"/>
                    <a:pt x="1460" y="1"/>
                  </a:cubicBezTo>
                  <a:close/>
                </a:path>
              </a:pathLst>
            </a:custGeom>
            <a:solidFill>
              <a:srgbClr val="0C0C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6" name="Google Shape;146;p15"/>
          <p:cNvSpPr txBox="1"/>
          <p:nvPr>
            <p:ph type="title"/>
          </p:nvPr>
        </p:nvSpPr>
        <p:spPr>
          <a:xfrm>
            <a:off x="448975" y="410350"/>
            <a:ext cx="8237700" cy="24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700"/>
              <a:t>Why we picked it</a:t>
            </a:r>
            <a:endParaRPr/>
          </a:p>
        </p:txBody>
      </p:sp>
      <p:grpSp>
        <p:nvGrpSpPr>
          <p:cNvPr id="147" name="Google Shape;147;p15"/>
          <p:cNvGrpSpPr/>
          <p:nvPr/>
        </p:nvGrpSpPr>
        <p:grpSpPr>
          <a:xfrm>
            <a:off x="439075" y="960853"/>
            <a:ext cx="2283300" cy="1451017"/>
            <a:chOff x="503600" y="949389"/>
            <a:chExt cx="2283300" cy="1308165"/>
          </a:xfrm>
        </p:grpSpPr>
        <p:sp>
          <p:nvSpPr>
            <p:cNvPr id="148" name="Google Shape;148;p15"/>
            <p:cNvSpPr txBox="1"/>
            <p:nvPr/>
          </p:nvSpPr>
          <p:spPr>
            <a:xfrm flipH="1">
              <a:off x="503600" y="1248386"/>
              <a:ext cx="2283300" cy="28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Sans Extra Condensed Medium"/>
                  <a:ea typeface="Fira Sans Extra Condensed Medium"/>
                  <a:cs typeface="Fira Sans Extra Condensed Medium"/>
                  <a:sym typeface="Fira Sans Extra Condensed Medium"/>
                </a:rPr>
                <a:t>Interesting Challenge</a:t>
              </a:r>
              <a:endParaRPr sz="2000">
                <a:solidFill>
                  <a:schemeClr val="dk2"/>
                </a:solidFill>
                <a:latin typeface="Fira Sans Extra Condensed Medium"/>
                <a:ea typeface="Fira Sans Extra Condensed Medium"/>
                <a:cs typeface="Fira Sans Extra Condensed Medium"/>
                <a:sym typeface="Fira Sans Extra Condensed Medium"/>
              </a:endParaRPr>
            </a:p>
          </p:txBody>
        </p:sp>
        <p:sp>
          <p:nvSpPr>
            <p:cNvPr id="149" name="Google Shape;149;p15"/>
            <p:cNvSpPr txBox="1"/>
            <p:nvPr/>
          </p:nvSpPr>
          <p:spPr>
            <a:xfrm flipH="1">
              <a:off x="513500" y="1727154"/>
              <a:ext cx="2273400" cy="53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latin typeface="Roboto"/>
                  <a:ea typeface="Roboto"/>
                  <a:cs typeface="Roboto"/>
                  <a:sym typeface="Roboto"/>
                </a:rPr>
                <a:t>Birds look very similar, making it a good test for image recognition.</a:t>
              </a:r>
              <a:endParaRPr sz="1200">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latin typeface="Roboto"/>
                <a:ea typeface="Roboto"/>
                <a:cs typeface="Roboto"/>
                <a:sym typeface="Roboto"/>
              </a:endParaRPr>
            </a:p>
            <a:p>
              <a:pPr indent="0" lvl="0" marL="0" rtl="0" algn="l">
                <a:spcBef>
                  <a:spcPts val="0"/>
                </a:spcBef>
                <a:spcAft>
                  <a:spcPts val="0"/>
                </a:spcAft>
                <a:buNone/>
              </a:pPr>
              <a:r>
                <a:t/>
              </a:r>
              <a:endParaRPr sz="1200">
                <a:latin typeface="Roboto"/>
                <a:ea typeface="Roboto"/>
                <a:cs typeface="Roboto"/>
                <a:sym typeface="Roboto"/>
              </a:endParaRPr>
            </a:p>
          </p:txBody>
        </p:sp>
        <p:sp>
          <p:nvSpPr>
            <p:cNvPr id="150" name="Google Shape;150;p15"/>
            <p:cNvSpPr txBox="1"/>
            <p:nvPr/>
          </p:nvSpPr>
          <p:spPr>
            <a:xfrm flipH="1">
              <a:off x="503725" y="949389"/>
              <a:ext cx="4749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Sans Extra Condensed Medium"/>
                  <a:ea typeface="Fira Sans Extra Condensed Medium"/>
                  <a:cs typeface="Fira Sans Extra Condensed Medium"/>
                  <a:sym typeface="Fira Sans Extra Condensed Medium"/>
                </a:rPr>
                <a:t>01</a:t>
              </a:r>
              <a:endParaRPr sz="2000">
                <a:solidFill>
                  <a:schemeClr val="dk2"/>
                </a:solidFill>
                <a:latin typeface="Fira Sans Extra Condensed Medium"/>
                <a:ea typeface="Fira Sans Extra Condensed Medium"/>
                <a:cs typeface="Fira Sans Extra Condensed Medium"/>
                <a:sym typeface="Fira Sans Extra Condensed Medium"/>
              </a:endParaRPr>
            </a:p>
          </p:txBody>
        </p:sp>
      </p:grpSp>
      <p:grpSp>
        <p:nvGrpSpPr>
          <p:cNvPr id="151" name="Google Shape;151;p15"/>
          <p:cNvGrpSpPr/>
          <p:nvPr/>
        </p:nvGrpSpPr>
        <p:grpSpPr>
          <a:xfrm>
            <a:off x="399123" y="2705557"/>
            <a:ext cx="2587500" cy="1078268"/>
            <a:chOff x="503667" y="2280158"/>
            <a:chExt cx="2587500" cy="1078268"/>
          </a:xfrm>
        </p:grpSpPr>
        <p:sp>
          <p:nvSpPr>
            <p:cNvPr id="152" name="Google Shape;152;p15"/>
            <p:cNvSpPr txBox="1"/>
            <p:nvPr/>
          </p:nvSpPr>
          <p:spPr>
            <a:xfrm flipH="1">
              <a:off x="503717" y="2581727"/>
              <a:ext cx="2091000" cy="28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Sans Extra Condensed Medium"/>
                  <a:ea typeface="Fira Sans Extra Condensed Medium"/>
                  <a:cs typeface="Fira Sans Extra Condensed Medium"/>
                  <a:sym typeface="Fira Sans Extra Condensed Medium"/>
                </a:rPr>
                <a:t>Transferable Skills</a:t>
              </a:r>
              <a:endParaRPr sz="2000">
                <a:solidFill>
                  <a:schemeClr val="accent1"/>
                </a:solidFill>
                <a:latin typeface="Fira Sans Extra Condensed Medium"/>
                <a:ea typeface="Fira Sans Extra Condensed Medium"/>
                <a:cs typeface="Fira Sans Extra Condensed Medium"/>
                <a:sym typeface="Fira Sans Extra Condensed Medium"/>
              </a:endParaRPr>
            </a:p>
          </p:txBody>
        </p:sp>
        <p:sp>
          <p:nvSpPr>
            <p:cNvPr id="153" name="Google Shape;153;p15"/>
            <p:cNvSpPr txBox="1"/>
            <p:nvPr/>
          </p:nvSpPr>
          <p:spPr>
            <a:xfrm flipH="1">
              <a:off x="503667" y="2823527"/>
              <a:ext cx="2587500" cy="53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Techniques apply to other image tasks like plants or animals.</a:t>
              </a:r>
              <a:endParaRPr sz="1200">
                <a:latin typeface="Roboto"/>
                <a:ea typeface="Roboto"/>
                <a:cs typeface="Roboto"/>
                <a:sym typeface="Roboto"/>
              </a:endParaRPr>
            </a:p>
          </p:txBody>
        </p:sp>
        <p:sp>
          <p:nvSpPr>
            <p:cNvPr id="154" name="Google Shape;154;p15"/>
            <p:cNvSpPr txBox="1"/>
            <p:nvPr/>
          </p:nvSpPr>
          <p:spPr>
            <a:xfrm flipH="1">
              <a:off x="503725" y="2280158"/>
              <a:ext cx="474900" cy="24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Sans Extra Condensed Medium"/>
                  <a:ea typeface="Fira Sans Extra Condensed Medium"/>
                  <a:cs typeface="Fira Sans Extra Condensed Medium"/>
                  <a:sym typeface="Fira Sans Extra Condensed Medium"/>
                </a:rPr>
                <a:t>03</a:t>
              </a:r>
              <a:endParaRPr sz="2000">
                <a:solidFill>
                  <a:schemeClr val="accent1"/>
                </a:solidFill>
                <a:latin typeface="Fira Sans Extra Condensed Medium"/>
                <a:ea typeface="Fira Sans Extra Condensed Medium"/>
                <a:cs typeface="Fira Sans Extra Condensed Medium"/>
                <a:sym typeface="Fira Sans Extra Condensed Medium"/>
              </a:endParaRPr>
            </a:p>
          </p:txBody>
        </p:sp>
      </p:grpSp>
      <p:grpSp>
        <p:nvGrpSpPr>
          <p:cNvPr id="155" name="Google Shape;155;p15"/>
          <p:cNvGrpSpPr/>
          <p:nvPr/>
        </p:nvGrpSpPr>
        <p:grpSpPr>
          <a:xfrm>
            <a:off x="3081404" y="1311526"/>
            <a:ext cx="2548021" cy="1168628"/>
            <a:chOff x="2612523" y="949377"/>
            <a:chExt cx="2548021" cy="1168628"/>
          </a:xfrm>
        </p:grpSpPr>
        <p:sp>
          <p:nvSpPr>
            <p:cNvPr id="156" name="Google Shape;156;p15"/>
            <p:cNvSpPr txBox="1"/>
            <p:nvPr/>
          </p:nvSpPr>
          <p:spPr>
            <a:xfrm flipH="1">
              <a:off x="2612645" y="1259201"/>
              <a:ext cx="2547900" cy="28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2"/>
                  </a:solidFill>
                  <a:latin typeface="Fira Sans Extra Condensed Medium"/>
                  <a:ea typeface="Fira Sans Extra Condensed Medium"/>
                  <a:cs typeface="Fira Sans Extra Condensed Medium"/>
                  <a:sym typeface="Fira Sans Extra Condensed Medium"/>
                </a:rPr>
                <a:t>Learning Opportunity</a:t>
              </a:r>
              <a:endParaRPr sz="2000">
                <a:solidFill>
                  <a:schemeClr val="lt2"/>
                </a:solidFill>
                <a:latin typeface="Fira Sans Extra Condensed Medium"/>
                <a:ea typeface="Fira Sans Extra Condensed Medium"/>
                <a:cs typeface="Fira Sans Extra Condensed Medium"/>
                <a:sym typeface="Fira Sans Extra Condensed Medium"/>
              </a:endParaRPr>
            </a:p>
          </p:txBody>
        </p:sp>
        <p:sp>
          <p:nvSpPr>
            <p:cNvPr id="157" name="Google Shape;157;p15"/>
            <p:cNvSpPr txBox="1"/>
            <p:nvPr/>
          </p:nvSpPr>
          <p:spPr>
            <a:xfrm flipH="1">
              <a:off x="2612644" y="1587605"/>
              <a:ext cx="2283300" cy="53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Lets us explore how AI models learn visual details.</a:t>
              </a:r>
              <a:endParaRPr sz="1200">
                <a:latin typeface="Roboto"/>
                <a:ea typeface="Roboto"/>
                <a:cs typeface="Roboto"/>
                <a:sym typeface="Roboto"/>
              </a:endParaRPr>
            </a:p>
          </p:txBody>
        </p:sp>
        <p:sp>
          <p:nvSpPr>
            <p:cNvPr id="158" name="Google Shape;158;p15"/>
            <p:cNvSpPr txBox="1"/>
            <p:nvPr/>
          </p:nvSpPr>
          <p:spPr>
            <a:xfrm flipH="1">
              <a:off x="2612523" y="949377"/>
              <a:ext cx="4749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2"/>
                  </a:solidFill>
                  <a:latin typeface="Fira Sans Extra Condensed Medium"/>
                  <a:ea typeface="Fira Sans Extra Condensed Medium"/>
                  <a:cs typeface="Fira Sans Extra Condensed Medium"/>
                  <a:sym typeface="Fira Sans Extra Condensed Medium"/>
                </a:rPr>
                <a:t>02</a:t>
              </a:r>
              <a:endParaRPr sz="2000">
                <a:solidFill>
                  <a:schemeClr val="lt2"/>
                </a:solidFill>
                <a:latin typeface="Fira Sans Extra Condensed Medium"/>
                <a:ea typeface="Fira Sans Extra Condensed Medium"/>
                <a:cs typeface="Fira Sans Extra Condensed Medium"/>
                <a:sym typeface="Fira Sans Extra Condensed Medium"/>
              </a:endParaRPr>
            </a:p>
          </p:txBody>
        </p:sp>
      </p:grpSp>
      <p:grpSp>
        <p:nvGrpSpPr>
          <p:cNvPr id="159" name="Google Shape;159;p15"/>
          <p:cNvGrpSpPr/>
          <p:nvPr/>
        </p:nvGrpSpPr>
        <p:grpSpPr>
          <a:xfrm>
            <a:off x="3081398" y="2945016"/>
            <a:ext cx="2179200" cy="1078274"/>
            <a:chOff x="2612518" y="2280158"/>
            <a:chExt cx="2179200" cy="1078274"/>
          </a:xfrm>
        </p:grpSpPr>
        <p:sp>
          <p:nvSpPr>
            <p:cNvPr id="160" name="Google Shape;160;p15"/>
            <p:cNvSpPr txBox="1"/>
            <p:nvPr/>
          </p:nvSpPr>
          <p:spPr>
            <a:xfrm flipH="1">
              <a:off x="2612518" y="2581716"/>
              <a:ext cx="2179200" cy="28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2"/>
                  </a:solidFill>
                  <a:latin typeface="Fira Sans Extra Condensed Medium"/>
                  <a:ea typeface="Fira Sans Extra Condensed Medium"/>
                  <a:cs typeface="Fira Sans Extra Condensed Medium"/>
                  <a:sym typeface="Fira Sans Extra Condensed Medium"/>
                </a:rPr>
                <a:t>Manageable Scope</a:t>
              </a:r>
              <a:endParaRPr sz="2000">
                <a:solidFill>
                  <a:schemeClr val="accent2"/>
                </a:solidFill>
                <a:latin typeface="Fira Sans Extra Condensed Medium"/>
                <a:ea typeface="Fira Sans Extra Condensed Medium"/>
                <a:cs typeface="Fira Sans Extra Condensed Medium"/>
                <a:sym typeface="Fira Sans Extra Condensed Medium"/>
              </a:endParaRPr>
            </a:p>
          </p:txBody>
        </p:sp>
        <p:sp>
          <p:nvSpPr>
            <p:cNvPr id="161" name="Google Shape;161;p15"/>
            <p:cNvSpPr txBox="1"/>
            <p:nvPr/>
          </p:nvSpPr>
          <p:spPr>
            <a:xfrm flipH="1">
              <a:off x="2612523" y="2823533"/>
              <a:ext cx="2022900" cy="53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a:ea typeface="Roboto"/>
                  <a:cs typeface="Roboto"/>
                  <a:sym typeface="Roboto"/>
                </a:rPr>
                <a:t>Small dataset that fits our class project timeline.</a:t>
              </a:r>
              <a:endParaRPr sz="1200">
                <a:latin typeface="Roboto"/>
                <a:ea typeface="Roboto"/>
                <a:cs typeface="Roboto"/>
                <a:sym typeface="Roboto"/>
              </a:endParaRPr>
            </a:p>
          </p:txBody>
        </p:sp>
        <p:sp>
          <p:nvSpPr>
            <p:cNvPr id="162" name="Google Shape;162;p15"/>
            <p:cNvSpPr txBox="1"/>
            <p:nvPr/>
          </p:nvSpPr>
          <p:spPr>
            <a:xfrm flipH="1">
              <a:off x="2612523" y="2280158"/>
              <a:ext cx="474900" cy="24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2"/>
                  </a:solidFill>
                  <a:latin typeface="Fira Sans Extra Condensed Medium"/>
                  <a:ea typeface="Fira Sans Extra Condensed Medium"/>
                  <a:cs typeface="Fira Sans Extra Condensed Medium"/>
                  <a:sym typeface="Fira Sans Extra Condensed Medium"/>
                </a:rPr>
                <a:t>04</a:t>
              </a:r>
              <a:endParaRPr sz="2000">
                <a:solidFill>
                  <a:schemeClr val="accent2"/>
                </a:solidFill>
                <a:latin typeface="Fira Sans Extra Condensed Medium"/>
                <a:ea typeface="Fira Sans Extra Condensed Medium"/>
                <a:cs typeface="Fira Sans Extra Condensed Medium"/>
                <a:sym typeface="Fira Sans Extra Condensed Medium"/>
              </a:endParaRPr>
            </a:p>
          </p:txBody>
        </p:sp>
      </p:grpSp>
      <p:sp>
        <p:nvSpPr>
          <p:cNvPr id="163" name="Google Shape;163;p15"/>
          <p:cNvSpPr/>
          <p:nvPr/>
        </p:nvSpPr>
        <p:spPr>
          <a:xfrm flipH="1">
            <a:off x="7210560" y="2553150"/>
            <a:ext cx="184200" cy="184200"/>
          </a:xfrm>
          <a:prstGeom prst="ellipse">
            <a:avLst/>
          </a:pr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5"/>
          <p:cNvSpPr/>
          <p:nvPr/>
        </p:nvSpPr>
        <p:spPr>
          <a:xfrm flipH="1">
            <a:off x="7005585" y="3889550"/>
            <a:ext cx="184200" cy="184200"/>
          </a:xfrm>
          <a:prstGeom prst="ellipse">
            <a:avLst/>
          </a:prstGeom>
          <a:solidFill>
            <a:schemeClr val="accent3"/>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
          <p:cNvSpPr/>
          <p:nvPr/>
        </p:nvSpPr>
        <p:spPr>
          <a:xfrm flipH="1">
            <a:off x="6821385" y="2584950"/>
            <a:ext cx="184200" cy="184200"/>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
          <p:cNvSpPr/>
          <p:nvPr/>
        </p:nvSpPr>
        <p:spPr>
          <a:xfrm flipH="1">
            <a:off x="7077210" y="1981675"/>
            <a:ext cx="184200" cy="184200"/>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5"/>
          <p:cNvSpPr/>
          <p:nvPr/>
        </p:nvSpPr>
        <p:spPr>
          <a:xfrm flipH="1">
            <a:off x="7124835" y="1136750"/>
            <a:ext cx="184200" cy="184200"/>
          </a:xfrm>
          <a:prstGeom prst="ellipse">
            <a:avLst/>
          </a:pr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6"/>
          <p:cNvSpPr txBox="1"/>
          <p:nvPr>
            <p:ph type="title"/>
          </p:nvPr>
        </p:nvSpPr>
        <p:spPr>
          <a:xfrm>
            <a:off x="448975" y="410350"/>
            <a:ext cx="8237700" cy="24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700"/>
              <a:t>Dataset and Setup</a:t>
            </a:r>
            <a:endParaRPr/>
          </a:p>
        </p:txBody>
      </p:sp>
      <p:graphicFrame>
        <p:nvGraphicFramePr>
          <p:cNvPr id="173" name="Google Shape;173;p16"/>
          <p:cNvGraphicFramePr/>
          <p:nvPr/>
        </p:nvGraphicFramePr>
        <p:xfrm>
          <a:off x="457200" y="872625"/>
          <a:ext cx="3000000" cy="3000000"/>
        </p:xfrm>
        <a:graphic>
          <a:graphicData uri="http://schemas.openxmlformats.org/drawingml/2006/table">
            <a:tbl>
              <a:tblPr>
                <a:noFill/>
                <a:tableStyleId>{0EF40231-EEBC-4A1E-985C-08C0722AA9F1}</a:tableStyleId>
              </a:tblPr>
              <a:tblGrid>
                <a:gridCol w="2057400"/>
                <a:gridCol w="2057400"/>
                <a:gridCol w="2057400"/>
                <a:gridCol w="2057400"/>
              </a:tblGrid>
              <a:tr h="964075">
                <a:tc>
                  <a:txBody>
                    <a:bodyPr/>
                    <a:lstStyle/>
                    <a:p>
                      <a:pPr indent="0" lvl="0" marL="0" rtl="0" algn="ctr">
                        <a:spcBef>
                          <a:spcPts val="0"/>
                        </a:spcBef>
                        <a:spcAft>
                          <a:spcPts val="0"/>
                        </a:spcAft>
                        <a:buNone/>
                      </a:pPr>
                      <a:r>
                        <a:rPr lang="en" sz="2000">
                          <a:solidFill>
                            <a:schemeClr val="dk2"/>
                          </a:solidFill>
                          <a:latin typeface="Fira Sans Extra Condensed Medium"/>
                          <a:ea typeface="Fira Sans Extra Condensed Medium"/>
                          <a:cs typeface="Fira Sans Extra Condensed Medium"/>
                          <a:sym typeface="Fira Sans Extra Condensed Medium"/>
                        </a:rPr>
                        <a:t>Dataset</a:t>
                      </a:r>
                      <a:endParaRPr sz="2000">
                        <a:solidFill>
                          <a:schemeClr val="dk2"/>
                        </a:solidFill>
                        <a:latin typeface="Fira Sans Extra Condensed Medium"/>
                        <a:ea typeface="Fira Sans Extra Condensed Medium"/>
                        <a:cs typeface="Fira Sans Extra Condensed Medium"/>
                        <a:sym typeface="Fira Sans Extra Condensed Medium"/>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2000">
                          <a:solidFill>
                            <a:schemeClr val="lt2"/>
                          </a:solidFill>
                          <a:latin typeface="Fira Sans Extra Condensed Medium"/>
                          <a:ea typeface="Fira Sans Extra Condensed Medium"/>
                          <a:cs typeface="Fira Sans Extra Condensed Medium"/>
                          <a:sym typeface="Fira Sans Extra Condensed Medium"/>
                        </a:rPr>
                        <a:t>Setup</a:t>
                      </a:r>
                      <a:endParaRPr sz="2000">
                        <a:solidFill>
                          <a:schemeClr val="lt2"/>
                        </a:solidFill>
                      </a:endParaRPr>
                    </a:p>
                  </a:txBody>
                  <a:tcPr marT="91425" marB="91425" marR="91425" marL="91425" anchor="ctr">
                    <a:lnL cap="flat" cmpd="sng" w="19050">
                      <a:solidFill>
                        <a:schemeClr val="lt2"/>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2000">
                          <a:solidFill>
                            <a:schemeClr val="accent1"/>
                          </a:solidFill>
                          <a:latin typeface="Fira Sans Extra Condensed Medium"/>
                          <a:ea typeface="Fira Sans Extra Condensed Medium"/>
                          <a:cs typeface="Fira Sans Extra Condensed Medium"/>
                          <a:sym typeface="Fira Sans Extra Condensed Medium"/>
                        </a:rPr>
                        <a:t>Metrics</a:t>
                      </a:r>
                      <a:endParaRPr sz="2000">
                        <a:solidFill>
                          <a:schemeClr val="accent1"/>
                        </a:solidFill>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2000">
                          <a:solidFill>
                            <a:schemeClr val="accent2"/>
                          </a:solidFill>
                          <a:latin typeface="Fira Sans Extra Condensed Medium"/>
                          <a:ea typeface="Fira Sans Extra Condensed Medium"/>
                          <a:cs typeface="Fira Sans Extra Condensed Medium"/>
                          <a:sym typeface="Fira Sans Extra Condensed Medium"/>
                        </a:rPr>
                        <a:t>Tools</a:t>
                      </a:r>
                      <a:endParaRPr sz="1600">
                        <a:solidFill>
                          <a:schemeClr val="accent2"/>
                        </a:solidFill>
                      </a:endParaRPr>
                    </a:p>
                  </a:txBody>
                  <a:tcPr marT="91425" marB="91425" marR="91425" marL="91425" anchor="ctr">
                    <a:lnL cap="flat" cmpd="sng" w="19050">
                      <a:solidFill>
                        <a:schemeClr val="accent2"/>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2"/>
                      </a:solidFill>
                      <a:prstDash val="solid"/>
                      <a:round/>
                      <a:headEnd len="sm" w="sm" type="none"/>
                      <a:tailEnd len="sm" w="sm" type="none"/>
                    </a:lnT>
                    <a:lnB cap="flat" cmpd="sng" w="19050">
                      <a:solidFill>
                        <a:schemeClr val="accent2"/>
                      </a:solidFill>
                      <a:prstDash val="solid"/>
                      <a:round/>
                      <a:headEnd len="sm" w="sm" type="none"/>
                      <a:tailEnd len="sm" w="sm" type="none"/>
                    </a:lnB>
                    <a:solidFill>
                      <a:schemeClr val="lt1"/>
                    </a:solidFill>
                  </a:tcPr>
                </a:tc>
              </a:tr>
              <a:tr h="964075">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Mercury is the closest planet to the Sun</a:t>
                      </a:r>
                      <a:endParaRPr sz="1200">
                        <a:solidFill>
                          <a:schemeClr val="dk1"/>
                        </a:solidFill>
                        <a:latin typeface="Roboto"/>
                        <a:ea typeface="Roboto"/>
                        <a:cs typeface="Roboto"/>
                        <a:sym typeface="Robot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Despite being red, Mars is a very cold place</a:t>
                      </a:r>
                      <a:endParaRPr sz="1200">
                        <a:solidFill>
                          <a:schemeClr val="dk1"/>
                        </a:solidFill>
                        <a:latin typeface="Roboto"/>
                        <a:ea typeface="Roboto"/>
                        <a:cs typeface="Roboto"/>
                        <a:sym typeface="Roboto"/>
                      </a:endParaRPr>
                    </a:p>
                  </a:txBody>
                  <a:tcPr marT="91425" marB="91425" marR="91425" marL="91425" anchor="ctr">
                    <a:lnL cap="flat" cmpd="sng" w="19050">
                      <a:solidFill>
                        <a:schemeClr val="lt2"/>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Jupiter is a gas giant and the biggest planet</a:t>
                      </a:r>
                      <a:endParaRPr sz="1200">
                        <a:solidFill>
                          <a:schemeClr val="dk1"/>
                        </a:solidFill>
                        <a:latin typeface="Roboto"/>
                        <a:ea typeface="Roboto"/>
                        <a:cs typeface="Roboto"/>
                        <a:sym typeface="Roboto"/>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Venus is the second planet from the Sun</a:t>
                      </a:r>
                      <a:endParaRPr sz="1200">
                        <a:solidFill>
                          <a:schemeClr val="dk1"/>
                        </a:solidFill>
                        <a:latin typeface="Roboto"/>
                        <a:ea typeface="Roboto"/>
                        <a:cs typeface="Roboto"/>
                        <a:sym typeface="Roboto"/>
                      </a:endParaRPr>
                    </a:p>
                  </a:txBody>
                  <a:tcPr marT="91425" marB="91425" marR="91425" marL="91425" anchor="ctr">
                    <a:lnL cap="flat" cmpd="sng" w="19050">
                      <a:solidFill>
                        <a:schemeClr val="accent2"/>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2"/>
                      </a:solidFill>
                      <a:prstDash val="solid"/>
                      <a:round/>
                      <a:headEnd len="sm" w="sm" type="none"/>
                      <a:tailEnd len="sm" w="sm" type="none"/>
                    </a:lnT>
                    <a:lnB cap="flat" cmpd="sng" w="19050">
                      <a:solidFill>
                        <a:schemeClr val="accent2"/>
                      </a:solidFill>
                      <a:prstDash val="solid"/>
                      <a:round/>
                      <a:headEnd len="sm" w="sm" type="none"/>
                      <a:tailEnd len="sm" w="sm" type="none"/>
                    </a:lnB>
                  </a:tcPr>
                </a:tc>
              </a:tr>
              <a:tr h="964075">
                <a:tc>
                  <a:txBody>
                    <a:bodyPr/>
                    <a:lstStyle/>
                    <a:p>
                      <a:pPr indent="0" lvl="0" marL="0" rtl="0" algn="ctr">
                        <a:spcBef>
                          <a:spcPts val="0"/>
                        </a:spcBef>
                        <a:spcAft>
                          <a:spcPts val="0"/>
                        </a:spcAft>
                        <a:buNone/>
                      </a:pPr>
                      <a:r>
                        <a:t/>
                      </a:r>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chemeClr val="lt2"/>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rgbClr val="FFFFFF"/>
                        </a:solidFill>
                        <a:latin typeface="Fira Sans Extra Condensed Medium"/>
                        <a:ea typeface="Fira Sans Extra Condensed Medium"/>
                        <a:cs typeface="Fira Sans Extra Condensed Medium"/>
                        <a:sym typeface="Fira Sans Extra Condensed Medium"/>
                      </a:endParaRPr>
                    </a:p>
                  </a:txBody>
                  <a:tcPr marT="91425" marB="91425" marR="91425" marL="91425" anchor="ctr">
                    <a:lnL cap="flat" cmpd="sng" w="19050">
                      <a:solidFill>
                        <a:schemeClr val="accent2"/>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2"/>
                      </a:solidFill>
                      <a:prstDash val="solid"/>
                      <a:round/>
                      <a:headEnd len="sm" w="sm" type="none"/>
                      <a:tailEnd len="sm" w="sm" type="none"/>
                    </a:lnT>
                    <a:lnB cap="flat" cmpd="sng" w="19050">
                      <a:solidFill>
                        <a:schemeClr val="accent2"/>
                      </a:solidFill>
                      <a:prstDash val="solid"/>
                      <a:round/>
                      <a:headEnd len="sm" w="sm" type="none"/>
                      <a:tailEnd len="sm" w="sm" type="none"/>
                    </a:lnB>
                  </a:tcPr>
                </a:tc>
              </a:tr>
            </a:tbl>
          </a:graphicData>
        </a:graphic>
      </p:graphicFrame>
      <p:graphicFrame>
        <p:nvGraphicFramePr>
          <p:cNvPr id="174" name="Google Shape;174;p16"/>
          <p:cNvGraphicFramePr/>
          <p:nvPr/>
        </p:nvGraphicFramePr>
        <p:xfrm>
          <a:off x="457467" y="1835067"/>
          <a:ext cx="3000000" cy="3000000"/>
        </p:xfrm>
        <a:graphic>
          <a:graphicData uri="http://schemas.openxmlformats.org/drawingml/2006/table">
            <a:tbl>
              <a:tblPr>
                <a:noFill/>
                <a:tableStyleId>{0EF40231-EEBC-4A1E-985C-08C0722AA9F1}</a:tableStyleId>
              </a:tblPr>
              <a:tblGrid>
                <a:gridCol w="2057400"/>
                <a:gridCol w="2057400"/>
                <a:gridCol w="2057400"/>
                <a:gridCol w="2057400"/>
              </a:tblGrid>
              <a:tr h="964075">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 </a:t>
                      </a:r>
                      <a:r>
                        <a:rPr lang="en" sz="1200">
                          <a:solidFill>
                            <a:schemeClr val="dk1"/>
                          </a:solidFill>
                          <a:latin typeface="Roboto"/>
                          <a:ea typeface="Roboto"/>
                          <a:cs typeface="Roboto"/>
                          <a:sym typeface="Roboto"/>
                        </a:rPr>
                        <a:t>Kaggle Bird Species Classification dataset</a:t>
                      </a:r>
                      <a:endParaRPr sz="1200">
                        <a:solidFill>
                          <a:schemeClr val="dk1"/>
                        </a:solidFill>
                        <a:latin typeface="Roboto"/>
                        <a:ea typeface="Roboto"/>
                        <a:cs typeface="Roboto"/>
                        <a:sym typeface="Robot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 Trained using Google Colab</a:t>
                      </a:r>
                      <a:endParaRPr sz="1200">
                        <a:solidFill>
                          <a:schemeClr val="dk1"/>
                        </a:solidFill>
                        <a:latin typeface="Roboto"/>
                        <a:ea typeface="Roboto"/>
                        <a:cs typeface="Roboto"/>
                        <a:sym typeface="Roboto"/>
                      </a:endParaRPr>
                    </a:p>
                  </a:txBody>
                  <a:tcPr marT="91425" marB="91425" marR="91425" marL="91425" anchor="ctr">
                    <a:lnL cap="flat" cmpd="sng" w="19050">
                      <a:solidFill>
                        <a:schemeClr val="lt2"/>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 Accuracy – overall model performance</a:t>
                      </a:r>
                      <a:endParaRPr sz="1200">
                        <a:solidFill>
                          <a:schemeClr val="dk1"/>
                        </a:solidFill>
                        <a:latin typeface="Roboto"/>
                        <a:ea typeface="Roboto"/>
                        <a:cs typeface="Roboto"/>
                        <a:sym typeface="Roboto"/>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 TensorFlow / Keras for model building</a:t>
                      </a:r>
                      <a:endParaRPr sz="1200">
                        <a:solidFill>
                          <a:schemeClr val="dk1"/>
                        </a:solidFill>
                        <a:latin typeface="Roboto"/>
                        <a:ea typeface="Roboto"/>
                        <a:cs typeface="Roboto"/>
                        <a:sym typeface="Roboto"/>
                      </a:endParaRPr>
                    </a:p>
                  </a:txBody>
                  <a:tcPr marT="91425" marB="91425" marR="91425" marL="91425" anchor="ctr">
                    <a:lnL cap="flat" cmpd="sng" w="19050">
                      <a:solidFill>
                        <a:schemeClr val="accent2"/>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2"/>
                      </a:solidFill>
                      <a:prstDash val="solid"/>
                      <a:round/>
                      <a:headEnd len="sm" w="sm" type="none"/>
                      <a:tailEnd len="sm" w="sm" type="none"/>
                    </a:lnT>
                    <a:lnB cap="flat" cmpd="sng" w="19050">
                      <a:solidFill>
                        <a:schemeClr val="accent2"/>
                      </a:solidFill>
                      <a:prstDash val="solid"/>
                      <a:round/>
                      <a:headEnd len="sm" w="sm" type="none"/>
                      <a:tailEnd len="sm" w="sm" type="none"/>
                    </a:lnB>
                    <a:solidFill>
                      <a:schemeClr val="lt1"/>
                    </a:solidFill>
                  </a:tcPr>
                </a:tc>
              </a:tr>
              <a:tr h="964075">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a:t>
                      </a:r>
                      <a:r>
                        <a:rPr lang="en" sz="1200">
                          <a:solidFill>
                            <a:schemeClr val="dk1"/>
                          </a:solidFill>
                          <a:latin typeface="Roboto"/>
                          <a:ea typeface="Roboto"/>
                          <a:cs typeface="Roboto"/>
                          <a:sym typeface="Roboto"/>
                        </a:rPr>
                        <a:t>250 labeled images of different bird species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 Used train / validation / test splits</a:t>
                      </a:r>
                      <a:endParaRPr sz="1200">
                        <a:solidFill>
                          <a:schemeClr val="dk1"/>
                        </a:solidFill>
                        <a:latin typeface="Roboto"/>
                        <a:ea typeface="Roboto"/>
                        <a:cs typeface="Roboto"/>
                        <a:sym typeface="Roboto"/>
                      </a:endParaRPr>
                    </a:p>
                  </a:txBody>
                  <a:tcPr marT="91425" marB="91425" marR="91425" marL="91425" anchor="ctr">
                    <a:lnL cap="flat" cmpd="sng" w="19050">
                      <a:solidFill>
                        <a:schemeClr val="lt2"/>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 Macro F1-Score – handles class imbalance</a:t>
                      </a:r>
                      <a:endParaRPr sz="1200">
                        <a:solidFill>
                          <a:schemeClr val="dk1"/>
                        </a:solidFill>
                        <a:latin typeface="Roboto"/>
                        <a:ea typeface="Roboto"/>
                        <a:cs typeface="Roboto"/>
                        <a:sym typeface="Roboto"/>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 NumPy / Matplotlib for analysis &amp; plots</a:t>
                      </a:r>
                      <a:endParaRPr sz="1200">
                        <a:solidFill>
                          <a:schemeClr val="dk1"/>
                        </a:solidFill>
                        <a:latin typeface="Roboto"/>
                        <a:ea typeface="Roboto"/>
                        <a:cs typeface="Roboto"/>
                        <a:sym typeface="Roboto"/>
                      </a:endParaRPr>
                    </a:p>
                  </a:txBody>
                  <a:tcPr marT="91425" marB="91425" marR="91425" marL="91425" anchor="ctr">
                    <a:lnL cap="flat" cmpd="sng" w="19050">
                      <a:solidFill>
                        <a:schemeClr val="accent2"/>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2"/>
                      </a:solidFill>
                      <a:prstDash val="solid"/>
                      <a:round/>
                      <a:headEnd len="sm" w="sm" type="none"/>
                      <a:tailEnd len="sm" w="sm" type="none"/>
                    </a:lnT>
                    <a:lnB cap="flat" cmpd="sng" w="19050">
                      <a:solidFill>
                        <a:schemeClr val="accent2"/>
                      </a:solidFill>
                      <a:prstDash val="solid"/>
                      <a:round/>
                      <a:headEnd len="sm" w="sm" type="none"/>
                      <a:tailEnd len="sm" w="sm" type="none"/>
                    </a:lnB>
                  </a:tcPr>
                </a:tc>
              </a:tr>
              <a:tr h="964075">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Each image labeled by species name</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Roboto"/>
                          <a:ea typeface="Roboto"/>
                          <a:cs typeface="Roboto"/>
                          <a:sym typeface="Roboto"/>
                        </a:rPr>
                        <a:t>• Ran 10 epochs with early stopping</a:t>
                      </a:r>
                      <a:endParaRPr sz="1200">
                        <a:solidFill>
                          <a:schemeClr val="dk1"/>
                        </a:solidFill>
                        <a:latin typeface="Roboto"/>
                        <a:ea typeface="Roboto"/>
                        <a:cs typeface="Roboto"/>
                        <a:sym typeface="Roboto"/>
                      </a:endParaRPr>
                    </a:p>
                    <a:p>
                      <a:pPr indent="0" lvl="0" marL="0" rtl="0" algn="ctr">
                        <a:spcBef>
                          <a:spcPts val="0"/>
                        </a:spcBef>
                        <a:spcAft>
                          <a:spcPts val="0"/>
                        </a:spcAft>
                        <a:buNone/>
                      </a:pPr>
                      <a:r>
                        <a:t/>
                      </a:r>
                      <a:endParaRPr/>
                    </a:p>
                  </a:txBody>
                  <a:tcPr marT="91425" marB="91425" marR="91425" marL="91425" anchor="ctr">
                    <a:lnL cap="flat" cmpd="sng" w="19050">
                      <a:solidFill>
                        <a:schemeClr val="lt2"/>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Confusion Matrix – shows prediction patterns</a:t>
                      </a:r>
                      <a:endParaRPr sz="1200">
                        <a:solidFill>
                          <a:schemeClr val="dk1"/>
                        </a:solidFill>
                        <a:latin typeface="Roboto"/>
                        <a:ea typeface="Roboto"/>
                        <a:cs typeface="Roboto"/>
                        <a:sym typeface="Roboto"/>
                      </a:endParaRPr>
                    </a:p>
                    <a:p>
                      <a:pPr indent="0" lvl="0" marL="0" rtl="0" algn="ctr">
                        <a:spcBef>
                          <a:spcPts val="0"/>
                        </a:spcBef>
                        <a:spcAft>
                          <a:spcPts val="0"/>
                        </a:spcAft>
                        <a:buNone/>
                      </a:pPr>
                      <a:r>
                        <a:t/>
                      </a:r>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Google Drive for dataset &amp; results storage</a:t>
                      </a:r>
                      <a:endParaRPr sz="1200">
                        <a:solidFill>
                          <a:schemeClr val="dk1"/>
                        </a:solidFill>
                        <a:latin typeface="Roboto"/>
                        <a:ea typeface="Roboto"/>
                        <a:cs typeface="Roboto"/>
                        <a:sym typeface="Roboto"/>
                      </a:endParaRPr>
                    </a:p>
                    <a:p>
                      <a:pPr indent="0" lvl="0" marL="0" rtl="0" algn="ctr">
                        <a:spcBef>
                          <a:spcPts val="0"/>
                        </a:spcBef>
                        <a:spcAft>
                          <a:spcPts val="0"/>
                        </a:spcAft>
                        <a:buNone/>
                      </a:pPr>
                      <a:r>
                        <a:t/>
                      </a:r>
                      <a:endParaRPr sz="1800">
                        <a:solidFill>
                          <a:srgbClr val="FFFFFF"/>
                        </a:solidFill>
                        <a:latin typeface="Fira Sans Extra Condensed Medium"/>
                        <a:ea typeface="Fira Sans Extra Condensed Medium"/>
                        <a:cs typeface="Fira Sans Extra Condensed Medium"/>
                        <a:sym typeface="Fira Sans Extra Condensed Medium"/>
                      </a:endParaRPr>
                    </a:p>
                  </a:txBody>
                  <a:tcPr marT="91425" marB="91425" marR="91425" marL="91425" anchor="ctr">
                    <a:lnL cap="flat" cmpd="sng" w="19050">
                      <a:solidFill>
                        <a:schemeClr val="accent2"/>
                      </a:solidFill>
                      <a:prstDash val="solid"/>
                      <a:round/>
                      <a:headEnd len="sm" w="sm" type="none"/>
                      <a:tailEnd len="sm" w="sm" type="none"/>
                    </a:lnL>
                    <a:lnR cap="flat" cmpd="sng" w="19050">
                      <a:solidFill>
                        <a:schemeClr val="accent2"/>
                      </a:solidFill>
                      <a:prstDash val="solid"/>
                      <a:round/>
                      <a:headEnd len="sm" w="sm" type="none"/>
                      <a:tailEnd len="sm" w="sm" type="none"/>
                    </a:lnR>
                    <a:lnT cap="flat" cmpd="sng" w="19050">
                      <a:solidFill>
                        <a:schemeClr val="accent2"/>
                      </a:solidFill>
                      <a:prstDash val="solid"/>
                      <a:round/>
                      <a:headEnd len="sm" w="sm" type="none"/>
                      <a:tailEnd len="sm" w="sm" type="none"/>
                    </a:lnT>
                    <a:lnB cap="flat" cmpd="sng" w="19050">
                      <a:solidFill>
                        <a:schemeClr val="accent2"/>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7"/>
          <p:cNvSpPr/>
          <p:nvPr/>
        </p:nvSpPr>
        <p:spPr>
          <a:xfrm>
            <a:off x="0" y="962950"/>
            <a:ext cx="9144000" cy="124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7"/>
          <p:cNvSpPr txBox="1"/>
          <p:nvPr>
            <p:ph type="title"/>
          </p:nvPr>
        </p:nvSpPr>
        <p:spPr>
          <a:xfrm>
            <a:off x="448975" y="410350"/>
            <a:ext cx="8237700" cy="24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700"/>
              <a:t>Method 1: Baseline CNN</a:t>
            </a:r>
            <a:endParaRPr/>
          </a:p>
        </p:txBody>
      </p:sp>
      <p:grpSp>
        <p:nvGrpSpPr>
          <p:cNvPr id="181" name="Google Shape;181;p17"/>
          <p:cNvGrpSpPr/>
          <p:nvPr/>
        </p:nvGrpSpPr>
        <p:grpSpPr>
          <a:xfrm>
            <a:off x="376057" y="1056593"/>
            <a:ext cx="2402443" cy="3715757"/>
            <a:chOff x="1061857" y="2664800"/>
            <a:chExt cx="2402443" cy="3715757"/>
          </a:xfrm>
        </p:grpSpPr>
        <p:sp>
          <p:nvSpPr>
            <p:cNvPr id="182" name="Google Shape;182;p17"/>
            <p:cNvSpPr txBox="1"/>
            <p:nvPr/>
          </p:nvSpPr>
          <p:spPr>
            <a:xfrm>
              <a:off x="1145000" y="3913957"/>
              <a:ext cx="2319300" cy="246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•Built a simple convolutional neural network (CNN) from scratch.</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•Used as a starting benchmark for comparison</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grpSp>
          <p:nvGrpSpPr>
            <p:cNvPr id="183" name="Google Shape;183;p17"/>
            <p:cNvGrpSpPr/>
            <p:nvPr/>
          </p:nvGrpSpPr>
          <p:grpSpPr>
            <a:xfrm>
              <a:off x="1061857" y="2664800"/>
              <a:ext cx="2035107" cy="1133605"/>
              <a:chOff x="1061857" y="2664800"/>
              <a:chExt cx="2035107" cy="1133605"/>
            </a:xfrm>
          </p:grpSpPr>
          <p:sp>
            <p:nvSpPr>
              <p:cNvPr id="184" name="Google Shape;184;p17"/>
              <p:cNvSpPr/>
              <p:nvPr/>
            </p:nvSpPr>
            <p:spPr>
              <a:xfrm>
                <a:off x="1061857" y="3464290"/>
                <a:ext cx="2035107" cy="334115"/>
              </a:xfrm>
              <a:custGeom>
                <a:rect b="b" l="l" r="r" t="t"/>
                <a:pathLst>
                  <a:path extrusionOk="0" h="10622" w="64699">
                    <a:moveTo>
                      <a:pt x="3977" y="1"/>
                    </a:moveTo>
                    <a:cubicBezTo>
                      <a:pt x="1786" y="1"/>
                      <a:pt x="0" y="2382"/>
                      <a:pt x="0" y="5311"/>
                    </a:cubicBezTo>
                    <a:cubicBezTo>
                      <a:pt x="0" y="8228"/>
                      <a:pt x="1786" y="10621"/>
                      <a:pt x="3977" y="10621"/>
                    </a:cubicBezTo>
                    <a:lnTo>
                      <a:pt x="64699" y="10621"/>
                    </a:lnTo>
                    <a:lnTo>
                      <a:pt x="64699" y="1"/>
                    </a:ln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2000">
                    <a:solidFill>
                      <a:schemeClr val="dk2"/>
                    </a:solidFill>
                    <a:latin typeface="Fira Sans Extra Condensed Medium"/>
                    <a:ea typeface="Fira Sans Extra Condensed Medium"/>
                    <a:cs typeface="Fira Sans Extra Condensed Medium"/>
                    <a:sym typeface="Fira Sans Extra Condensed Medium"/>
                  </a:rPr>
                  <a:t>Overview</a:t>
                </a:r>
                <a:endParaRPr sz="2000">
                  <a:solidFill>
                    <a:schemeClr val="dk2"/>
                  </a:solidFill>
                  <a:latin typeface="Fira Sans Extra Condensed Medium"/>
                  <a:ea typeface="Fira Sans Extra Condensed Medium"/>
                  <a:cs typeface="Fira Sans Extra Condensed Medium"/>
                  <a:sym typeface="Fira Sans Extra Condensed Medium"/>
                </a:endParaRPr>
              </a:p>
            </p:txBody>
          </p:sp>
          <p:cxnSp>
            <p:nvCxnSpPr>
              <p:cNvPr id="185" name="Google Shape;185;p17"/>
              <p:cNvCxnSpPr/>
              <p:nvPr/>
            </p:nvCxnSpPr>
            <p:spPr>
              <a:xfrm rot="10800000">
                <a:off x="2109475" y="2664800"/>
                <a:ext cx="0" cy="799500"/>
              </a:xfrm>
              <a:prstGeom prst="straightConnector1">
                <a:avLst/>
              </a:prstGeom>
              <a:noFill/>
              <a:ln cap="flat" cmpd="sng" w="19050">
                <a:solidFill>
                  <a:schemeClr val="dk2"/>
                </a:solidFill>
                <a:prstDash val="solid"/>
                <a:round/>
                <a:headEnd len="med" w="med" type="none"/>
                <a:tailEnd len="med" w="med" type="oval"/>
              </a:ln>
            </p:spPr>
          </p:cxnSp>
        </p:grpSp>
      </p:grpSp>
      <p:grpSp>
        <p:nvGrpSpPr>
          <p:cNvPr id="186" name="Google Shape;186;p17"/>
          <p:cNvGrpSpPr/>
          <p:nvPr/>
        </p:nvGrpSpPr>
        <p:grpSpPr>
          <a:xfrm>
            <a:off x="3098700" y="1064600"/>
            <a:ext cx="2762400" cy="3083025"/>
            <a:chOff x="3403500" y="2664800"/>
            <a:chExt cx="2762400" cy="3083025"/>
          </a:xfrm>
        </p:grpSpPr>
        <p:sp>
          <p:nvSpPr>
            <p:cNvPr id="187" name="Google Shape;187;p17"/>
            <p:cNvSpPr txBox="1"/>
            <p:nvPr/>
          </p:nvSpPr>
          <p:spPr>
            <a:xfrm>
              <a:off x="3403500" y="3913925"/>
              <a:ext cx="2762400" cy="18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•3 Conv layers → Max Pooling → Dropout → Dense output</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•Activation: ReLU, Output: Softmax</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•Trained </a:t>
              </a:r>
              <a:r>
                <a:rPr lang="en" sz="1200">
                  <a:solidFill>
                    <a:schemeClr val="dk1"/>
                  </a:solidFill>
                  <a:latin typeface="Roboto"/>
                  <a:ea typeface="Roboto"/>
                  <a:cs typeface="Roboto"/>
                  <a:sym typeface="Roboto"/>
                </a:rPr>
                <a:t>10 epochs with Adam optimizer</a:t>
              </a:r>
              <a:r>
                <a:rPr lang="en" sz="1200">
                  <a:solidFill>
                    <a:schemeClr val="dk1"/>
                  </a:solidFill>
                  <a:latin typeface="Roboto"/>
                  <a:ea typeface="Roboto"/>
                  <a:cs typeface="Roboto"/>
                  <a:sym typeface="Roboto"/>
                </a:rPr>
                <a:t> + early stopping</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grpSp>
          <p:nvGrpSpPr>
            <p:cNvPr id="188" name="Google Shape;188;p17"/>
            <p:cNvGrpSpPr/>
            <p:nvPr/>
          </p:nvGrpSpPr>
          <p:grpSpPr>
            <a:xfrm>
              <a:off x="3554431" y="2664800"/>
              <a:ext cx="2035139" cy="1133605"/>
              <a:chOff x="3554521" y="2664800"/>
              <a:chExt cx="2035139" cy="1133605"/>
            </a:xfrm>
          </p:grpSpPr>
          <p:sp>
            <p:nvSpPr>
              <p:cNvPr id="189" name="Google Shape;189;p17"/>
              <p:cNvSpPr/>
              <p:nvPr/>
            </p:nvSpPr>
            <p:spPr>
              <a:xfrm>
                <a:off x="3554521" y="3464290"/>
                <a:ext cx="2035139" cy="334115"/>
              </a:xfrm>
              <a:custGeom>
                <a:rect b="b" l="l" r="r" t="t"/>
                <a:pathLst>
                  <a:path extrusionOk="0" h="10622" w="64700">
                    <a:moveTo>
                      <a:pt x="1" y="1"/>
                    </a:moveTo>
                    <a:lnTo>
                      <a:pt x="1" y="10621"/>
                    </a:lnTo>
                    <a:lnTo>
                      <a:pt x="64699" y="10621"/>
                    </a:lnTo>
                    <a:lnTo>
                      <a:pt x="64699" y="1"/>
                    </a:lnTo>
                    <a:close/>
                  </a:path>
                </a:pathLst>
              </a:cu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2000">
                    <a:solidFill>
                      <a:schemeClr val="lt2"/>
                    </a:solidFill>
                    <a:latin typeface="Fira Sans Extra Condensed Medium"/>
                    <a:ea typeface="Fira Sans Extra Condensed Medium"/>
                    <a:cs typeface="Fira Sans Extra Condensed Medium"/>
                    <a:sym typeface="Fira Sans Extra Condensed Medium"/>
                  </a:rPr>
                  <a:t>Model Structure</a:t>
                </a:r>
                <a:endParaRPr sz="2000">
                  <a:solidFill>
                    <a:schemeClr val="lt2"/>
                  </a:solidFill>
                  <a:latin typeface="Fira Sans Extra Condensed Medium"/>
                  <a:ea typeface="Fira Sans Extra Condensed Medium"/>
                  <a:cs typeface="Fira Sans Extra Condensed Medium"/>
                  <a:sym typeface="Fira Sans Extra Condensed Medium"/>
                </a:endParaRPr>
              </a:p>
            </p:txBody>
          </p:sp>
          <p:cxnSp>
            <p:nvCxnSpPr>
              <p:cNvPr id="190" name="Google Shape;190;p17"/>
              <p:cNvCxnSpPr/>
              <p:nvPr/>
            </p:nvCxnSpPr>
            <p:spPr>
              <a:xfrm rot="10800000">
                <a:off x="4572000" y="2664800"/>
                <a:ext cx="0" cy="799500"/>
              </a:xfrm>
              <a:prstGeom prst="straightConnector1">
                <a:avLst/>
              </a:prstGeom>
              <a:noFill/>
              <a:ln cap="flat" cmpd="sng" w="19050">
                <a:solidFill>
                  <a:schemeClr val="lt2"/>
                </a:solidFill>
                <a:prstDash val="solid"/>
                <a:round/>
                <a:headEnd len="med" w="med" type="none"/>
                <a:tailEnd len="med" w="med" type="oval"/>
              </a:ln>
            </p:spPr>
          </p:cxnSp>
        </p:grpSp>
      </p:grpSp>
      <p:grpSp>
        <p:nvGrpSpPr>
          <p:cNvPr id="191" name="Google Shape;191;p17"/>
          <p:cNvGrpSpPr/>
          <p:nvPr/>
        </p:nvGrpSpPr>
        <p:grpSpPr>
          <a:xfrm>
            <a:off x="6275625" y="1064600"/>
            <a:ext cx="2762400" cy="3507525"/>
            <a:chOff x="6047025" y="2664800"/>
            <a:chExt cx="2762400" cy="3507525"/>
          </a:xfrm>
        </p:grpSpPr>
        <p:sp>
          <p:nvSpPr>
            <p:cNvPr id="192" name="Google Shape;192;p17"/>
            <p:cNvSpPr txBox="1"/>
            <p:nvPr/>
          </p:nvSpPr>
          <p:spPr>
            <a:xfrm>
              <a:off x="6047025" y="3913925"/>
              <a:ext cx="2762400" cy="225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•Accuracy ≈ 25 %  |  Macro-F1 ≈ 0.05</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•Model underfit due to small dataset and no pretrained features</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•Weak class separation seen in confusion matrix</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spcBef>
                  <a:spcPts val="0"/>
                </a:spcBef>
                <a:spcAft>
                  <a:spcPts val="0"/>
                </a:spcAft>
                <a:buClr>
                  <a:srgbClr val="000000"/>
                </a:buClr>
                <a:buSzPts val="1100"/>
                <a:buFont typeface="Arial"/>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grpSp>
          <p:nvGrpSpPr>
            <p:cNvPr id="193" name="Google Shape;193;p17"/>
            <p:cNvGrpSpPr/>
            <p:nvPr/>
          </p:nvGrpSpPr>
          <p:grpSpPr>
            <a:xfrm>
              <a:off x="6047036" y="2664800"/>
              <a:ext cx="2035107" cy="1133605"/>
              <a:chOff x="6047036" y="2664800"/>
              <a:chExt cx="2035107" cy="1133605"/>
            </a:xfrm>
          </p:grpSpPr>
          <p:sp>
            <p:nvSpPr>
              <p:cNvPr id="194" name="Google Shape;194;p17"/>
              <p:cNvSpPr/>
              <p:nvPr/>
            </p:nvSpPr>
            <p:spPr>
              <a:xfrm>
                <a:off x="6047036" y="3464290"/>
                <a:ext cx="2035107" cy="334115"/>
              </a:xfrm>
              <a:custGeom>
                <a:rect b="b" l="l" r="r" t="t"/>
                <a:pathLst>
                  <a:path extrusionOk="0" h="10622" w="64699">
                    <a:moveTo>
                      <a:pt x="0" y="1"/>
                    </a:moveTo>
                    <a:lnTo>
                      <a:pt x="0" y="10621"/>
                    </a:lnTo>
                    <a:lnTo>
                      <a:pt x="60722" y="10621"/>
                    </a:lnTo>
                    <a:cubicBezTo>
                      <a:pt x="62901" y="10621"/>
                      <a:pt x="64699" y="8228"/>
                      <a:pt x="64699" y="5311"/>
                    </a:cubicBezTo>
                    <a:cubicBezTo>
                      <a:pt x="64699" y="2382"/>
                      <a:pt x="62901" y="1"/>
                      <a:pt x="60722" y="1"/>
                    </a:cubicBezTo>
                    <a:close/>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2000">
                    <a:solidFill>
                      <a:schemeClr val="accent1"/>
                    </a:solidFill>
                    <a:latin typeface="Fira Sans Extra Condensed Medium"/>
                    <a:ea typeface="Fira Sans Extra Condensed Medium"/>
                    <a:cs typeface="Fira Sans Extra Condensed Medium"/>
                    <a:sym typeface="Fira Sans Extra Condensed Medium"/>
                  </a:rPr>
                  <a:t>Results</a:t>
                </a:r>
                <a:endParaRPr sz="2000">
                  <a:solidFill>
                    <a:schemeClr val="accent1"/>
                  </a:solidFill>
                  <a:latin typeface="Fira Sans Extra Condensed Medium"/>
                  <a:ea typeface="Fira Sans Extra Condensed Medium"/>
                  <a:cs typeface="Fira Sans Extra Condensed Medium"/>
                  <a:sym typeface="Fira Sans Extra Condensed Medium"/>
                </a:endParaRPr>
              </a:p>
            </p:txBody>
          </p:sp>
          <p:cxnSp>
            <p:nvCxnSpPr>
              <p:cNvPr id="195" name="Google Shape;195;p17"/>
              <p:cNvCxnSpPr/>
              <p:nvPr/>
            </p:nvCxnSpPr>
            <p:spPr>
              <a:xfrm rot="10800000">
                <a:off x="7064588" y="2664800"/>
                <a:ext cx="0" cy="799500"/>
              </a:xfrm>
              <a:prstGeom prst="straightConnector1">
                <a:avLst/>
              </a:prstGeom>
              <a:noFill/>
              <a:ln cap="flat" cmpd="sng" w="19050">
                <a:solidFill>
                  <a:schemeClr val="accent1"/>
                </a:solidFill>
                <a:prstDash val="solid"/>
                <a:round/>
                <a:headEnd len="med" w="med" type="none"/>
                <a:tailEnd len="med" w="med" type="oval"/>
              </a:ln>
            </p:spPr>
          </p:cxnSp>
        </p:grpSp>
      </p:grpSp>
      <p:sp>
        <p:nvSpPr>
          <p:cNvPr id="196" name="Google Shape;196;p17"/>
          <p:cNvSpPr txBox="1"/>
          <p:nvPr/>
        </p:nvSpPr>
        <p:spPr>
          <a:xfrm>
            <a:off x="4011500" y="4475875"/>
            <a:ext cx="50442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1200">
                <a:latin typeface="Roboto"/>
                <a:ea typeface="Roboto"/>
                <a:cs typeface="Roboto"/>
                <a:sym typeface="Roboto"/>
              </a:rPr>
              <a:t>This gives us a baseline benchmark for comparing future models like ResNet50</a:t>
            </a:r>
            <a:r>
              <a:rPr b="1" lang="en" sz="1200">
                <a:latin typeface="Roboto"/>
                <a:ea typeface="Roboto"/>
                <a:cs typeface="Roboto"/>
                <a:sym typeface="Roboto"/>
              </a:rPr>
              <a:t> and EfficientNet.</a:t>
            </a:r>
            <a:endParaRPr b="1" sz="1200">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8"/>
          <p:cNvSpPr txBox="1"/>
          <p:nvPr>
            <p:ph type="title"/>
          </p:nvPr>
        </p:nvSpPr>
        <p:spPr>
          <a:xfrm>
            <a:off x="311700" y="225291"/>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Baseline CNN (Convolutional Neural Networks)</a:t>
            </a:r>
            <a:endParaRPr/>
          </a:p>
        </p:txBody>
      </p:sp>
      <p:pic>
        <p:nvPicPr>
          <p:cNvPr id="202" name="Google Shape;202;p18"/>
          <p:cNvPicPr preferRelativeResize="0"/>
          <p:nvPr/>
        </p:nvPicPr>
        <p:blipFill>
          <a:blip r:embed="rId3">
            <a:alphaModFix/>
          </a:blip>
          <a:stretch>
            <a:fillRect/>
          </a:stretch>
        </p:blipFill>
        <p:spPr>
          <a:xfrm>
            <a:off x="365175" y="884925"/>
            <a:ext cx="3322922" cy="3563350"/>
          </a:xfrm>
          <a:prstGeom prst="rect">
            <a:avLst/>
          </a:prstGeom>
          <a:noFill/>
          <a:ln>
            <a:noFill/>
          </a:ln>
        </p:spPr>
      </p:pic>
      <p:pic>
        <p:nvPicPr>
          <p:cNvPr id="203" name="Google Shape;203;p18"/>
          <p:cNvPicPr preferRelativeResize="0"/>
          <p:nvPr/>
        </p:nvPicPr>
        <p:blipFill>
          <a:blip r:embed="rId4">
            <a:alphaModFix/>
          </a:blip>
          <a:stretch>
            <a:fillRect/>
          </a:stretch>
        </p:blipFill>
        <p:spPr>
          <a:xfrm>
            <a:off x="4557471" y="884930"/>
            <a:ext cx="2797976" cy="3563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9"/>
          <p:cNvSpPr txBox="1"/>
          <p:nvPr>
            <p:ph type="title"/>
          </p:nvPr>
        </p:nvSpPr>
        <p:spPr>
          <a:xfrm>
            <a:off x="448975" y="410350"/>
            <a:ext cx="8237700" cy="24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Baseline CNN Results</a:t>
            </a:r>
            <a:endParaRPr/>
          </a:p>
        </p:txBody>
      </p:sp>
      <p:sp>
        <p:nvSpPr>
          <p:cNvPr id="209" name="Google Shape;209;p19"/>
          <p:cNvSpPr txBox="1"/>
          <p:nvPr/>
        </p:nvSpPr>
        <p:spPr>
          <a:xfrm>
            <a:off x="6813450" y="3719082"/>
            <a:ext cx="1940700" cy="6063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Despite being red, Mars is a very cold place full of iron oxide dust</a:t>
            </a:r>
            <a:endParaRPr sz="1200">
              <a:solidFill>
                <a:schemeClr val="dk1"/>
              </a:solidFill>
              <a:latin typeface="Roboto"/>
              <a:ea typeface="Roboto"/>
              <a:cs typeface="Roboto"/>
              <a:sym typeface="Roboto"/>
            </a:endParaRPr>
          </a:p>
          <a:p>
            <a:pPr indent="0" lvl="0" marL="0" rtl="0" algn="r">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p:txBody>
      </p:sp>
      <p:sp>
        <p:nvSpPr>
          <p:cNvPr id="210" name="Google Shape;210;p19"/>
          <p:cNvSpPr txBox="1"/>
          <p:nvPr/>
        </p:nvSpPr>
        <p:spPr>
          <a:xfrm>
            <a:off x="6813450" y="1773082"/>
            <a:ext cx="1940700" cy="6063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200">
                <a:solidFill>
                  <a:schemeClr val="dk1"/>
                </a:solidFill>
                <a:latin typeface="Roboto"/>
                <a:ea typeface="Roboto"/>
                <a:cs typeface="Roboto"/>
                <a:sym typeface="Roboto"/>
              </a:rPr>
              <a:t>Venus has a beautiful name, but is also hot, even hotter than Mercury</a:t>
            </a:r>
            <a:endParaRPr sz="1200">
              <a:solidFill>
                <a:schemeClr val="dk1"/>
              </a:solidFill>
              <a:latin typeface="Roboto"/>
              <a:ea typeface="Roboto"/>
              <a:cs typeface="Roboto"/>
              <a:sym typeface="Roboto"/>
            </a:endParaRPr>
          </a:p>
        </p:txBody>
      </p:sp>
      <p:grpSp>
        <p:nvGrpSpPr>
          <p:cNvPr id="211" name="Google Shape;211;p19"/>
          <p:cNvGrpSpPr/>
          <p:nvPr/>
        </p:nvGrpSpPr>
        <p:grpSpPr>
          <a:xfrm>
            <a:off x="4810225" y="1494225"/>
            <a:ext cx="3944100" cy="896700"/>
            <a:chOff x="4810225" y="1494225"/>
            <a:chExt cx="3944100" cy="896700"/>
          </a:xfrm>
        </p:grpSpPr>
        <p:sp>
          <p:nvSpPr>
            <p:cNvPr id="212" name="Google Shape;212;p19"/>
            <p:cNvSpPr txBox="1"/>
            <p:nvPr/>
          </p:nvSpPr>
          <p:spPr>
            <a:xfrm>
              <a:off x="7669225" y="1494225"/>
              <a:ext cx="1085100" cy="348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2"/>
                  </a:solidFill>
                  <a:latin typeface="Fira Sans Extra Condensed Medium"/>
                  <a:ea typeface="Fira Sans Extra Condensed Medium"/>
                  <a:cs typeface="Fira Sans Extra Condensed Medium"/>
                  <a:sym typeface="Fira Sans Extra Condensed Medium"/>
                </a:rPr>
                <a:t>Venus</a:t>
              </a:r>
              <a:endParaRPr sz="2000">
                <a:solidFill>
                  <a:schemeClr val="lt2"/>
                </a:solidFill>
                <a:latin typeface="Fira Sans Extra Condensed Medium"/>
                <a:ea typeface="Fira Sans Extra Condensed Medium"/>
                <a:cs typeface="Fira Sans Extra Condensed Medium"/>
                <a:sym typeface="Fira Sans Extra Condensed Medium"/>
              </a:endParaRPr>
            </a:p>
          </p:txBody>
        </p:sp>
        <p:cxnSp>
          <p:nvCxnSpPr>
            <p:cNvPr id="213" name="Google Shape;213;p19"/>
            <p:cNvCxnSpPr>
              <a:stCxn id="212" idx="1"/>
            </p:cNvCxnSpPr>
            <p:nvPr/>
          </p:nvCxnSpPr>
          <p:spPr>
            <a:xfrm flipH="1">
              <a:off x="4810225" y="1668525"/>
              <a:ext cx="2859000" cy="722400"/>
            </a:xfrm>
            <a:prstGeom prst="bentConnector3">
              <a:avLst>
                <a:gd fmla="val 50000" name="adj1"/>
              </a:avLst>
            </a:prstGeom>
            <a:noFill/>
            <a:ln cap="flat" cmpd="sng" w="19050">
              <a:solidFill>
                <a:schemeClr val="lt2"/>
              </a:solidFill>
              <a:prstDash val="solid"/>
              <a:round/>
              <a:headEnd len="med" w="med" type="none"/>
              <a:tailEnd len="med" w="med" type="diamond"/>
            </a:ln>
          </p:spPr>
        </p:cxnSp>
      </p:grpSp>
      <p:grpSp>
        <p:nvGrpSpPr>
          <p:cNvPr id="214" name="Google Shape;214;p19"/>
          <p:cNvGrpSpPr/>
          <p:nvPr/>
        </p:nvGrpSpPr>
        <p:grpSpPr>
          <a:xfrm>
            <a:off x="4734025" y="3381425"/>
            <a:ext cx="4020300" cy="407400"/>
            <a:chOff x="4734025" y="3381425"/>
            <a:chExt cx="4020300" cy="407400"/>
          </a:xfrm>
        </p:grpSpPr>
        <p:sp>
          <p:nvSpPr>
            <p:cNvPr id="215" name="Google Shape;215;p19"/>
            <p:cNvSpPr txBox="1"/>
            <p:nvPr/>
          </p:nvSpPr>
          <p:spPr>
            <a:xfrm>
              <a:off x="7669225" y="3440225"/>
              <a:ext cx="1085100" cy="348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sz="2000">
                  <a:solidFill>
                    <a:schemeClr val="accent1"/>
                  </a:solidFill>
                  <a:latin typeface="Fira Sans Extra Condensed Medium"/>
                  <a:ea typeface="Fira Sans Extra Condensed Medium"/>
                  <a:cs typeface="Fira Sans Extra Condensed Medium"/>
                  <a:sym typeface="Fira Sans Extra Condensed Medium"/>
                </a:rPr>
                <a:t>Mars</a:t>
              </a:r>
              <a:endParaRPr sz="2000">
                <a:solidFill>
                  <a:schemeClr val="accent1"/>
                </a:solidFill>
                <a:latin typeface="Fira Sans Extra Condensed Medium"/>
                <a:ea typeface="Fira Sans Extra Condensed Medium"/>
                <a:cs typeface="Fira Sans Extra Condensed Medium"/>
                <a:sym typeface="Fira Sans Extra Condensed Medium"/>
              </a:endParaRPr>
            </a:p>
          </p:txBody>
        </p:sp>
        <p:cxnSp>
          <p:nvCxnSpPr>
            <p:cNvPr id="216" name="Google Shape;216;p19"/>
            <p:cNvCxnSpPr>
              <a:stCxn id="215" idx="1"/>
            </p:cNvCxnSpPr>
            <p:nvPr/>
          </p:nvCxnSpPr>
          <p:spPr>
            <a:xfrm rot="10800000">
              <a:off x="4734025" y="3381425"/>
              <a:ext cx="2935200" cy="233100"/>
            </a:xfrm>
            <a:prstGeom prst="bentConnector3">
              <a:avLst>
                <a:gd fmla="val 50000" name="adj1"/>
              </a:avLst>
            </a:prstGeom>
            <a:noFill/>
            <a:ln cap="flat" cmpd="sng" w="19050">
              <a:solidFill>
                <a:schemeClr val="accent1"/>
              </a:solidFill>
              <a:prstDash val="solid"/>
              <a:round/>
              <a:headEnd len="med" w="med" type="none"/>
              <a:tailEnd len="med" w="med" type="diamond"/>
            </a:ln>
          </p:spPr>
        </p:cxnSp>
      </p:grpSp>
      <p:pic>
        <p:nvPicPr>
          <p:cNvPr id="217" name="Google Shape;217;p19" title="baseline_accuracy.png"/>
          <p:cNvPicPr preferRelativeResize="0"/>
          <p:nvPr/>
        </p:nvPicPr>
        <p:blipFill>
          <a:blip r:embed="rId3">
            <a:alphaModFix/>
          </a:blip>
          <a:stretch>
            <a:fillRect/>
          </a:stretch>
        </p:blipFill>
        <p:spPr>
          <a:xfrm>
            <a:off x="120100" y="776675"/>
            <a:ext cx="4825475" cy="3843375"/>
          </a:xfrm>
          <a:prstGeom prst="rect">
            <a:avLst/>
          </a:prstGeom>
          <a:noFill/>
          <a:ln>
            <a:noFill/>
          </a:ln>
        </p:spPr>
      </p:pic>
      <p:pic>
        <p:nvPicPr>
          <p:cNvPr id="218" name="Google Shape;218;p19" title="baseline_confusion_matrix.png"/>
          <p:cNvPicPr preferRelativeResize="0"/>
          <p:nvPr/>
        </p:nvPicPr>
        <p:blipFill>
          <a:blip r:embed="rId4">
            <a:alphaModFix/>
          </a:blip>
          <a:stretch>
            <a:fillRect/>
          </a:stretch>
        </p:blipFill>
        <p:spPr>
          <a:xfrm>
            <a:off x="4539975" y="686650"/>
            <a:ext cx="4324749" cy="43577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0"/>
          <p:cNvSpPr txBox="1"/>
          <p:nvPr>
            <p:ph type="title"/>
          </p:nvPr>
        </p:nvSpPr>
        <p:spPr>
          <a:xfrm>
            <a:off x="448975" y="410350"/>
            <a:ext cx="8237700" cy="24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Method 2: Transfer learning (resnet50)</a:t>
            </a:r>
            <a:endParaRPr/>
          </a:p>
        </p:txBody>
      </p:sp>
      <p:sp>
        <p:nvSpPr>
          <p:cNvPr id="224" name="Google Shape;224;p20"/>
          <p:cNvSpPr txBox="1"/>
          <p:nvPr/>
        </p:nvSpPr>
        <p:spPr>
          <a:xfrm>
            <a:off x="533250" y="959541"/>
            <a:ext cx="14859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Sans Extra Condensed Medium"/>
                <a:ea typeface="Fira Sans Extra Condensed Medium"/>
                <a:cs typeface="Fira Sans Extra Condensed Medium"/>
                <a:sym typeface="Fira Sans Extra Condensed Medium"/>
              </a:rPr>
              <a:t>Resnet50</a:t>
            </a:r>
            <a:endParaRPr sz="2000">
              <a:solidFill>
                <a:schemeClr val="dk2"/>
              </a:solidFill>
              <a:latin typeface="Fira Sans Extra Condensed Medium"/>
              <a:ea typeface="Fira Sans Extra Condensed Medium"/>
              <a:cs typeface="Fira Sans Extra Condensed Medium"/>
              <a:sym typeface="Fira Sans Extra Condensed Medium"/>
            </a:endParaRPr>
          </a:p>
        </p:txBody>
      </p:sp>
      <p:sp>
        <p:nvSpPr>
          <p:cNvPr id="225" name="Google Shape;225;p20"/>
          <p:cNvSpPr txBox="1"/>
          <p:nvPr/>
        </p:nvSpPr>
        <p:spPr>
          <a:xfrm>
            <a:off x="533250" y="1593638"/>
            <a:ext cx="4016400" cy="62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 a pretrained model trained on millions of images (ImageNet).</a:t>
            </a:r>
            <a:endParaRPr sz="1200">
              <a:solidFill>
                <a:schemeClr val="dk1"/>
              </a:solidFill>
              <a:latin typeface="Roboto"/>
              <a:ea typeface="Roboto"/>
              <a:cs typeface="Roboto"/>
              <a:sym typeface="Roboto"/>
            </a:endParaRPr>
          </a:p>
          <a:p>
            <a:pPr indent="0" lvl="0" marL="0" rtl="0" algn="l">
              <a:spcBef>
                <a:spcPts val="0"/>
              </a:spcBef>
              <a:spcAft>
                <a:spcPts val="0"/>
              </a:spcAft>
              <a:buNone/>
            </a:pP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 </a:t>
            </a:r>
            <a:r>
              <a:rPr lang="en" sz="1100">
                <a:solidFill>
                  <a:schemeClr val="dk1"/>
                </a:solidFill>
              </a:rPr>
              <a:t>Replaced the final layer with our </a:t>
            </a:r>
            <a:r>
              <a:rPr b="1" lang="en" sz="1100">
                <a:solidFill>
                  <a:schemeClr val="dk1"/>
                </a:solidFill>
              </a:rPr>
              <a:t>bird species classes</a:t>
            </a:r>
            <a:r>
              <a:rPr lang="en" sz="1100">
                <a:solidFill>
                  <a:schemeClr val="dk1"/>
                </a:solidFill>
              </a:rPr>
              <a:t>.</a:t>
            </a:r>
            <a:br>
              <a:rPr lang="en" sz="1100">
                <a:solidFill>
                  <a:schemeClr val="dk1"/>
                </a:solidFill>
              </a:rPr>
            </a:br>
            <a:endParaRPr sz="1100">
              <a:solidFill>
                <a:schemeClr val="dk1"/>
              </a:solidFill>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grpSp>
        <p:nvGrpSpPr>
          <p:cNvPr id="226" name="Google Shape;226;p20"/>
          <p:cNvGrpSpPr/>
          <p:nvPr/>
        </p:nvGrpSpPr>
        <p:grpSpPr>
          <a:xfrm>
            <a:off x="5360150" y="2300625"/>
            <a:ext cx="3274800" cy="1266900"/>
            <a:chOff x="5295950" y="1088975"/>
            <a:chExt cx="3274800" cy="1266900"/>
          </a:xfrm>
        </p:grpSpPr>
        <p:sp>
          <p:nvSpPr>
            <p:cNvPr id="227" name="Google Shape;227;p20"/>
            <p:cNvSpPr txBox="1"/>
            <p:nvPr/>
          </p:nvSpPr>
          <p:spPr>
            <a:xfrm>
              <a:off x="5295950" y="1088975"/>
              <a:ext cx="1075500" cy="331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accent2"/>
                  </a:solidFill>
                  <a:latin typeface="Fira Sans Extra Condensed Medium"/>
                  <a:ea typeface="Fira Sans Extra Condensed Medium"/>
                  <a:cs typeface="Fira Sans Extra Condensed Medium"/>
                  <a:sym typeface="Fira Sans Extra Condensed Medium"/>
                </a:rPr>
                <a:t>Benefits:</a:t>
              </a:r>
              <a:endParaRPr sz="2000">
                <a:solidFill>
                  <a:schemeClr val="accent2"/>
                </a:solidFill>
                <a:latin typeface="Fira Sans Extra Condensed Medium"/>
                <a:ea typeface="Fira Sans Extra Condensed Medium"/>
                <a:cs typeface="Fira Sans Extra Condensed Medium"/>
                <a:sym typeface="Fira Sans Extra Condensed Medium"/>
              </a:endParaRPr>
            </a:p>
          </p:txBody>
        </p:sp>
        <p:sp>
          <p:nvSpPr>
            <p:cNvPr id="228" name="Google Shape;228;p20"/>
            <p:cNvSpPr txBox="1"/>
            <p:nvPr/>
          </p:nvSpPr>
          <p:spPr>
            <a:xfrm>
              <a:off x="5295950" y="1728575"/>
              <a:ext cx="3274800" cy="62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•Works well with small datasets.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•Learns faster since it already knows basic image patterns (edges, colors, shapes).</a:t>
              </a:r>
              <a:endParaRPr sz="11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grpSp>
      <p:grpSp>
        <p:nvGrpSpPr>
          <p:cNvPr id="229" name="Google Shape;229;p20"/>
          <p:cNvGrpSpPr/>
          <p:nvPr/>
        </p:nvGrpSpPr>
        <p:grpSpPr>
          <a:xfrm>
            <a:off x="533250" y="2628724"/>
            <a:ext cx="1978200" cy="951473"/>
            <a:chOff x="533250" y="2644772"/>
            <a:chExt cx="1978200" cy="951473"/>
          </a:xfrm>
        </p:grpSpPr>
        <p:sp>
          <p:nvSpPr>
            <p:cNvPr id="230" name="Google Shape;230;p20"/>
            <p:cNvSpPr txBox="1"/>
            <p:nvPr/>
          </p:nvSpPr>
          <p:spPr>
            <a:xfrm>
              <a:off x="533250" y="2644772"/>
              <a:ext cx="14859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2"/>
                  </a:solidFill>
                  <a:latin typeface="Fira Sans Extra Condensed Medium"/>
                  <a:ea typeface="Fira Sans Extra Condensed Medium"/>
                  <a:cs typeface="Fira Sans Extra Condensed Medium"/>
                  <a:sym typeface="Fira Sans Extra Condensed Medium"/>
                </a:rPr>
                <a:t>Stage 1:</a:t>
              </a:r>
              <a:endParaRPr>
                <a:solidFill>
                  <a:schemeClr val="lt2"/>
                </a:solidFill>
                <a:latin typeface="Fira Sans Extra Condensed Medium"/>
                <a:ea typeface="Fira Sans Extra Condensed Medium"/>
                <a:cs typeface="Fira Sans Extra Condensed Medium"/>
                <a:sym typeface="Fira Sans Extra Condensed Medium"/>
              </a:endParaRPr>
            </a:p>
          </p:txBody>
        </p:sp>
        <p:sp>
          <p:nvSpPr>
            <p:cNvPr id="231" name="Google Shape;231;p20"/>
            <p:cNvSpPr txBox="1"/>
            <p:nvPr/>
          </p:nvSpPr>
          <p:spPr>
            <a:xfrm>
              <a:off x="533250" y="2968945"/>
              <a:ext cx="1978200" cy="62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Train only new layers (keep pretrained features frozen).</a:t>
              </a:r>
              <a:endParaRPr sz="1200">
                <a:solidFill>
                  <a:schemeClr val="dk1"/>
                </a:solidFill>
                <a:latin typeface="Roboto"/>
                <a:ea typeface="Roboto"/>
                <a:cs typeface="Roboto"/>
                <a:sym typeface="Roboto"/>
              </a:endParaRPr>
            </a:p>
          </p:txBody>
        </p:sp>
      </p:grpSp>
      <p:grpSp>
        <p:nvGrpSpPr>
          <p:cNvPr id="232" name="Google Shape;232;p20"/>
          <p:cNvGrpSpPr/>
          <p:nvPr/>
        </p:nvGrpSpPr>
        <p:grpSpPr>
          <a:xfrm>
            <a:off x="2552250" y="2632424"/>
            <a:ext cx="2286300" cy="843801"/>
            <a:chOff x="533250" y="4050473"/>
            <a:chExt cx="2286300" cy="843801"/>
          </a:xfrm>
        </p:grpSpPr>
        <p:sp>
          <p:nvSpPr>
            <p:cNvPr id="233" name="Google Shape;233;p20"/>
            <p:cNvSpPr txBox="1"/>
            <p:nvPr/>
          </p:nvSpPr>
          <p:spPr>
            <a:xfrm>
              <a:off x="533250" y="4050473"/>
              <a:ext cx="1485900" cy="33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1"/>
                  </a:solidFill>
                  <a:latin typeface="Fira Sans Extra Condensed Medium"/>
                  <a:ea typeface="Fira Sans Extra Condensed Medium"/>
                  <a:cs typeface="Fira Sans Extra Condensed Medium"/>
                  <a:sym typeface="Fira Sans Extra Condensed Medium"/>
                </a:rPr>
                <a:t>Stage 2:</a:t>
              </a:r>
              <a:endParaRPr>
                <a:solidFill>
                  <a:schemeClr val="accent1"/>
                </a:solidFill>
                <a:latin typeface="Fira Sans Extra Condensed Medium"/>
                <a:ea typeface="Fira Sans Extra Condensed Medium"/>
                <a:cs typeface="Fira Sans Extra Condensed Medium"/>
                <a:sym typeface="Fira Sans Extra Condensed Medium"/>
              </a:endParaRPr>
            </a:p>
          </p:txBody>
        </p:sp>
        <p:sp>
          <p:nvSpPr>
            <p:cNvPr id="234" name="Google Shape;234;p20"/>
            <p:cNvSpPr txBox="1"/>
            <p:nvPr/>
          </p:nvSpPr>
          <p:spPr>
            <a:xfrm>
              <a:off x="533250" y="4266974"/>
              <a:ext cx="2286300" cy="62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Unfreeze deeper layers to fine-tune for higher accuracy.</a:t>
              </a:r>
              <a:endParaRPr sz="1200">
                <a:solidFill>
                  <a:schemeClr val="dk1"/>
                </a:solidFill>
                <a:latin typeface="Roboto"/>
                <a:ea typeface="Roboto"/>
                <a:cs typeface="Roboto"/>
                <a:sym typeface="Roboto"/>
              </a:endParaRPr>
            </a:p>
          </p:txBody>
        </p:sp>
      </p:grpSp>
      <p:sp>
        <p:nvSpPr>
          <p:cNvPr id="235" name="Google Shape;235;p20"/>
          <p:cNvSpPr/>
          <p:nvPr/>
        </p:nvSpPr>
        <p:spPr>
          <a:xfrm>
            <a:off x="0" y="4372900"/>
            <a:ext cx="9144000" cy="124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6" name="Google Shape;236;p20"/>
          <p:cNvGrpSpPr/>
          <p:nvPr/>
        </p:nvGrpSpPr>
        <p:grpSpPr>
          <a:xfrm flipH="1">
            <a:off x="6913606" y="3452735"/>
            <a:ext cx="1122617" cy="1156075"/>
            <a:chOff x="-1008050" y="1510925"/>
            <a:chExt cx="757450" cy="780025"/>
          </a:xfrm>
        </p:grpSpPr>
        <p:sp>
          <p:nvSpPr>
            <p:cNvPr id="237" name="Google Shape;237;p20"/>
            <p:cNvSpPr/>
            <p:nvPr/>
          </p:nvSpPr>
          <p:spPr>
            <a:xfrm>
              <a:off x="-792225" y="2126000"/>
              <a:ext cx="72625" cy="64575"/>
            </a:xfrm>
            <a:custGeom>
              <a:rect b="b" l="l" r="r" t="t"/>
              <a:pathLst>
                <a:path extrusionOk="0" h="2583" w="2905">
                  <a:moveTo>
                    <a:pt x="1138" y="1"/>
                  </a:moveTo>
                  <a:cubicBezTo>
                    <a:pt x="109" y="1"/>
                    <a:pt x="1" y="562"/>
                    <a:pt x="1" y="562"/>
                  </a:cubicBezTo>
                  <a:cubicBezTo>
                    <a:pt x="1" y="562"/>
                    <a:pt x="240" y="531"/>
                    <a:pt x="554" y="531"/>
                  </a:cubicBezTo>
                  <a:cubicBezTo>
                    <a:pt x="1146" y="531"/>
                    <a:pt x="2004" y="641"/>
                    <a:pt x="2030" y="1278"/>
                  </a:cubicBezTo>
                  <a:cubicBezTo>
                    <a:pt x="2089" y="1875"/>
                    <a:pt x="1711" y="2451"/>
                    <a:pt x="1711" y="2451"/>
                  </a:cubicBezTo>
                  <a:cubicBezTo>
                    <a:pt x="1711" y="2451"/>
                    <a:pt x="1916" y="2583"/>
                    <a:pt x="2100" y="2583"/>
                  </a:cubicBezTo>
                  <a:cubicBezTo>
                    <a:pt x="2130" y="2583"/>
                    <a:pt x="2160" y="2579"/>
                    <a:pt x="2189" y="2571"/>
                  </a:cubicBezTo>
                  <a:cubicBezTo>
                    <a:pt x="2408" y="2531"/>
                    <a:pt x="2706" y="2233"/>
                    <a:pt x="2805" y="1397"/>
                  </a:cubicBezTo>
                  <a:cubicBezTo>
                    <a:pt x="2905" y="562"/>
                    <a:pt x="2527" y="243"/>
                    <a:pt x="2527" y="243"/>
                  </a:cubicBezTo>
                  <a:cubicBezTo>
                    <a:pt x="2527" y="243"/>
                    <a:pt x="1771" y="44"/>
                    <a:pt x="1294" y="5"/>
                  </a:cubicBezTo>
                  <a:cubicBezTo>
                    <a:pt x="1239" y="2"/>
                    <a:pt x="1188" y="1"/>
                    <a:pt x="1138" y="1"/>
                  </a:cubicBezTo>
                  <a:close/>
                </a:path>
              </a:pathLst>
            </a:custGeom>
            <a:solidFill>
              <a:srgbClr val="EF78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0"/>
            <p:cNvSpPr/>
            <p:nvPr/>
          </p:nvSpPr>
          <p:spPr>
            <a:xfrm>
              <a:off x="-715625" y="2116975"/>
              <a:ext cx="72625" cy="64150"/>
            </a:xfrm>
            <a:custGeom>
              <a:rect b="b" l="l" r="r" t="t"/>
              <a:pathLst>
                <a:path extrusionOk="0" h="2566" w="2905">
                  <a:moveTo>
                    <a:pt x="1091" y="0"/>
                  </a:moveTo>
                  <a:cubicBezTo>
                    <a:pt x="105" y="0"/>
                    <a:pt x="0" y="545"/>
                    <a:pt x="0" y="545"/>
                  </a:cubicBezTo>
                  <a:cubicBezTo>
                    <a:pt x="0" y="545"/>
                    <a:pt x="221" y="518"/>
                    <a:pt x="517" y="518"/>
                  </a:cubicBezTo>
                  <a:cubicBezTo>
                    <a:pt x="1110" y="518"/>
                    <a:pt x="2003" y="624"/>
                    <a:pt x="2029" y="1261"/>
                  </a:cubicBezTo>
                  <a:cubicBezTo>
                    <a:pt x="2089" y="1858"/>
                    <a:pt x="1711" y="2434"/>
                    <a:pt x="1711" y="2434"/>
                  </a:cubicBezTo>
                  <a:cubicBezTo>
                    <a:pt x="1711" y="2434"/>
                    <a:pt x="1915" y="2566"/>
                    <a:pt x="2099" y="2566"/>
                  </a:cubicBezTo>
                  <a:cubicBezTo>
                    <a:pt x="2130" y="2566"/>
                    <a:pt x="2160" y="2562"/>
                    <a:pt x="2188" y="2554"/>
                  </a:cubicBezTo>
                  <a:cubicBezTo>
                    <a:pt x="2407" y="2514"/>
                    <a:pt x="2705" y="2216"/>
                    <a:pt x="2805" y="1400"/>
                  </a:cubicBezTo>
                  <a:cubicBezTo>
                    <a:pt x="2904" y="545"/>
                    <a:pt x="2526" y="226"/>
                    <a:pt x="2526" y="226"/>
                  </a:cubicBezTo>
                  <a:cubicBezTo>
                    <a:pt x="2526" y="226"/>
                    <a:pt x="1790" y="8"/>
                    <a:pt x="1293" y="8"/>
                  </a:cubicBezTo>
                  <a:cubicBezTo>
                    <a:pt x="1222" y="3"/>
                    <a:pt x="1155" y="0"/>
                    <a:pt x="1091" y="0"/>
                  </a:cubicBezTo>
                  <a:close/>
                </a:path>
              </a:pathLst>
            </a:custGeom>
            <a:solidFill>
              <a:srgbClr val="EF78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0"/>
            <p:cNvSpPr/>
            <p:nvPr/>
          </p:nvSpPr>
          <p:spPr>
            <a:xfrm>
              <a:off x="-745475" y="2110100"/>
              <a:ext cx="51225" cy="38900"/>
            </a:xfrm>
            <a:custGeom>
              <a:rect b="b" l="l" r="r" t="t"/>
              <a:pathLst>
                <a:path extrusionOk="0" h="1556" w="2049">
                  <a:moveTo>
                    <a:pt x="1372" y="0"/>
                  </a:moveTo>
                  <a:cubicBezTo>
                    <a:pt x="1237" y="0"/>
                    <a:pt x="1115" y="56"/>
                    <a:pt x="1055" y="183"/>
                  </a:cubicBezTo>
                  <a:cubicBezTo>
                    <a:pt x="896" y="601"/>
                    <a:pt x="0" y="720"/>
                    <a:pt x="0" y="720"/>
                  </a:cubicBezTo>
                  <a:lnTo>
                    <a:pt x="816" y="1556"/>
                  </a:lnTo>
                  <a:cubicBezTo>
                    <a:pt x="816" y="1556"/>
                    <a:pt x="1711" y="1178"/>
                    <a:pt x="1910" y="660"/>
                  </a:cubicBezTo>
                  <a:cubicBezTo>
                    <a:pt x="2048" y="287"/>
                    <a:pt x="1677" y="0"/>
                    <a:pt x="1372" y="0"/>
                  </a:cubicBezTo>
                  <a:close/>
                </a:path>
              </a:pathLst>
            </a:custGeom>
            <a:solidFill>
              <a:srgbClr val="EF78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0"/>
            <p:cNvSpPr/>
            <p:nvPr/>
          </p:nvSpPr>
          <p:spPr>
            <a:xfrm>
              <a:off x="-923525" y="1510925"/>
              <a:ext cx="424750" cy="623700"/>
            </a:xfrm>
            <a:custGeom>
              <a:rect b="b" l="l" r="r" t="t"/>
              <a:pathLst>
                <a:path extrusionOk="0" h="24948" w="16990">
                  <a:moveTo>
                    <a:pt x="3979" y="0"/>
                  </a:moveTo>
                  <a:cubicBezTo>
                    <a:pt x="2905" y="0"/>
                    <a:pt x="996" y="418"/>
                    <a:pt x="1" y="1970"/>
                  </a:cubicBezTo>
                  <a:lnTo>
                    <a:pt x="1" y="6963"/>
                  </a:lnTo>
                  <a:cubicBezTo>
                    <a:pt x="3502" y="9449"/>
                    <a:pt x="1791" y="14423"/>
                    <a:pt x="3542" y="18878"/>
                  </a:cubicBezTo>
                  <a:cubicBezTo>
                    <a:pt x="5134" y="22928"/>
                    <a:pt x="8179" y="24948"/>
                    <a:pt x="10904" y="24948"/>
                  </a:cubicBezTo>
                  <a:cubicBezTo>
                    <a:pt x="11686" y="24948"/>
                    <a:pt x="12442" y="24781"/>
                    <a:pt x="13130" y="24448"/>
                  </a:cubicBezTo>
                  <a:cubicBezTo>
                    <a:pt x="16273" y="22937"/>
                    <a:pt x="16989" y="18003"/>
                    <a:pt x="14801" y="13448"/>
                  </a:cubicBezTo>
                  <a:cubicBezTo>
                    <a:pt x="13707" y="11200"/>
                    <a:pt x="11797" y="9827"/>
                    <a:pt x="10365" y="8415"/>
                  </a:cubicBezTo>
                  <a:cubicBezTo>
                    <a:pt x="9410" y="7440"/>
                    <a:pt x="8276" y="4854"/>
                    <a:pt x="7878" y="3541"/>
                  </a:cubicBezTo>
                  <a:cubicBezTo>
                    <a:pt x="7341" y="1612"/>
                    <a:pt x="6028" y="0"/>
                    <a:pt x="3979" y="0"/>
                  </a:cubicBezTo>
                  <a:close/>
                </a:path>
              </a:pathLst>
            </a:custGeom>
            <a:solidFill>
              <a:srgbClr val="63B4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0"/>
            <p:cNvSpPr/>
            <p:nvPr/>
          </p:nvSpPr>
          <p:spPr>
            <a:xfrm>
              <a:off x="-923025" y="1538275"/>
              <a:ext cx="365075" cy="596350"/>
            </a:xfrm>
            <a:custGeom>
              <a:rect b="b" l="l" r="r" t="t"/>
              <a:pathLst>
                <a:path extrusionOk="0" h="23854" w="14603">
                  <a:moveTo>
                    <a:pt x="797" y="0"/>
                  </a:moveTo>
                  <a:cubicBezTo>
                    <a:pt x="498" y="259"/>
                    <a:pt x="220" y="518"/>
                    <a:pt x="1" y="876"/>
                  </a:cubicBezTo>
                  <a:lnTo>
                    <a:pt x="1" y="5869"/>
                  </a:lnTo>
                  <a:cubicBezTo>
                    <a:pt x="3522" y="8355"/>
                    <a:pt x="1791" y="13329"/>
                    <a:pt x="3542" y="17784"/>
                  </a:cubicBezTo>
                  <a:cubicBezTo>
                    <a:pt x="5149" y="21834"/>
                    <a:pt x="8185" y="23854"/>
                    <a:pt x="10906" y="23854"/>
                  </a:cubicBezTo>
                  <a:cubicBezTo>
                    <a:pt x="11687" y="23854"/>
                    <a:pt x="12442" y="23687"/>
                    <a:pt x="13130" y="23354"/>
                  </a:cubicBezTo>
                  <a:cubicBezTo>
                    <a:pt x="13707" y="23076"/>
                    <a:pt x="14204" y="22678"/>
                    <a:pt x="14602" y="22201"/>
                  </a:cubicBezTo>
                  <a:lnTo>
                    <a:pt x="14602" y="22201"/>
                  </a:lnTo>
                  <a:cubicBezTo>
                    <a:pt x="14324" y="22400"/>
                    <a:pt x="14025" y="22599"/>
                    <a:pt x="13707" y="22778"/>
                  </a:cubicBezTo>
                  <a:cubicBezTo>
                    <a:pt x="13012" y="23112"/>
                    <a:pt x="12249" y="23279"/>
                    <a:pt x="11461" y="23279"/>
                  </a:cubicBezTo>
                  <a:cubicBezTo>
                    <a:pt x="8730" y="23279"/>
                    <a:pt x="5693" y="21268"/>
                    <a:pt x="4119" y="17208"/>
                  </a:cubicBezTo>
                  <a:cubicBezTo>
                    <a:pt x="2368" y="12791"/>
                    <a:pt x="4079" y="7818"/>
                    <a:pt x="578" y="5292"/>
                  </a:cubicBezTo>
                  <a:lnTo>
                    <a:pt x="578" y="299"/>
                  </a:lnTo>
                  <a:lnTo>
                    <a:pt x="797" y="0"/>
                  </a:lnTo>
                  <a:close/>
                </a:path>
              </a:pathLst>
            </a:custGeom>
            <a:solidFill>
              <a:srgbClr val="42AC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0"/>
            <p:cNvSpPr/>
            <p:nvPr/>
          </p:nvSpPr>
          <p:spPr>
            <a:xfrm>
              <a:off x="-923525" y="1510925"/>
              <a:ext cx="330750" cy="423025"/>
            </a:xfrm>
            <a:custGeom>
              <a:rect b="b" l="l" r="r" t="t"/>
              <a:pathLst>
                <a:path extrusionOk="0" h="16921" w="13230">
                  <a:moveTo>
                    <a:pt x="3761" y="0"/>
                  </a:moveTo>
                  <a:cubicBezTo>
                    <a:pt x="2667" y="60"/>
                    <a:pt x="916" y="518"/>
                    <a:pt x="1" y="1950"/>
                  </a:cubicBezTo>
                  <a:lnTo>
                    <a:pt x="1" y="6943"/>
                  </a:lnTo>
                  <a:cubicBezTo>
                    <a:pt x="2945" y="9032"/>
                    <a:pt x="2209" y="12851"/>
                    <a:pt x="2905" y="16670"/>
                  </a:cubicBezTo>
                  <a:cubicBezTo>
                    <a:pt x="3510" y="16805"/>
                    <a:pt x="4024" y="16921"/>
                    <a:pt x="4753" y="16921"/>
                  </a:cubicBezTo>
                  <a:cubicBezTo>
                    <a:pt x="5104" y="16921"/>
                    <a:pt x="5504" y="16894"/>
                    <a:pt x="5989" y="16830"/>
                  </a:cubicBezTo>
                  <a:cubicBezTo>
                    <a:pt x="11161" y="16133"/>
                    <a:pt x="13230" y="11936"/>
                    <a:pt x="13230" y="11936"/>
                  </a:cubicBezTo>
                  <a:cubicBezTo>
                    <a:pt x="12991" y="11558"/>
                    <a:pt x="12394" y="10663"/>
                    <a:pt x="11658" y="9628"/>
                  </a:cubicBezTo>
                  <a:cubicBezTo>
                    <a:pt x="11220" y="9211"/>
                    <a:pt x="10763" y="8813"/>
                    <a:pt x="10365" y="8415"/>
                  </a:cubicBezTo>
                  <a:cubicBezTo>
                    <a:pt x="9410" y="7440"/>
                    <a:pt x="8276" y="4854"/>
                    <a:pt x="7878" y="3541"/>
                  </a:cubicBezTo>
                  <a:cubicBezTo>
                    <a:pt x="7341" y="1612"/>
                    <a:pt x="6028" y="0"/>
                    <a:pt x="3979" y="0"/>
                  </a:cubicBezTo>
                  <a:close/>
                </a:path>
              </a:pathLst>
            </a:custGeom>
            <a:solidFill>
              <a:srgbClr val="FACF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0"/>
            <p:cNvSpPr/>
            <p:nvPr/>
          </p:nvSpPr>
          <p:spPr>
            <a:xfrm>
              <a:off x="-923525" y="1593475"/>
              <a:ext cx="149725" cy="176075"/>
            </a:xfrm>
            <a:custGeom>
              <a:rect b="b" l="l" r="r" t="t"/>
              <a:pathLst>
                <a:path extrusionOk="0" h="7043" w="5989">
                  <a:moveTo>
                    <a:pt x="5272" y="0"/>
                  </a:moveTo>
                  <a:lnTo>
                    <a:pt x="1" y="3661"/>
                  </a:lnTo>
                  <a:cubicBezTo>
                    <a:pt x="1254" y="4536"/>
                    <a:pt x="1811" y="5710"/>
                    <a:pt x="2149" y="7043"/>
                  </a:cubicBezTo>
                  <a:cubicBezTo>
                    <a:pt x="2149" y="7043"/>
                    <a:pt x="4954" y="5232"/>
                    <a:pt x="5452" y="3661"/>
                  </a:cubicBezTo>
                  <a:cubicBezTo>
                    <a:pt x="5989" y="1950"/>
                    <a:pt x="5272" y="0"/>
                    <a:pt x="5272" y="0"/>
                  </a:cubicBezTo>
                  <a:close/>
                </a:path>
              </a:pathLst>
            </a:custGeom>
            <a:solidFill>
              <a:srgbClr val="F081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0"/>
            <p:cNvSpPr/>
            <p:nvPr/>
          </p:nvSpPr>
          <p:spPr>
            <a:xfrm>
              <a:off x="-722600" y="1829700"/>
              <a:ext cx="472000" cy="461250"/>
            </a:xfrm>
            <a:custGeom>
              <a:rect b="b" l="l" r="r" t="t"/>
              <a:pathLst>
                <a:path extrusionOk="0" h="18450" w="18880">
                  <a:moveTo>
                    <a:pt x="1731" y="1"/>
                  </a:moveTo>
                  <a:lnTo>
                    <a:pt x="1" y="2328"/>
                  </a:lnTo>
                  <a:cubicBezTo>
                    <a:pt x="1" y="2328"/>
                    <a:pt x="8077" y="10683"/>
                    <a:pt x="10763" y="13368"/>
                  </a:cubicBezTo>
                  <a:cubicBezTo>
                    <a:pt x="12968" y="15574"/>
                    <a:pt x="17855" y="18449"/>
                    <a:pt x="18696" y="18449"/>
                  </a:cubicBezTo>
                  <a:cubicBezTo>
                    <a:pt x="18879" y="18449"/>
                    <a:pt x="18871" y="18313"/>
                    <a:pt x="18600" y="18003"/>
                  </a:cubicBezTo>
                  <a:cubicBezTo>
                    <a:pt x="12951" y="11598"/>
                    <a:pt x="1731" y="1"/>
                    <a:pt x="1731" y="1"/>
                  </a:cubicBezTo>
                  <a:close/>
                </a:path>
              </a:pathLst>
            </a:custGeom>
            <a:solidFill>
              <a:srgbClr val="42AC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0"/>
            <p:cNvSpPr/>
            <p:nvPr/>
          </p:nvSpPr>
          <p:spPr>
            <a:xfrm>
              <a:off x="-471450" y="2145500"/>
              <a:ext cx="220350" cy="145450"/>
            </a:xfrm>
            <a:custGeom>
              <a:rect b="b" l="l" r="r" t="t"/>
              <a:pathLst>
                <a:path extrusionOk="0" h="5818" w="8814">
                  <a:moveTo>
                    <a:pt x="0" y="0"/>
                  </a:moveTo>
                  <a:cubicBezTo>
                    <a:pt x="279" y="279"/>
                    <a:pt x="498" y="498"/>
                    <a:pt x="697" y="736"/>
                  </a:cubicBezTo>
                  <a:cubicBezTo>
                    <a:pt x="2902" y="2942"/>
                    <a:pt x="7790" y="5817"/>
                    <a:pt x="8630" y="5817"/>
                  </a:cubicBezTo>
                  <a:cubicBezTo>
                    <a:pt x="8814" y="5817"/>
                    <a:pt x="8805" y="5681"/>
                    <a:pt x="8534" y="5371"/>
                  </a:cubicBezTo>
                  <a:cubicBezTo>
                    <a:pt x="7878" y="4635"/>
                    <a:pt x="7162" y="3840"/>
                    <a:pt x="6386" y="2964"/>
                  </a:cubicBezTo>
                  <a:cubicBezTo>
                    <a:pt x="4914" y="2487"/>
                    <a:pt x="3422" y="1930"/>
                    <a:pt x="2368" y="1333"/>
                  </a:cubicBezTo>
                  <a:cubicBezTo>
                    <a:pt x="1771" y="995"/>
                    <a:pt x="935" y="538"/>
                    <a:pt x="0" y="0"/>
                  </a:cubicBezTo>
                  <a:close/>
                </a:path>
              </a:pathLst>
            </a:custGeom>
            <a:solidFill>
              <a:srgbClr val="3699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0"/>
            <p:cNvSpPr/>
            <p:nvPr/>
          </p:nvSpPr>
          <p:spPr>
            <a:xfrm>
              <a:off x="-803650" y="1683000"/>
              <a:ext cx="461525" cy="464025"/>
            </a:xfrm>
            <a:custGeom>
              <a:rect b="b" l="l" r="r" t="t"/>
              <a:pathLst>
                <a:path extrusionOk="0" h="18561" w="18461">
                  <a:moveTo>
                    <a:pt x="4001" y="1"/>
                  </a:moveTo>
                  <a:cubicBezTo>
                    <a:pt x="2760" y="1"/>
                    <a:pt x="643" y="1256"/>
                    <a:pt x="477" y="2566"/>
                  </a:cubicBezTo>
                  <a:cubicBezTo>
                    <a:pt x="0" y="6227"/>
                    <a:pt x="557" y="9012"/>
                    <a:pt x="3859" y="12970"/>
                  </a:cubicBezTo>
                  <a:cubicBezTo>
                    <a:pt x="7142" y="16949"/>
                    <a:pt x="18460" y="18560"/>
                    <a:pt x="18460" y="18560"/>
                  </a:cubicBezTo>
                  <a:cubicBezTo>
                    <a:pt x="18460" y="18560"/>
                    <a:pt x="11438" y="7738"/>
                    <a:pt x="8912" y="4854"/>
                  </a:cubicBezTo>
                  <a:cubicBezTo>
                    <a:pt x="6624" y="2248"/>
                    <a:pt x="5908" y="1074"/>
                    <a:pt x="4615" y="159"/>
                  </a:cubicBezTo>
                  <a:cubicBezTo>
                    <a:pt x="4460" y="50"/>
                    <a:pt x="4248" y="1"/>
                    <a:pt x="4001" y="1"/>
                  </a:cubicBezTo>
                  <a:close/>
                </a:path>
              </a:pathLst>
            </a:custGeom>
            <a:solidFill>
              <a:srgbClr val="93C2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0"/>
            <p:cNvSpPr/>
            <p:nvPr/>
          </p:nvSpPr>
          <p:spPr>
            <a:xfrm>
              <a:off x="-787250" y="1865500"/>
              <a:ext cx="444625" cy="281525"/>
            </a:xfrm>
            <a:custGeom>
              <a:rect b="b" l="l" r="r" t="t"/>
              <a:pathLst>
                <a:path extrusionOk="0" h="11261" w="17785">
                  <a:moveTo>
                    <a:pt x="1" y="1"/>
                  </a:moveTo>
                  <a:cubicBezTo>
                    <a:pt x="438" y="1751"/>
                    <a:pt x="1413" y="3522"/>
                    <a:pt x="3183" y="5670"/>
                  </a:cubicBezTo>
                  <a:cubicBezTo>
                    <a:pt x="6466" y="9649"/>
                    <a:pt x="17785" y="11260"/>
                    <a:pt x="17785" y="11260"/>
                  </a:cubicBezTo>
                  <a:cubicBezTo>
                    <a:pt x="17785" y="11260"/>
                    <a:pt x="17188" y="10365"/>
                    <a:pt x="16293" y="8992"/>
                  </a:cubicBezTo>
                  <a:cubicBezTo>
                    <a:pt x="13826" y="8575"/>
                    <a:pt x="5173" y="6904"/>
                    <a:pt x="2368" y="3502"/>
                  </a:cubicBezTo>
                  <a:cubicBezTo>
                    <a:pt x="1313" y="2229"/>
                    <a:pt x="538" y="1095"/>
                    <a:pt x="1" y="1"/>
                  </a:cubicBezTo>
                  <a:close/>
                </a:path>
              </a:pathLst>
            </a:custGeom>
            <a:solidFill>
              <a:srgbClr val="63B4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0"/>
            <p:cNvSpPr/>
            <p:nvPr/>
          </p:nvSpPr>
          <p:spPr>
            <a:xfrm>
              <a:off x="-946900" y="1536825"/>
              <a:ext cx="170625" cy="172275"/>
            </a:xfrm>
            <a:custGeom>
              <a:rect b="b" l="l" r="r" t="t"/>
              <a:pathLst>
                <a:path extrusionOk="0" h="6891" w="6825">
                  <a:moveTo>
                    <a:pt x="3214" y="0"/>
                  </a:moveTo>
                  <a:cubicBezTo>
                    <a:pt x="3017" y="0"/>
                    <a:pt x="2820" y="14"/>
                    <a:pt x="2627" y="38"/>
                  </a:cubicBezTo>
                  <a:cubicBezTo>
                    <a:pt x="1115" y="237"/>
                    <a:pt x="1" y="1550"/>
                    <a:pt x="1" y="3082"/>
                  </a:cubicBezTo>
                  <a:lnTo>
                    <a:pt x="1" y="3798"/>
                  </a:lnTo>
                  <a:cubicBezTo>
                    <a:pt x="1" y="5523"/>
                    <a:pt x="1412" y="6890"/>
                    <a:pt x="3078" y="6890"/>
                  </a:cubicBezTo>
                  <a:cubicBezTo>
                    <a:pt x="3256" y="6890"/>
                    <a:pt x="3438" y="6875"/>
                    <a:pt x="3621" y="6842"/>
                  </a:cubicBezTo>
                  <a:cubicBezTo>
                    <a:pt x="5292" y="6543"/>
                    <a:pt x="6824" y="5648"/>
                    <a:pt x="6466" y="3341"/>
                  </a:cubicBezTo>
                  <a:cubicBezTo>
                    <a:pt x="6047" y="707"/>
                    <a:pt x="4619" y="0"/>
                    <a:pt x="3214" y="0"/>
                  </a:cubicBezTo>
                  <a:close/>
                </a:path>
              </a:pathLst>
            </a:custGeom>
            <a:solidFill>
              <a:srgbClr val="2124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0"/>
            <p:cNvSpPr/>
            <p:nvPr/>
          </p:nvSpPr>
          <p:spPr>
            <a:xfrm>
              <a:off x="-911575" y="1560150"/>
              <a:ext cx="77600" cy="63200"/>
            </a:xfrm>
            <a:custGeom>
              <a:rect b="b" l="l" r="r" t="t"/>
              <a:pathLst>
                <a:path extrusionOk="0" h="2528" w="3104">
                  <a:moveTo>
                    <a:pt x="1433" y="1"/>
                  </a:moveTo>
                  <a:cubicBezTo>
                    <a:pt x="577" y="1"/>
                    <a:pt x="0" y="776"/>
                    <a:pt x="0" y="1274"/>
                  </a:cubicBezTo>
                  <a:cubicBezTo>
                    <a:pt x="0" y="1791"/>
                    <a:pt x="577" y="2527"/>
                    <a:pt x="1433" y="2527"/>
                  </a:cubicBezTo>
                  <a:cubicBezTo>
                    <a:pt x="2288" y="2527"/>
                    <a:pt x="3104" y="1274"/>
                    <a:pt x="3104" y="1274"/>
                  </a:cubicBezTo>
                  <a:cubicBezTo>
                    <a:pt x="3104" y="1274"/>
                    <a:pt x="2308" y="21"/>
                    <a:pt x="1433" y="1"/>
                  </a:cubicBezTo>
                  <a:close/>
                </a:path>
              </a:pathLst>
            </a:custGeom>
            <a:solidFill>
              <a:srgbClr val="458D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0"/>
            <p:cNvSpPr/>
            <p:nvPr/>
          </p:nvSpPr>
          <p:spPr>
            <a:xfrm>
              <a:off x="-893735" y="1581358"/>
              <a:ext cx="24323" cy="24323"/>
            </a:xfrm>
            <a:custGeom>
              <a:rect b="b" l="l" r="r" t="t"/>
              <a:pathLst>
                <a:path extrusionOk="0" h="1692" w="1692">
                  <a:moveTo>
                    <a:pt x="856" y="0"/>
                  </a:moveTo>
                  <a:cubicBezTo>
                    <a:pt x="378" y="0"/>
                    <a:pt x="0" y="378"/>
                    <a:pt x="0" y="836"/>
                  </a:cubicBezTo>
                  <a:cubicBezTo>
                    <a:pt x="0" y="1313"/>
                    <a:pt x="378" y="1691"/>
                    <a:pt x="856" y="1691"/>
                  </a:cubicBezTo>
                  <a:cubicBezTo>
                    <a:pt x="1313" y="1691"/>
                    <a:pt x="1691" y="1313"/>
                    <a:pt x="1691" y="836"/>
                  </a:cubicBezTo>
                  <a:cubicBezTo>
                    <a:pt x="1691" y="378"/>
                    <a:pt x="1313" y="0"/>
                    <a:pt x="8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0"/>
            <p:cNvSpPr/>
            <p:nvPr/>
          </p:nvSpPr>
          <p:spPr>
            <a:xfrm>
              <a:off x="-890011" y="1584477"/>
              <a:ext cx="8582" cy="8625"/>
            </a:xfrm>
            <a:custGeom>
              <a:rect b="b" l="l" r="r" t="t"/>
              <a:pathLst>
                <a:path extrusionOk="0" h="600" w="597">
                  <a:moveTo>
                    <a:pt x="322" y="1"/>
                  </a:moveTo>
                  <a:cubicBezTo>
                    <a:pt x="314" y="1"/>
                    <a:pt x="306" y="1"/>
                    <a:pt x="298" y="2"/>
                  </a:cubicBezTo>
                  <a:cubicBezTo>
                    <a:pt x="139" y="2"/>
                    <a:pt x="0" y="141"/>
                    <a:pt x="0" y="301"/>
                  </a:cubicBezTo>
                  <a:cubicBezTo>
                    <a:pt x="0" y="460"/>
                    <a:pt x="119" y="599"/>
                    <a:pt x="298" y="599"/>
                  </a:cubicBezTo>
                  <a:cubicBezTo>
                    <a:pt x="438" y="599"/>
                    <a:pt x="597" y="480"/>
                    <a:pt x="597" y="301"/>
                  </a:cubicBezTo>
                  <a:cubicBezTo>
                    <a:pt x="597" y="151"/>
                    <a:pt x="455" y="1"/>
                    <a:pt x="32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0"/>
            <p:cNvSpPr/>
            <p:nvPr/>
          </p:nvSpPr>
          <p:spPr>
            <a:xfrm>
              <a:off x="-891161" y="1594512"/>
              <a:ext cx="3738" cy="3738"/>
            </a:xfrm>
            <a:custGeom>
              <a:rect b="b" l="l" r="r" t="t"/>
              <a:pathLst>
                <a:path extrusionOk="0" h="260" w="260">
                  <a:moveTo>
                    <a:pt x="120" y="0"/>
                  </a:moveTo>
                  <a:cubicBezTo>
                    <a:pt x="60" y="0"/>
                    <a:pt x="0" y="60"/>
                    <a:pt x="0" y="140"/>
                  </a:cubicBezTo>
                  <a:cubicBezTo>
                    <a:pt x="0" y="199"/>
                    <a:pt x="60" y="259"/>
                    <a:pt x="120" y="259"/>
                  </a:cubicBezTo>
                  <a:cubicBezTo>
                    <a:pt x="199" y="259"/>
                    <a:pt x="259" y="199"/>
                    <a:pt x="259" y="140"/>
                  </a:cubicBezTo>
                  <a:cubicBezTo>
                    <a:pt x="259" y="60"/>
                    <a:pt x="199" y="0"/>
                    <a:pt x="1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0"/>
            <p:cNvSpPr/>
            <p:nvPr/>
          </p:nvSpPr>
          <p:spPr>
            <a:xfrm>
              <a:off x="-1008050" y="1595475"/>
              <a:ext cx="89025" cy="119875"/>
            </a:xfrm>
            <a:custGeom>
              <a:rect b="b" l="l" r="r" t="t"/>
              <a:pathLst>
                <a:path extrusionOk="0" h="4795" w="3561">
                  <a:moveTo>
                    <a:pt x="2507" y="0"/>
                  </a:moveTo>
                  <a:cubicBezTo>
                    <a:pt x="2507" y="0"/>
                    <a:pt x="1910" y="219"/>
                    <a:pt x="1572" y="557"/>
                  </a:cubicBezTo>
                  <a:cubicBezTo>
                    <a:pt x="1353" y="756"/>
                    <a:pt x="1174" y="955"/>
                    <a:pt x="1015" y="1214"/>
                  </a:cubicBezTo>
                  <a:cubicBezTo>
                    <a:pt x="0" y="3183"/>
                    <a:pt x="1313" y="4794"/>
                    <a:pt x="1313" y="4794"/>
                  </a:cubicBezTo>
                  <a:cubicBezTo>
                    <a:pt x="1313" y="4794"/>
                    <a:pt x="1611" y="3979"/>
                    <a:pt x="2487" y="3461"/>
                  </a:cubicBezTo>
                  <a:cubicBezTo>
                    <a:pt x="2606" y="3382"/>
                    <a:pt x="3044" y="3302"/>
                    <a:pt x="3044" y="3302"/>
                  </a:cubicBezTo>
                  <a:cubicBezTo>
                    <a:pt x="3044" y="3302"/>
                    <a:pt x="3561" y="2705"/>
                    <a:pt x="3461" y="1452"/>
                  </a:cubicBezTo>
                  <a:cubicBezTo>
                    <a:pt x="3362" y="20"/>
                    <a:pt x="2507" y="0"/>
                    <a:pt x="2507" y="0"/>
                  </a:cubicBezTo>
                  <a:close/>
                </a:path>
              </a:pathLst>
            </a:custGeom>
            <a:solidFill>
              <a:srgbClr val="F081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0"/>
            <p:cNvSpPr/>
            <p:nvPr/>
          </p:nvSpPr>
          <p:spPr>
            <a:xfrm>
              <a:off x="-1008050" y="1595475"/>
              <a:ext cx="86550" cy="119875"/>
            </a:xfrm>
            <a:custGeom>
              <a:rect b="b" l="l" r="r" t="t"/>
              <a:pathLst>
                <a:path extrusionOk="0" h="4795" w="3462">
                  <a:moveTo>
                    <a:pt x="2507" y="0"/>
                  </a:moveTo>
                  <a:cubicBezTo>
                    <a:pt x="2507" y="0"/>
                    <a:pt x="1910" y="219"/>
                    <a:pt x="1572" y="557"/>
                  </a:cubicBezTo>
                  <a:cubicBezTo>
                    <a:pt x="1333" y="756"/>
                    <a:pt x="1174" y="955"/>
                    <a:pt x="1015" y="1214"/>
                  </a:cubicBezTo>
                  <a:cubicBezTo>
                    <a:pt x="0" y="3183"/>
                    <a:pt x="1313" y="4794"/>
                    <a:pt x="1313" y="4794"/>
                  </a:cubicBezTo>
                  <a:cubicBezTo>
                    <a:pt x="1253" y="4197"/>
                    <a:pt x="1293" y="3481"/>
                    <a:pt x="1691" y="2705"/>
                  </a:cubicBezTo>
                  <a:cubicBezTo>
                    <a:pt x="1810" y="2447"/>
                    <a:pt x="2009" y="2248"/>
                    <a:pt x="2248" y="2029"/>
                  </a:cubicBezTo>
                  <a:cubicBezTo>
                    <a:pt x="2507" y="1790"/>
                    <a:pt x="3243" y="1512"/>
                    <a:pt x="3461" y="1452"/>
                  </a:cubicBezTo>
                  <a:cubicBezTo>
                    <a:pt x="3362" y="20"/>
                    <a:pt x="2507" y="0"/>
                    <a:pt x="2507" y="0"/>
                  </a:cubicBezTo>
                  <a:close/>
                </a:path>
              </a:pathLst>
            </a:custGeom>
            <a:solidFill>
              <a:srgbClr val="F6A0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0"/>
            <p:cNvSpPr/>
            <p:nvPr/>
          </p:nvSpPr>
          <p:spPr>
            <a:xfrm>
              <a:off x="-814100" y="1682750"/>
              <a:ext cx="255150" cy="414025"/>
            </a:xfrm>
            <a:custGeom>
              <a:rect b="b" l="l" r="r" t="t"/>
              <a:pathLst>
                <a:path extrusionOk="0" h="16561" w="10206">
                  <a:moveTo>
                    <a:pt x="3994" y="0"/>
                  </a:moveTo>
                  <a:cubicBezTo>
                    <a:pt x="2761" y="0"/>
                    <a:pt x="648" y="1252"/>
                    <a:pt x="478" y="2576"/>
                  </a:cubicBezTo>
                  <a:cubicBezTo>
                    <a:pt x="0" y="6237"/>
                    <a:pt x="557" y="9022"/>
                    <a:pt x="3859" y="12980"/>
                  </a:cubicBezTo>
                  <a:cubicBezTo>
                    <a:pt x="5133" y="14492"/>
                    <a:pt x="7560" y="15686"/>
                    <a:pt x="10106" y="16561"/>
                  </a:cubicBezTo>
                  <a:cubicBezTo>
                    <a:pt x="10146" y="16521"/>
                    <a:pt x="10165" y="16501"/>
                    <a:pt x="10205" y="16461"/>
                  </a:cubicBezTo>
                  <a:cubicBezTo>
                    <a:pt x="7778" y="15586"/>
                    <a:pt x="5471" y="14432"/>
                    <a:pt x="4257" y="12980"/>
                  </a:cubicBezTo>
                  <a:cubicBezTo>
                    <a:pt x="975" y="9002"/>
                    <a:pt x="418" y="6237"/>
                    <a:pt x="876" y="2576"/>
                  </a:cubicBezTo>
                  <a:cubicBezTo>
                    <a:pt x="1015" y="1343"/>
                    <a:pt x="2944" y="149"/>
                    <a:pt x="4178" y="10"/>
                  </a:cubicBezTo>
                  <a:cubicBezTo>
                    <a:pt x="4119" y="3"/>
                    <a:pt x="4058" y="0"/>
                    <a:pt x="3994" y="0"/>
                  </a:cubicBezTo>
                  <a:close/>
                </a:path>
              </a:pathLst>
            </a:custGeom>
            <a:solidFill>
              <a:srgbClr val="0202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6" name="Google Shape;256;p20"/>
          <p:cNvGrpSpPr/>
          <p:nvPr/>
        </p:nvGrpSpPr>
        <p:grpSpPr>
          <a:xfrm>
            <a:off x="4054290" y="3443001"/>
            <a:ext cx="992407" cy="1513681"/>
            <a:chOff x="-781775" y="3765275"/>
            <a:chExt cx="680850" cy="1038475"/>
          </a:xfrm>
        </p:grpSpPr>
        <p:sp>
          <p:nvSpPr>
            <p:cNvPr id="257" name="Google Shape;257;p20"/>
            <p:cNvSpPr/>
            <p:nvPr/>
          </p:nvSpPr>
          <p:spPr>
            <a:xfrm>
              <a:off x="-346525" y="4410700"/>
              <a:ext cx="75025" cy="63775"/>
            </a:xfrm>
            <a:custGeom>
              <a:rect b="b" l="l" r="r" t="t"/>
              <a:pathLst>
                <a:path extrusionOk="0" h="2551" w="3001">
                  <a:moveTo>
                    <a:pt x="1825" y="1"/>
                  </a:moveTo>
                  <a:cubicBezTo>
                    <a:pt x="1513" y="1"/>
                    <a:pt x="1150" y="72"/>
                    <a:pt x="792" y="282"/>
                  </a:cubicBezTo>
                  <a:cubicBezTo>
                    <a:pt x="315" y="541"/>
                    <a:pt x="116" y="1197"/>
                    <a:pt x="96" y="1555"/>
                  </a:cubicBezTo>
                  <a:cubicBezTo>
                    <a:pt x="0" y="2532"/>
                    <a:pt x="752" y="2550"/>
                    <a:pt x="809" y="2550"/>
                  </a:cubicBezTo>
                  <a:cubicBezTo>
                    <a:pt x="811" y="2550"/>
                    <a:pt x="812" y="2550"/>
                    <a:pt x="812" y="2550"/>
                  </a:cubicBezTo>
                  <a:cubicBezTo>
                    <a:pt x="812" y="2550"/>
                    <a:pt x="514" y="1774"/>
                    <a:pt x="713" y="1277"/>
                  </a:cubicBezTo>
                  <a:cubicBezTo>
                    <a:pt x="911" y="780"/>
                    <a:pt x="1409" y="561"/>
                    <a:pt x="1787" y="561"/>
                  </a:cubicBezTo>
                  <a:cubicBezTo>
                    <a:pt x="1802" y="560"/>
                    <a:pt x="1818" y="560"/>
                    <a:pt x="1834" y="560"/>
                  </a:cubicBezTo>
                  <a:cubicBezTo>
                    <a:pt x="2395" y="560"/>
                    <a:pt x="2960" y="899"/>
                    <a:pt x="2960" y="899"/>
                  </a:cubicBezTo>
                  <a:cubicBezTo>
                    <a:pt x="2960" y="899"/>
                    <a:pt x="3000" y="382"/>
                    <a:pt x="2503" y="123"/>
                  </a:cubicBezTo>
                  <a:cubicBezTo>
                    <a:pt x="2343" y="57"/>
                    <a:pt x="2104" y="1"/>
                    <a:pt x="1825" y="1"/>
                  </a:cubicBezTo>
                  <a:close/>
                </a:path>
              </a:pathLst>
            </a:custGeom>
            <a:solidFill>
              <a:srgbClr val="292F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0"/>
            <p:cNvSpPr/>
            <p:nvPr/>
          </p:nvSpPr>
          <p:spPr>
            <a:xfrm>
              <a:off x="-386725" y="4390800"/>
              <a:ext cx="74925" cy="63775"/>
            </a:xfrm>
            <a:custGeom>
              <a:rect b="b" l="l" r="r" t="t"/>
              <a:pathLst>
                <a:path extrusionOk="0" h="2551" w="2997">
                  <a:moveTo>
                    <a:pt x="1822" y="1"/>
                  </a:moveTo>
                  <a:cubicBezTo>
                    <a:pt x="1509" y="1"/>
                    <a:pt x="1146" y="72"/>
                    <a:pt x="789" y="283"/>
                  </a:cubicBezTo>
                  <a:cubicBezTo>
                    <a:pt x="311" y="521"/>
                    <a:pt x="112" y="1198"/>
                    <a:pt x="93" y="1556"/>
                  </a:cubicBezTo>
                  <a:cubicBezTo>
                    <a:pt x="0" y="2516"/>
                    <a:pt x="697" y="2551"/>
                    <a:pt x="797" y="2551"/>
                  </a:cubicBezTo>
                  <a:cubicBezTo>
                    <a:pt x="805" y="2551"/>
                    <a:pt x="809" y="2550"/>
                    <a:pt x="809" y="2550"/>
                  </a:cubicBezTo>
                  <a:cubicBezTo>
                    <a:pt x="809" y="2550"/>
                    <a:pt x="510" y="1775"/>
                    <a:pt x="709" y="1277"/>
                  </a:cubicBezTo>
                  <a:cubicBezTo>
                    <a:pt x="908" y="780"/>
                    <a:pt x="1406" y="561"/>
                    <a:pt x="1783" y="561"/>
                  </a:cubicBezTo>
                  <a:cubicBezTo>
                    <a:pt x="1812" y="559"/>
                    <a:pt x="1841" y="558"/>
                    <a:pt x="1870" y="558"/>
                  </a:cubicBezTo>
                  <a:cubicBezTo>
                    <a:pt x="2419" y="558"/>
                    <a:pt x="2957" y="899"/>
                    <a:pt x="2957" y="899"/>
                  </a:cubicBezTo>
                  <a:cubicBezTo>
                    <a:pt x="2957" y="899"/>
                    <a:pt x="2997" y="382"/>
                    <a:pt x="2500" y="123"/>
                  </a:cubicBezTo>
                  <a:cubicBezTo>
                    <a:pt x="2340" y="58"/>
                    <a:pt x="2101" y="1"/>
                    <a:pt x="1822" y="1"/>
                  </a:cubicBezTo>
                  <a:close/>
                </a:path>
              </a:pathLst>
            </a:custGeom>
            <a:solidFill>
              <a:srgbClr val="292F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0"/>
            <p:cNvSpPr/>
            <p:nvPr/>
          </p:nvSpPr>
          <p:spPr>
            <a:xfrm>
              <a:off x="-781775" y="4271525"/>
              <a:ext cx="312825" cy="532225"/>
            </a:xfrm>
            <a:custGeom>
              <a:rect b="b" l="l" r="r" t="t"/>
              <a:pathLst>
                <a:path extrusionOk="0" h="21289" w="12513">
                  <a:moveTo>
                    <a:pt x="12155" y="1"/>
                  </a:moveTo>
                  <a:lnTo>
                    <a:pt x="7162" y="5829"/>
                  </a:lnTo>
                  <a:cubicBezTo>
                    <a:pt x="6286" y="7640"/>
                    <a:pt x="5690" y="8893"/>
                    <a:pt x="5690" y="8893"/>
                  </a:cubicBezTo>
                  <a:cubicBezTo>
                    <a:pt x="5690" y="8893"/>
                    <a:pt x="0" y="21067"/>
                    <a:pt x="557" y="21286"/>
                  </a:cubicBezTo>
                  <a:cubicBezTo>
                    <a:pt x="561" y="21288"/>
                    <a:pt x="566" y="21289"/>
                    <a:pt x="571" y="21289"/>
                  </a:cubicBezTo>
                  <a:cubicBezTo>
                    <a:pt x="1242" y="21289"/>
                    <a:pt x="10677" y="6241"/>
                    <a:pt x="12513" y="5451"/>
                  </a:cubicBezTo>
                  <a:lnTo>
                    <a:pt x="12155" y="1"/>
                  </a:lnTo>
                  <a:close/>
                </a:path>
              </a:pathLst>
            </a:custGeom>
            <a:solidFill>
              <a:srgbClr val="3A84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0"/>
            <p:cNvSpPr/>
            <p:nvPr/>
          </p:nvSpPr>
          <p:spPr>
            <a:xfrm>
              <a:off x="-583850" y="3765275"/>
              <a:ext cx="448100" cy="727100"/>
            </a:xfrm>
            <a:custGeom>
              <a:rect b="b" l="l" r="r" t="t"/>
              <a:pathLst>
                <a:path extrusionOk="0" h="29084" w="17924">
                  <a:moveTo>
                    <a:pt x="13189" y="0"/>
                  </a:moveTo>
                  <a:cubicBezTo>
                    <a:pt x="10584" y="0"/>
                    <a:pt x="8296" y="1432"/>
                    <a:pt x="7958" y="6226"/>
                  </a:cubicBezTo>
                  <a:lnTo>
                    <a:pt x="1" y="29083"/>
                  </a:lnTo>
                  <a:cubicBezTo>
                    <a:pt x="1" y="29083"/>
                    <a:pt x="10146" y="27969"/>
                    <a:pt x="14005" y="22021"/>
                  </a:cubicBezTo>
                  <a:cubicBezTo>
                    <a:pt x="17864" y="16073"/>
                    <a:pt x="15935" y="8554"/>
                    <a:pt x="15935" y="8554"/>
                  </a:cubicBezTo>
                  <a:cubicBezTo>
                    <a:pt x="17128" y="7718"/>
                    <a:pt x="17924" y="6306"/>
                    <a:pt x="17924" y="4715"/>
                  </a:cubicBezTo>
                  <a:cubicBezTo>
                    <a:pt x="17924" y="2109"/>
                    <a:pt x="15815" y="0"/>
                    <a:pt x="13189" y="0"/>
                  </a:cubicBezTo>
                  <a:close/>
                </a:path>
              </a:pathLst>
            </a:custGeom>
            <a:solidFill>
              <a:srgbClr val="BAE3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0"/>
            <p:cNvSpPr/>
            <p:nvPr/>
          </p:nvSpPr>
          <p:spPr>
            <a:xfrm>
              <a:off x="-583850" y="3980000"/>
              <a:ext cx="443125" cy="512875"/>
            </a:xfrm>
            <a:custGeom>
              <a:rect b="b" l="l" r="r" t="t"/>
              <a:pathLst>
                <a:path extrusionOk="0" h="20515" w="17725">
                  <a:moveTo>
                    <a:pt x="15932" y="1"/>
                  </a:moveTo>
                  <a:cubicBezTo>
                    <a:pt x="15871" y="1"/>
                    <a:pt x="15059" y="1822"/>
                    <a:pt x="15059" y="4361"/>
                  </a:cubicBezTo>
                  <a:cubicBezTo>
                    <a:pt x="15059" y="6987"/>
                    <a:pt x="14363" y="10508"/>
                    <a:pt x="12434" y="13452"/>
                  </a:cubicBezTo>
                  <a:cubicBezTo>
                    <a:pt x="9529" y="17888"/>
                    <a:pt x="3144" y="19659"/>
                    <a:pt x="80" y="20255"/>
                  </a:cubicBezTo>
                  <a:lnTo>
                    <a:pt x="1" y="20514"/>
                  </a:lnTo>
                  <a:cubicBezTo>
                    <a:pt x="1" y="20514"/>
                    <a:pt x="10146" y="19400"/>
                    <a:pt x="14025" y="13452"/>
                  </a:cubicBezTo>
                  <a:cubicBezTo>
                    <a:pt x="17725" y="7743"/>
                    <a:pt x="16054" y="562"/>
                    <a:pt x="15935" y="25"/>
                  </a:cubicBezTo>
                  <a:lnTo>
                    <a:pt x="15935" y="5"/>
                  </a:lnTo>
                  <a:cubicBezTo>
                    <a:pt x="15934" y="2"/>
                    <a:pt x="15933" y="1"/>
                    <a:pt x="15932" y="1"/>
                  </a:cubicBezTo>
                  <a:close/>
                </a:path>
              </a:pathLst>
            </a:custGeom>
            <a:solidFill>
              <a:srgbClr val="99D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0"/>
            <p:cNvSpPr/>
            <p:nvPr/>
          </p:nvSpPr>
          <p:spPr>
            <a:xfrm>
              <a:off x="-689775" y="3920000"/>
              <a:ext cx="511700" cy="625075"/>
            </a:xfrm>
            <a:custGeom>
              <a:rect b="b" l="l" r="r" t="t"/>
              <a:pathLst>
                <a:path extrusionOk="0" h="25003" w="20468">
                  <a:moveTo>
                    <a:pt x="13171" y="1"/>
                  </a:moveTo>
                  <a:cubicBezTo>
                    <a:pt x="12856" y="1"/>
                    <a:pt x="12530" y="26"/>
                    <a:pt x="12195" y="77"/>
                  </a:cubicBezTo>
                  <a:cubicBezTo>
                    <a:pt x="12195" y="77"/>
                    <a:pt x="10603" y="1510"/>
                    <a:pt x="9131" y="4454"/>
                  </a:cubicBezTo>
                  <a:cubicBezTo>
                    <a:pt x="6585" y="9467"/>
                    <a:pt x="0" y="25003"/>
                    <a:pt x="0" y="25003"/>
                  </a:cubicBezTo>
                  <a:cubicBezTo>
                    <a:pt x="0" y="25003"/>
                    <a:pt x="9728" y="21402"/>
                    <a:pt x="15437" y="13266"/>
                  </a:cubicBezTo>
                  <a:cubicBezTo>
                    <a:pt x="20468" y="6141"/>
                    <a:pt x="18115" y="1"/>
                    <a:pt x="13171" y="1"/>
                  </a:cubicBezTo>
                  <a:close/>
                </a:path>
              </a:pathLst>
            </a:custGeom>
            <a:solidFill>
              <a:srgbClr val="63C4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0"/>
            <p:cNvSpPr/>
            <p:nvPr/>
          </p:nvSpPr>
          <p:spPr>
            <a:xfrm>
              <a:off x="-390900" y="3765275"/>
              <a:ext cx="238750" cy="193975"/>
            </a:xfrm>
            <a:custGeom>
              <a:rect b="b" l="l" r="r" t="t"/>
              <a:pathLst>
                <a:path extrusionOk="0" h="7759" w="9550">
                  <a:moveTo>
                    <a:pt x="5471" y="0"/>
                  </a:moveTo>
                  <a:cubicBezTo>
                    <a:pt x="2866" y="0"/>
                    <a:pt x="578" y="1432"/>
                    <a:pt x="240" y="6226"/>
                  </a:cubicBezTo>
                  <a:lnTo>
                    <a:pt x="1" y="6863"/>
                  </a:lnTo>
                  <a:lnTo>
                    <a:pt x="1791" y="7758"/>
                  </a:lnTo>
                  <a:lnTo>
                    <a:pt x="4218" y="7102"/>
                  </a:lnTo>
                  <a:cubicBezTo>
                    <a:pt x="4218" y="7102"/>
                    <a:pt x="4735" y="5868"/>
                    <a:pt x="4457" y="4675"/>
                  </a:cubicBezTo>
                  <a:cubicBezTo>
                    <a:pt x="4159" y="3342"/>
                    <a:pt x="5273" y="1731"/>
                    <a:pt x="6446" y="1432"/>
                  </a:cubicBezTo>
                  <a:cubicBezTo>
                    <a:pt x="6694" y="1367"/>
                    <a:pt x="6934" y="1340"/>
                    <a:pt x="7165" y="1340"/>
                  </a:cubicBezTo>
                  <a:cubicBezTo>
                    <a:pt x="8490" y="1340"/>
                    <a:pt x="9482" y="2257"/>
                    <a:pt x="9549" y="2308"/>
                  </a:cubicBezTo>
                  <a:cubicBezTo>
                    <a:pt x="8714" y="935"/>
                    <a:pt x="7222" y="0"/>
                    <a:pt x="5471" y="0"/>
                  </a:cubicBezTo>
                  <a:close/>
                </a:path>
              </a:pathLst>
            </a:custGeom>
            <a:solidFill>
              <a:srgbClr val="99D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0"/>
            <p:cNvSpPr/>
            <p:nvPr/>
          </p:nvSpPr>
          <p:spPr>
            <a:xfrm>
              <a:off x="-689775" y="3920000"/>
              <a:ext cx="511700" cy="625075"/>
            </a:xfrm>
            <a:custGeom>
              <a:rect b="b" l="l" r="r" t="t"/>
              <a:pathLst>
                <a:path extrusionOk="0" h="25003" w="20468">
                  <a:moveTo>
                    <a:pt x="13171" y="1"/>
                  </a:moveTo>
                  <a:cubicBezTo>
                    <a:pt x="12856" y="1"/>
                    <a:pt x="12530" y="26"/>
                    <a:pt x="12195" y="77"/>
                  </a:cubicBezTo>
                  <a:cubicBezTo>
                    <a:pt x="12195" y="77"/>
                    <a:pt x="10603" y="1510"/>
                    <a:pt x="9131" y="4454"/>
                  </a:cubicBezTo>
                  <a:cubicBezTo>
                    <a:pt x="6585" y="9467"/>
                    <a:pt x="0" y="25003"/>
                    <a:pt x="0" y="25003"/>
                  </a:cubicBezTo>
                  <a:cubicBezTo>
                    <a:pt x="0" y="25003"/>
                    <a:pt x="9728" y="21402"/>
                    <a:pt x="15437" y="13266"/>
                  </a:cubicBezTo>
                  <a:cubicBezTo>
                    <a:pt x="20468" y="6141"/>
                    <a:pt x="18115" y="1"/>
                    <a:pt x="13171" y="1"/>
                  </a:cubicBezTo>
                  <a:close/>
                </a:path>
              </a:pathLst>
            </a:custGeom>
            <a:solidFill>
              <a:srgbClr val="63C4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0"/>
            <p:cNvSpPr/>
            <p:nvPr/>
          </p:nvSpPr>
          <p:spPr>
            <a:xfrm>
              <a:off x="-690275" y="4022375"/>
              <a:ext cx="465025" cy="522200"/>
            </a:xfrm>
            <a:custGeom>
              <a:rect b="b" l="l" r="r" t="t"/>
              <a:pathLst>
                <a:path extrusionOk="0" h="20888" w="18601">
                  <a:moveTo>
                    <a:pt x="18083" y="1"/>
                  </a:moveTo>
                  <a:cubicBezTo>
                    <a:pt x="17705" y="856"/>
                    <a:pt x="17208" y="1691"/>
                    <a:pt x="16591" y="2547"/>
                  </a:cubicBezTo>
                  <a:cubicBezTo>
                    <a:pt x="12513" y="8316"/>
                    <a:pt x="6446" y="11797"/>
                    <a:pt x="3263" y="13329"/>
                  </a:cubicBezTo>
                  <a:cubicBezTo>
                    <a:pt x="1473" y="17486"/>
                    <a:pt x="1" y="20888"/>
                    <a:pt x="1" y="20888"/>
                  </a:cubicBezTo>
                  <a:cubicBezTo>
                    <a:pt x="1" y="20888"/>
                    <a:pt x="9728" y="17287"/>
                    <a:pt x="15437" y="9151"/>
                  </a:cubicBezTo>
                  <a:cubicBezTo>
                    <a:pt x="17904" y="5670"/>
                    <a:pt x="18600" y="2408"/>
                    <a:pt x="18083" y="1"/>
                  </a:cubicBezTo>
                  <a:close/>
                </a:path>
              </a:pathLst>
            </a:custGeom>
            <a:solidFill>
              <a:srgbClr val="53B2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0"/>
            <p:cNvSpPr/>
            <p:nvPr/>
          </p:nvSpPr>
          <p:spPr>
            <a:xfrm>
              <a:off x="-689775" y="4156650"/>
              <a:ext cx="437175" cy="387925"/>
            </a:xfrm>
            <a:custGeom>
              <a:rect b="b" l="l" r="r" t="t"/>
              <a:pathLst>
                <a:path extrusionOk="0" h="15517" w="17487">
                  <a:moveTo>
                    <a:pt x="17486" y="1"/>
                  </a:moveTo>
                  <a:cubicBezTo>
                    <a:pt x="17188" y="458"/>
                    <a:pt x="16869" y="876"/>
                    <a:pt x="16492" y="1294"/>
                  </a:cubicBezTo>
                  <a:cubicBezTo>
                    <a:pt x="11797" y="6764"/>
                    <a:pt x="5252" y="9668"/>
                    <a:pt x="1990" y="10862"/>
                  </a:cubicBezTo>
                  <a:cubicBezTo>
                    <a:pt x="816" y="13607"/>
                    <a:pt x="0" y="15517"/>
                    <a:pt x="0" y="15517"/>
                  </a:cubicBezTo>
                  <a:cubicBezTo>
                    <a:pt x="0" y="15517"/>
                    <a:pt x="9728" y="11916"/>
                    <a:pt x="15437" y="3780"/>
                  </a:cubicBezTo>
                  <a:cubicBezTo>
                    <a:pt x="16372" y="2487"/>
                    <a:pt x="17029" y="1214"/>
                    <a:pt x="17486" y="1"/>
                  </a:cubicBezTo>
                  <a:close/>
                </a:path>
              </a:pathLst>
            </a:custGeom>
            <a:solidFill>
              <a:srgbClr val="4CA3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0"/>
            <p:cNvSpPr/>
            <p:nvPr/>
          </p:nvSpPr>
          <p:spPr>
            <a:xfrm>
              <a:off x="-184425" y="3864725"/>
              <a:ext cx="83000" cy="66175"/>
            </a:xfrm>
            <a:custGeom>
              <a:rect b="b" l="l" r="r" t="t"/>
              <a:pathLst>
                <a:path extrusionOk="0" h="2647" w="3320">
                  <a:moveTo>
                    <a:pt x="1867" y="1"/>
                  </a:moveTo>
                  <a:cubicBezTo>
                    <a:pt x="1867" y="1"/>
                    <a:pt x="37" y="299"/>
                    <a:pt x="37" y="1154"/>
                  </a:cubicBezTo>
                  <a:cubicBezTo>
                    <a:pt x="0" y="2595"/>
                    <a:pt x="1318" y="2647"/>
                    <a:pt x="1507" y="2647"/>
                  </a:cubicBezTo>
                  <a:cubicBezTo>
                    <a:pt x="1521" y="2647"/>
                    <a:pt x="1529" y="2646"/>
                    <a:pt x="1529" y="2646"/>
                  </a:cubicBezTo>
                  <a:lnTo>
                    <a:pt x="3320" y="1552"/>
                  </a:lnTo>
                  <a:lnTo>
                    <a:pt x="1867" y="1"/>
                  </a:lnTo>
                  <a:close/>
                </a:path>
              </a:pathLst>
            </a:custGeom>
            <a:solidFill>
              <a:srgbClr val="BCA8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0"/>
            <p:cNvSpPr/>
            <p:nvPr/>
          </p:nvSpPr>
          <p:spPr>
            <a:xfrm>
              <a:off x="-183500" y="3864725"/>
              <a:ext cx="82575" cy="38825"/>
            </a:xfrm>
            <a:custGeom>
              <a:rect b="b" l="l" r="r" t="t"/>
              <a:pathLst>
                <a:path extrusionOk="0" h="1553" w="3303">
                  <a:moveTo>
                    <a:pt x="1850" y="1"/>
                  </a:moveTo>
                  <a:cubicBezTo>
                    <a:pt x="1850" y="1"/>
                    <a:pt x="20" y="299"/>
                    <a:pt x="20" y="1154"/>
                  </a:cubicBezTo>
                  <a:cubicBezTo>
                    <a:pt x="0" y="1254"/>
                    <a:pt x="0" y="1333"/>
                    <a:pt x="20" y="1413"/>
                  </a:cubicBezTo>
                  <a:lnTo>
                    <a:pt x="3302" y="1552"/>
                  </a:lnTo>
                  <a:lnTo>
                    <a:pt x="1850" y="1"/>
                  </a:lnTo>
                  <a:close/>
                </a:path>
              </a:pathLst>
            </a:custGeom>
            <a:solidFill>
              <a:srgbClr val="C8B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0"/>
            <p:cNvSpPr/>
            <p:nvPr/>
          </p:nvSpPr>
          <p:spPr>
            <a:xfrm>
              <a:off x="-226775" y="3825075"/>
              <a:ext cx="46275" cy="42525"/>
            </a:xfrm>
            <a:custGeom>
              <a:rect b="b" l="l" r="r" t="t"/>
              <a:pathLst>
                <a:path extrusionOk="0" h="1701" w="1851">
                  <a:moveTo>
                    <a:pt x="928" y="0"/>
                  </a:moveTo>
                  <a:cubicBezTo>
                    <a:pt x="712" y="0"/>
                    <a:pt x="498" y="85"/>
                    <a:pt x="339" y="254"/>
                  </a:cubicBezTo>
                  <a:cubicBezTo>
                    <a:pt x="1" y="592"/>
                    <a:pt x="1" y="1129"/>
                    <a:pt x="339" y="1447"/>
                  </a:cubicBezTo>
                  <a:cubicBezTo>
                    <a:pt x="498" y="1616"/>
                    <a:pt x="712" y="1701"/>
                    <a:pt x="928" y="1701"/>
                  </a:cubicBezTo>
                  <a:cubicBezTo>
                    <a:pt x="1144" y="1701"/>
                    <a:pt x="1363" y="1616"/>
                    <a:pt x="1532" y="1447"/>
                  </a:cubicBezTo>
                  <a:cubicBezTo>
                    <a:pt x="1851" y="1129"/>
                    <a:pt x="1851" y="592"/>
                    <a:pt x="1532" y="254"/>
                  </a:cubicBezTo>
                  <a:cubicBezTo>
                    <a:pt x="1363" y="85"/>
                    <a:pt x="1144" y="0"/>
                    <a:pt x="928" y="0"/>
                  </a:cubicBezTo>
                  <a:close/>
                </a:path>
              </a:pathLst>
            </a:custGeom>
            <a:solidFill>
              <a:srgbClr val="292F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0"/>
            <p:cNvSpPr/>
            <p:nvPr/>
          </p:nvSpPr>
          <p:spPr>
            <a:xfrm>
              <a:off x="-200425" y="3838125"/>
              <a:ext cx="16950" cy="14950"/>
            </a:xfrm>
            <a:custGeom>
              <a:rect b="b" l="l" r="r" t="t"/>
              <a:pathLst>
                <a:path extrusionOk="0" h="598" w="678">
                  <a:moveTo>
                    <a:pt x="322" y="0"/>
                  </a:moveTo>
                  <a:cubicBezTo>
                    <a:pt x="245" y="0"/>
                    <a:pt x="170" y="30"/>
                    <a:pt x="120" y="90"/>
                  </a:cubicBezTo>
                  <a:cubicBezTo>
                    <a:pt x="1" y="209"/>
                    <a:pt x="1" y="408"/>
                    <a:pt x="120" y="508"/>
                  </a:cubicBezTo>
                  <a:cubicBezTo>
                    <a:pt x="180" y="567"/>
                    <a:pt x="259" y="597"/>
                    <a:pt x="337" y="597"/>
                  </a:cubicBezTo>
                  <a:cubicBezTo>
                    <a:pt x="414" y="597"/>
                    <a:pt x="488" y="567"/>
                    <a:pt x="538" y="508"/>
                  </a:cubicBezTo>
                  <a:cubicBezTo>
                    <a:pt x="677" y="388"/>
                    <a:pt x="677" y="189"/>
                    <a:pt x="538" y="90"/>
                  </a:cubicBezTo>
                  <a:cubicBezTo>
                    <a:pt x="478" y="30"/>
                    <a:pt x="399" y="0"/>
                    <a:pt x="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 name="Google Shape;271;p20"/>
          <p:cNvGrpSpPr/>
          <p:nvPr/>
        </p:nvGrpSpPr>
        <p:grpSpPr>
          <a:xfrm flipH="1">
            <a:off x="922789" y="3530418"/>
            <a:ext cx="1435772" cy="948321"/>
            <a:chOff x="-1757025" y="3783525"/>
            <a:chExt cx="1057425" cy="698425"/>
          </a:xfrm>
        </p:grpSpPr>
        <p:sp>
          <p:nvSpPr>
            <p:cNvPr id="272" name="Google Shape;272;p20"/>
            <p:cNvSpPr/>
            <p:nvPr/>
          </p:nvSpPr>
          <p:spPr>
            <a:xfrm>
              <a:off x="-1374075" y="4298200"/>
              <a:ext cx="135275" cy="166875"/>
            </a:xfrm>
            <a:custGeom>
              <a:rect b="b" l="l" r="r" t="t"/>
              <a:pathLst>
                <a:path extrusionOk="0" h="6675" w="5411">
                  <a:moveTo>
                    <a:pt x="4387" y="0"/>
                  </a:moveTo>
                  <a:cubicBezTo>
                    <a:pt x="4364" y="0"/>
                    <a:pt x="4340" y="3"/>
                    <a:pt x="4317" y="8"/>
                  </a:cubicBezTo>
                  <a:cubicBezTo>
                    <a:pt x="4158" y="68"/>
                    <a:pt x="4018" y="227"/>
                    <a:pt x="4078" y="406"/>
                  </a:cubicBezTo>
                  <a:cubicBezTo>
                    <a:pt x="4357" y="1560"/>
                    <a:pt x="4496" y="2515"/>
                    <a:pt x="4396" y="2813"/>
                  </a:cubicBezTo>
                  <a:cubicBezTo>
                    <a:pt x="3999" y="3171"/>
                    <a:pt x="2706" y="4663"/>
                    <a:pt x="2288" y="5160"/>
                  </a:cubicBezTo>
                  <a:cubicBezTo>
                    <a:pt x="2183" y="5145"/>
                    <a:pt x="2044" y="5134"/>
                    <a:pt x="1883" y="5134"/>
                  </a:cubicBezTo>
                  <a:cubicBezTo>
                    <a:pt x="1430" y="5134"/>
                    <a:pt x="801" y="5215"/>
                    <a:pt x="259" y="5479"/>
                  </a:cubicBezTo>
                  <a:cubicBezTo>
                    <a:pt x="13" y="5592"/>
                    <a:pt x="1" y="5939"/>
                    <a:pt x="154" y="5939"/>
                  </a:cubicBezTo>
                  <a:cubicBezTo>
                    <a:pt x="162" y="5939"/>
                    <a:pt x="170" y="5938"/>
                    <a:pt x="179" y="5936"/>
                  </a:cubicBezTo>
                  <a:cubicBezTo>
                    <a:pt x="657" y="5813"/>
                    <a:pt x="992" y="5737"/>
                    <a:pt x="1359" y="5737"/>
                  </a:cubicBezTo>
                  <a:cubicBezTo>
                    <a:pt x="1465" y="5737"/>
                    <a:pt x="1575" y="5744"/>
                    <a:pt x="1691" y="5757"/>
                  </a:cubicBezTo>
                  <a:cubicBezTo>
                    <a:pt x="1572" y="5876"/>
                    <a:pt x="1094" y="6553"/>
                    <a:pt x="1233" y="6652"/>
                  </a:cubicBezTo>
                  <a:cubicBezTo>
                    <a:pt x="1261" y="6661"/>
                    <a:pt x="1323" y="6675"/>
                    <a:pt x="1399" y="6675"/>
                  </a:cubicBezTo>
                  <a:cubicBezTo>
                    <a:pt x="1487" y="6675"/>
                    <a:pt x="1595" y="6657"/>
                    <a:pt x="1691" y="6593"/>
                  </a:cubicBezTo>
                  <a:cubicBezTo>
                    <a:pt x="1989" y="6374"/>
                    <a:pt x="2308" y="5916"/>
                    <a:pt x="2487" y="5817"/>
                  </a:cubicBezTo>
                  <a:cubicBezTo>
                    <a:pt x="2686" y="5876"/>
                    <a:pt x="3442" y="6095"/>
                    <a:pt x="3621" y="6175"/>
                  </a:cubicBezTo>
                  <a:cubicBezTo>
                    <a:pt x="3638" y="6182"/>
                    <a:pt x="3654" y="6185"/>
                    <a:pt x="3668" y="6185"/>
                  </a:cubicBezTo>
                  <a:cubicBezTo>
                    <a:pt x="3812" y="6185"/>
                    <a:pt x="3769" y="5842"/>
                    <a:pt x="3660" y="5697"/>
                  </a:cubicBezTo>
                  <a:cubicBezTo>
                    <a:pt x="3481" y="5498"/>
                    <a:pt x="3223" y="5379"/>
                    <a:pt x="3024" y="5300"/>
                  </a:cubicBezTo>
                  <a:cubicBezTo>
                    <a:pt x="3720" y="4484"/>
                    <a:pt x="4655" y="3469"/>
                    <a:pt x="4854" y="3290"/>
                  </a:cubicBezTo>
                  <a:cubicBezTo>
                    <a:pt x="4973" y="3211"/>
                    <a:pt x="5411" y="3310"/>
                    <a:pt x="4715" y="267"/>
                  </a:cubicBezTo>
                  <a:cubicBezTo>
                    <a:pt x="4680" y="111"/>
                    <a:pt x="4540" y="0"/>
                    <a:pt x="4387" y="0"/>
                  </a:cubicBezTo>
                  <a:close/>
                </a:path>
              </a:pathLst>
            </a:custGeom>
            <a:solidFill>
              <a:srgbClr val="9D86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0"/>
            <p:cNvSpPr/>
            <p:nvPr/>
          </p:nvSpPr>
          <p:spPr>
            <a:xfrm>
              <a:off x="-1265650" y="4269650"/>
              <a:ext cx="135275" cy="178200"/>
            </a:xfrm>
            <a:custGeom>
              <a:rect b="b" l="l" r="r" t="t"/>
              <a:pathLst>
                <a:path extrusionOk="0" h="7128" w="5411">
                  <a:moveTo>
                    <a:pt x="4409" y="1"/>
                  </a:moveTo>
                  <a:cubicBezTo>
                    <a:pt x="4379" y="1"/>
                    <a:pt x="4348" y="6"/>
                    <a:pt x="4316" y="16"/>
                  </a:cubicBezTo>
                  <a:cubicBezTo>
                    <a:pt x="4137" y="56"/>
                    <a:pt x="4018" y="235"/>
                    <a:pt x="4058" y="414"/>
                  </a:cubicBezTo>
                  <a:cubicBezTo>
                    <a:pt x="4336" y="1548"/>
                    <a:pt x="4535" y="2940"/>
                    <a:pt x="4416" y="3259"/>
                  </a:cubicBezTo>
                  <a:cubicBezTo>
                    <a:pt x="4018" y="3617"/>
                    <a:pt x="2725" y="5109"/>
                    <a:pt x="2287" y="5606"/>
                  </a:cubicBezTo>
                  <a:cubicBezTo>
                    <a:pt x="2191" y="5592"/>
                    <a:pt x="2066" y="5583"/>
                    <a:pt x="1921" y="5583"/>
                  </a:cubicBezTo>
                  <a:cubicBezTo>
                    <a:pt x="1467" y="5583"/>
                    <a:pt x="821" y="5668"/>
                    <a:pt x="278" y="5924"/>
                  </a:cubicBezTo>
                  <a:cubicBezTo>
                    <a:pt x="14" y="6038"/>
                    <a:pt x="0" y="6385"/>
                    <a:pt x="153" y="6385"/>
                  </a:cubicBezTo>
                  <a:cubicBezTo>
                    <a:pt x="161" y="6385"/>
                    <a:pt x="170" y="6384"/>
                    <a:pt x="179" y="6382"/>
                  </a:cubicBezTo>
                  <a:cubicBezTo>
                    <a:pt x="657" y="6259"/>
                    <a:pt x="991" y="6183"/>
                    <a:pt x="1358" y="6183"/>
                  </a:cubicBezTo>
                  <a:cubicBezTo>
                    <a:pt x="1465" y="6183"/>
                    <a:pt x="1574" y="6189"/>
                    <a:pt x="1691" y="6203"/>
                  </a:cubicBezTo>
                  <a:cubicBezTo>
                    <a:pt x="1571" y="6322"/>
                    <a:pt x="1094" y="6999"/>
                    <a:pt x="1253" y="7098"/>
                  </a:cubicBezTo>
                  <a:cubicBezTo>
                    <a:pt x="1273" y="7108"/>
                    <a:pt x="1343" y="7128"/>
                    <a:pt x="1427" y="7128"/>
                  </a:cubicBezTo>
                  <a:cubicBezTo>
                    <a:pt x="1512" y="7128"/>
                    <a:pt x="1611" y="7108"/>
                    <a:pt x="1691" y="7038"/>
                  </a:cubicBezTo>
                  <a:cubicBezTo>
                    <a:pt x="1989" y="6819"/>
                    <a:pt x="2327" y="6382"/>
                    <a:pt x="2486" y="6262"/>
                  </a:cubicBezTo>
                  <a:cubicBezTo>
                    <a:pt x="2685" y="6322"/>
                    <a:pt x="3461" y="6541"/>
                    <a:pt x="3640" y="6621"/>
                  </a:cubicBezTo>
                  <a:cubicBezTo>
                    <a:pt x="3658" y="6628"/>
                    <a:pt x="3674" y="6631"/>
                    <a:pt x="3688" y="6631"/>
                  </a:cubicBezTo>
                  <a:cubicBezTo>
                    <a:pt x="3831" y="6631"/>
                    <a:pt x="3787" y="6288"/>
                    <a:pt x="3660" y="6143"/>
                  </a:cubicBezTo>
                  <a:cubicBezTo>
                    <a:pt x="3501" y="5944"/>
                    <a:pt x="3242" y="5825"/>
                    <a:pt x="3043" y="5745"/>
                  </a:cubicBezTo>
                  <a:cubicBezTo>
                    <a:pt x="3740" y="4930"/>
                    <a:pt x="4655" y="3915"/>
                    <a:pt x="4854" y="3736"/>
                  </a:cubicBezTo>
                  <a:cubicBezTo>
                    <a:pt x="5013" y="3657"/>
                    <a:pt x="5411" y="3338"/>
                    <a:pt x="4714" y="255"/>
                  </a:cubicBezTo>
                  <a:cubicBezTo>
                    <a:pt x="4665" y="108"/>
                    <a:pt x="4549" y="1"/>
                    <a:pt x="4409" y="1"/>
                  </a:cubicBezTo>
                  <a:close/>
                </a:path>
              </a:pathLst>
            </a:custGeom>
            <a:solidFill>
              <a:srgbClr val="947E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0"/>
            <p:cNvSpPr/>
            <p:nvPr/>
          </p:nvSpPr>
          <p:spPr>
            <a:xfrm>
              <a:off x="-1601775" y="3783525"/>
              <a:ext cx="670325" cy="575975"/>
            </a:xfrm>
            <a:custGeom>
              <a:rect b="b" l="l" r="r" t="t"/>
              <a:pathLst>
                <a:path extrusionOk="0" h="23039" w="26813">
                  <a:moveTo>
                    <a:pt x="5929" y="0"/>
                  </a:moveTo>
                  <a:cubicBezTo>
                    <a:pt x="2322" y="0"/>
                    <a:pt x="1" y="4082"/>
                    <a:pt x="1847" y="6829"/>
                  </a:cubicBezTo>
                  <a:cubicBezTo>
                    <a:pt x="2643" y="7983"/>
                    <a:pt x="4115" y="8719"/>
                    <a:pt x="5368" y="10649"/>
                  </a:cubicBezTo>
                  <a:cubicBezTo>
                    <a:pt x="6840" y="12897"/>
                    <a:pt x="4891" y="13712"/>
                    <a:pt x="7457" y="18427"/>
                  </a:cubicBezTo>
                  <a:cubicBezTo>
                    <a:pt x="9507" y="22229"/>
                    <a:pt x="13605" y="23038"/>
                    <a:pt x="16684" y="23038"/>
                  </a:cubicBezTo>
                  <a:cubicBezTo>
                    <a:pt x="17938" y="23038"/>
                    <a:pt x="19023" y="22904"/>
                    <a:pt x="19731" y="22783"/>
                  </a:cubicBezTo>
                  <a:cubicBezTo>
                    <a:pt x="24724" y="21908"/>
                    <a:pt x="26813" y="19004"/>
                    <a:pt x="26813" y="19004"/>
                  </a:cubicBezTo>
                  <a:cubicBezTo>
                    <a:pt x="26813" y="19004"/>
                    <a:pt x="11774" y="2950"/>
                    <a:pt x="9486" y="1279"/>
                  </a:cubicBezTo>
                  <a:cubicBezTo>
                    <a:pt x="8236" y="376"/>
                    <a:pt x="7023" y="0"/>
                    <a:pt x="5929" y="0"/>
                  </a:cubicBezTo>
                  <a:close/>
                </a:path>
              </a:pathLst>
            </a:custGeom>
            <a:solidFill>
              <a:srgbClr val="E8D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0"/>
            <p:cNvSpPr/>
            <p:nvPr/>
          </p:nvSpPr>
          <p:spPr>
            <a:xfrm>
              <a:off x="-1557100" y="3954725"/>
              <a:ext cx="620175" cy="404775"/>
            </a:xfrm>
            <a:custGeom>
              <a:rect b="b" l="l" r="r" t="t"/>
              <a:pathLst>
                <a:path extrusionOk="0" h="16191" w="24807">
                  <a:moveTo>
                    <a:pt x="3" y="1"/>
                  </a:moveTo>
                  <a:cubicBezTo>
                    <a:pt x="2" y="1"/>
                    <a:pt x="1" y="1"/>
                    <a:pt x="1" y="1"/>
                  </a:cubicBezTo>
                  <a:cubicBezTo>
                    <a:pt x="796" y="1175"/>
                    <a:pt x="2288" y="1891"/>
                    <a:pt x="3542" y="3801"/>
                  </a:cubicBezTo>
                  <a:cubicBezTo>
                    <a:pt x="4994" y="6049"/>
                    <a:pt x="3064" y="6864"/>
                    <a:pt x="5630" y="11579"/>
                  </a:cubicBezTo>
                  <a:cubicBezTo>
                    <a:pt x="7680" y="15381"/>
                    <a:pt x="11769" y="16190"/>
                    <a:pt x="14841" y="16190"/>
                  </a:cubicBezTo>
                  <a:cubicBezTo>
                    <a:pt x="16093" y="16190"/>
                    <a:pt x="17176" y="16056"/>
                    <a:pt x="17884" y="15935"/>
                  </a:cubicBezTo>
                  <a:cubicBezTo>
                    <a:pt x="18103" y="15915"/>
                    <a:pt x="18322" y="15856"/>
                    <a:pt x="18561" y="15816"/>
                  </a:cubicBezTo>
                  <a:cubicBezTo>
                    <a:pt x="18580" y="15816"/>
                    <a:pt x="18620" y="15796"/>
                    <a:pt x="18680" y="15796"/>
                  </a:cubicBezTo>
                  <a:lnTo>
                    <a:pt x="19277" y="15637"/>
                  </a:lnTo>
                  <a:cubicBezTo>
                    <a:pt x="19297" y="15637"/>
                    <a:pt x="19356" y="15617"/>
                    <a:pt x="19376" y="15617"/>
                  </a:cubicBezTo>
                  <a:cubicBezTo>
                    <a:pt x="19575" y="15557"/>
                    <a:pt x="19754" y="15498"/>
                    <a:pt x="19913" y="15438"/>
                  </a:cubicBezTo>
                  <a:cubicBezTo>
                    <a:pt x="19953" y="15438"/>
                    <a:pt x="19973" y="15418"/>
                    <a:pt x="19993" y="15418"/>
                  </a:cubicBezTo>
                  <a:cubicBezTo>
                    <a:pt x="20172" y="15338"/>
                    <a:pt x="20351" y="15299"/>
                    <a:pt x="20510" y="15219"/>
                  </a:cubicBezTo>
                  <a:cubicBezTo>
                    <a:pt x="20570" y="15199"/>
                    <a:pt x="20590" y="15199"/>
                    <a:pt x="20649" y="15159"/>
                  </a:cubicBezTo>
                  <a:cubicBezTo>
                    <a:pt x="20808" y="15120"/>
                    <a:pt x="20987" y="15040"/>
                    <a:pt x="21147" y="14960"/>
                  </a:cubicBezTo>
                  <a:cubicBezTo>
                    <a:pt x="21166" y="14960"/>
                    <a:pt x="21186" y="14941"/>
                    <a:pt x="21206" y="14941"/>
                  </a:cubicBezTo>
                  <a:cubicBezTo>
                    <a:pt x="21365" y="14861"/>
                    <a:pt x="21505" y="14821"/>
                    <a:pt x="21644" y="14742"/>
                  </a:cubicBezTo>
                  <a:cubicBezTo>
                    <a:pt x="21664" y="14722"/>
                    <a:pt x="21684" y="14722"/>
                    <a:pt x="21704" y="14702"/>
                  </a:cubicBezTo>
                  <a:cubicBezTo>
                    <a:pt x="21863" y="14622"/>
                    <a:pt x="22002" y="14543"/>
                    <a:pt x="22141" y="14463"/>
                  </a:cubicBezTo>
                  <a:cubicBezTo>
                    <a:pt x="22181" y="14443"/>
                    <a:pt x="22201" y="14443"/>
                    <a:pt x="22241" y="14423"/>
                  </a:cubicBezTo>
                  <a:cubicBezTo>
                    <a:pt x="22380" y="14344"/>
                    <a:pt x="22499" y="14264"/>
                    <a:pt x="22639" y="14205"/>
                  </a:cubicBezTo>
                  <a:cubicBezTo>
                    <a:pt x="22639" y="14165"/>
                    <a:pt x="22658" y="14165"/>
                    <a:pt x="22658" y="14165"/>
                  </a:cubicBezTo>
                  <a:cubicBezTo>
                    <a:pt x="22778" y="14105"/>
                    <a:pt x="22897" y="14026"/>
                    <a:pt x="22997" y="13946"/>
                  </a:cubicBezTo>
                  <a:cubicBezTo>
                    <a:pt x="23036" y="13926"/>
                    <a:pt x="23056" y="13926"/>
                    <a:pt x="23076" y="13906"/>
                  </a:cubicBezTo>
                  <a:cubicBezTo>
                    <a:pt x="23196" y="13827"/>
                    <a:pt x="23295" y="13747"/>
                    <a:pt x="23394" y="13667"/>
                  </a:cubicBezTo>
                  <a:cubicBezTo>
                    <a:pt x="23394" y="13648"/>
                    <a:pt x="23434" y="13648"/>
                    <a:pt x="23454" y="13628"/>
                  </a:cubicBezTo>
                  <a:cubicBezTo>
                    <a:pt x="23554" y="13548"/>
                    <a:pt x="23653" y="13508"/>
                    <a:pt x="23733" y="13429"/>
                  </a:cubicBezTo>
                  <a:lnTo>
                    <a:pt x="23753" y="13409"/>
                  </a:lnTo>
                  <a:cubicBezTo>
                    <a:pt x="23832" y="13349"/>
                    <a:pt x="23932" y="13270"/>
                    <a:pt x="24011" y="13210"/>
                  </a:cubicBezTo>
                  <a:lnTo>
                    <a:pt x="24051" y="13150"/>
                  </a:lnTo>
                  <a:cubicBezTo>
                    <a:pt x="24130" y="13071"/>
                    <a:pt x="24190" y="13011"/>
                    <a:pt x="24270" y="12951"/>
                  </a:cubicBezTo>
                  <a:lnTo>
                    <a:pt x="24290" y="12931"/>
                  </a:lnTo>
                  <a:cubicBezTo>
                    <a:pt x="24349" y="12852"/>
                    <a:pt x="24429" y="12812"/>
                    <a:pt x="24469" y="12752"/>
                  </a:cubicBezTo>
                  <a:lnTo>
                    <a:pt x="24508" y="12733"/>
                  </a:lnTo>
                  <a:lnTo>
                    <a:pt x="24648" y="12573"/>
                  </a:lnTo>
                  <a:lnTo>
                    <a:pt x="24668" y="12553"/>
                  </a:lnTo>
                  <a:cubicBezTo>
                    <a:pt x="24727" y="12514"/>
                    <a:pt x="24767" y="12454"/>
                    <a:pt x="24807" y="12414"/>
                  </a:cubicBezTo>
                  <a:lnTo>
                    <a:pt x="24807" y="12414"/>
                  </a:lnTo>
                  <a:cubicBezTo>
                    <a:pt x="23753" y="13329"/>
                    <a:pt x="21763" y="14722"/>
                    <a:pt x="18561" y="15299"/>
                  </a:cubicBezTo>
                  <a:cubicBezTo>
                    <a:pt x="17846" y="15426"/>
                    <a:pt x="16752" y="15566"/>
                    <a:pt x="15488" y="15566"/>
                  </a:cubicBezTo>
                  <a:cubicBezTo>
                    <a:pt x="12422" y="15566"/>
                    <a:pt x="8357" y="14745"/>
                    <a:pt x="6287" y="10942"/>
                  </a:cubicBezTo>
                  <a:cubicBezTo>
                    <a:pt x="3740" y="6208"/>
                    <a:pt x="5670" y="5372"/>
                    <a:pt x="4218" y="3164"/>
                  </a:cubicBezTo>
                  <a:cubicBezTo>
                    <a:pt x="2974" y="1250"/>
                    <a:pt x="106" y="1"/>
                    <a:pt x="3" y="1"/>
                  </a:cubicBezTo>
                  <a:close/>
                </a:path>
              </a:pathLst>
            </a:custGeom>
            <a:solidFill>
              <a:srgbClr val="DDC3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0"/>
            <p:cNvSpPr/>
            <p:nvPr/>
          </p:nvSpPr>
          <p:spPr>
            <a:xfrm>
              <a:off x="-1260700" y="3943300"/>
              <a:ext cx="561100" cy="538650"/>
            </a:xfrm>
            <a:custGeom>
              <a:rect b="b" l="l" r="r" t="t"/>
              <a:pathLst>
                <a:path extrusionOk="0" h="21546" w="22444">
                  <a:moveTo>
                    <a:pt x="1174" y="1"/>
                  </a:moveTo>
                  <a:lnTo>
                    <a:pt x="1" y="4178"/>
                  </a:lnTo>
                  <a:cubicBezTo>
                    <a:pt x="1" y="4178"/>
                    <a:pt x="12095" y="15716"/>
                    <a:pt x="13508" y="17268"/>
                  </a:cubicBezTo>
                  <a:cubicBezTo>
                    <a:pt x="14940" y="18799"/>
                    <a:pt x="19118" y="21346"/>
                    <a:pt x="20868" y="21544"/>
                  </a:cubicBezTo>
                  <a:cubicBezTo>
                    <a:pt x="20876" y="21545"/>
                    <a:pt x="20884" y="21546"/>
                    <a:pt x="20891" y="21546"/>
                  </a:cubicBezTo>
                  <a:cubicBezTo>
                    <a:pt x="22444" y="21546"/>
                    <a:pt x="1174" y="1"/>
                    <a:pt x="1174" y="1"/>
                  </a:cubicBezTo>
                  <a:close/>
                </a:path>
              </a:pathLst>
            </a:custGeom>
            <a:solidFill>
              <a:srgbClr val="F9C1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0"/>
            <p:cNvSpPr/>
            <p:nvPr/>
          </p:nvSpPr>
          <p:spPr>
            <a:xfrm>
              <a:off x="-1602650" y="3783525"/>
              <a:ext cx="327050" cy="289150"/>
            </a:xfrm>
            <a:custGeom>
              <a:rect b="b" l="l" r="r" t="t"/>
              <a:pathLst>
                <a:path extrusionOk="0" h="11566" w="13082">
                  <a:moveTo>
                    <a:pt x="5924" y="0"/>
                  </a:moveTo>
                  <a:cubicBezTo>
                    <a:pt x="2319" y="0"/>
                    <a:pt x="1" y="4082"/>
                    <a:pt x="1862" y="6829"/>
                  </a:cubicBezTo>
                  <a:cubicBezTo>
                    <a:pt x="2638" y="8023"/>
                    <a:pt x="4130" y="8719"/>
                    <a:pt x="5383" y="10629"/>
                  </a:cubicBezTo>
                  <a:cubicBezTo>
                    <a:pt x="5523" y="10848"/>
                    <a:pt x="5622" y="11066"/>
                    <a:pt x="5741" y="11265"/>
                  </a:cubicBezTo>
                  <a:cubicBezTo>
                    <a:pt x="5809" y="11475"/>
                    <a:pt x="5900" y="11566"/>
                    <a:pt x="6005" y="11566"/>
                  </a:cubicBezTo>
                  <a:cubicBezTo>
                    <a:pt x="6579" y="11566"/>
                    <a:pt x="7601" y="8866"/>
                    <a:pt x="7870" y="8043"/>
                  </a:cubicBezTo>
                  <a:cubicBezTo>
                    <a:pt x="8387" y="6630"/>
                    <a:pt x="9521" y="4701"/>
                    <a:pt x="13082" y="4661"/>
                  </a:cubicBezTo>
                  <a:cubicBezTo>
                    <a:pt x="11510" y="3070"/>
                    <a:pt x="10038" y="1657"/>
                    <a:pt x="9481" y="1279"/>
                  </a:cubicBezTo>
                  <a:cubicBezTo>
                    <a:pt x="8231" y="376"/>
                    <a:pt x="7018" y="0"/>
                    <a:pt x="5924" y="0"/>
                  </a:cubicBezTo>
                  <a:close/>
                </a:path>
              </a:pathLst>
            </a:custGeom>
            <a:solidFill>
              <a:srgbClr val="F9C1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0"/>
            <p:cNvSpPr/>
            <p:nvPr/>
          </p:nvSpPr>
          <p:spPr>
            <a:xfrm>
              <a:off x="-1757025" y="3860750"/>
              <a:ext cx="203425" cy="77100"/>
            </a:xfrm>
            <a:custGeom>
              <a:rect b="b" l="l" r="r" t="t"/>
              <a:pathLst>
                <a:path extrusionOk="0" h="3084" w="8137">
                  <a:moveTo>
                    <a:pt x="7679" y="0"/>
                  </a:moveTo>
                  <a:cubicBezTo>
                    <a:pt x="5014" y="577"/>
                    <a:pt x="2428" y="1393"/>
                    <a:pt x="1" y="2407"/>
                  </a:cubicBezTo>
                  <a:cubicBezTo>
                    <a:pt x="95" y="2407"/>
                    <a:pt x="189" y="2406"/>
                    <a:pt x="284" y="2406"/>
                  </a:cubicBezTo>
                  <a:cubicBezTo>
                    <a:pt x="2812" y="2406"/>
                    <a:pt x="5302" y="2662"/>
                    <a:pt x="7699" y="3084"/>
                  </a:cubicBezTo>
                  <a:cubicBezTo>
                    <a:pt x="7699" y="3084"/>
                    <a:pt x="8097" y="2666"/>
                    <a:pt x="8097" y="1552"/>
                  </a:cubicBezTo>
                  <a:cubicBezTo>
                    <a:pt x="8137" y="458"/>
                    <a:pt x="7679" y="0"/>
                    <a:pt x="7679" y="0"/>
                  </a:cubicBezTo>
                  <a:close/>
                </a:path>
              </a:pathLst>
            </a:custGeom>
            <a:solidFill>
              <a:srgbClr val="2124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0"/>
            <p:cNvSpPr/>
            <p:nvPr/>
          </p:nvSpPr>
          <p:spPr>
            <a:xfrm>
              <a:off x="-1757025" y="3860725"/>
              <a:ext cx="202450" cy="61225"/>
            </a:xfrm>
            <a:custGeom>
              <a:rect b="b" l="l" r="r" t="t"/>
              <a:pathLst>
                <a:path extrusionOk="0" h="2449" w="8098">
                  <a:moveTo>
                    <a:pt x="7680" y="1"/>
                  </a:moveTo>
                  <a:cubicBezTo>
                    <a:pt x="7680" y="1"/>
                    <a:pt x="7679" y="1"/>
                    <a:pt x="7679" y="1"/>
                  </a:cubicBezTo>
                  <a:cubicBezTo>
                    <a:pt x="5014" y="578"/>
                    <a:pt x="2428" y="1394"/>
                    <a:pt x="1" y="2448"/>
                  </a:cubicBezTo>
                  <a:cubicBezTo>
                    <a:pt x="2666" y="1951"/>
                    <a:pt x="5372" y="1692"/>
                    <a:pt x="8097" y="1692"/>
                  </a:cubicBezTo>
                  <a:lnTo>
                    <a:pt x="8097" y="1553"/>
                  </a:lnTo>
                  <a:cubicBezTo>
                    <a:pt x="8097" y="444"/>
                    <a:pt x="7697" y="1"/>
                    <a:pt x="7680" y="1"/>
                  </a:cubicBezTo>
                  <a:close/>
                </a:path>
              </a:pathLst>
            </a:custGeom>
            <a:solidFill>
              <a:srgbClr val="292F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0"/>
            <p:cNvSpPr/>
            <p:nvPr/>
          </p:nvSpPr>
          <p:spPr>
            <a:xfrm>
              <a:off x="-1398950" y="3913525"/>
              <a:ext cx="487400" cy="360200"/>
            </a:xfrm>
            <a:custGeom>
              <a:rect b="b" l="l" r="r" t="t"/>
              <a:pathLst>
                <a:path extrusionOk="0" h="14408" w="19496">
                  <a:moveTo>
                    <a:pt x="4892" y="1"/>
                  </a:moveTo>
                  <a:cubicBezTo>
                    <a:pt x="3305" y="1"/>
                    <a:pt x="404" y="1355"/>
                    <a:pt x="239" y="3599"/>
                  </a:cubicBezTo>
                  <a:cubicBezTo>
                    <a:pt x="1" y="6861"/>
                    <a:pt x="1731" y="9566"/>
                    <a:pt x="6486" y="11973"/>
                  </a:cubicBezTo>
                  <a:cubicBezTo>
                    <a:pt x="10989" y="14225"/>
                    <a:pt x="17087" y="14407"/>
                    <a:pt x="18939" y="14407"/>
                  </a:cubicBezTo>
                  <a:cubicBezTo>
                    <a:pt x="19296" y="14407"/>
                    <a:pt x="19495" y="14400"/>
                    <a:pt x="19495" y="14400"/>
                  </a:cubicBezTo>
                  <a:cubicBezTo>
                    <a:pt x="19495" y="14400"/>
                    <a:pt x="6684" y="873"/>
                    <a:pt x="5670" y="177"/>
                  </a:cubicBezTo>
                  <a:cubicBezTo>
                    <a:pt x="5490" y="58"/>
                    <a:pt x="5219" y="1"/>
                    <a:pt x="4892" y="1"/>
                  </a:cubicBezTo>
                  <a:close/>
                </a:path>
              </a:pathLst>
            </a:custGeom>
            <a:solidFill>
              <a:srgbClr val="F9C1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0"/>
            <p:cNvSpPr/>
            <p:nvPr/>
          </p:nvSpPr>
          <p:spPr>
            <a:xfrm>
              <a:off x="-1226875" y="4106425"/>
              <a:ext cx="315825" cy="167325"/>
            </a:xfrm>
            <a:custGeom>
              <a:rect b="b" l="l" r="r" t="t"/>
              <a:pathLst>
                <a:path extrusionOk="0" h="6693" w="12633">
                  <a:moveTo>
                    <a:pt x="5471" y="0"/>
                  </a:moveTo>
                  <a:lnTo>
                    <a:pt x="5471" y="0"/>
                  </a:lnTo>
                  <a:cubicBezTo>
                    <a:pt x="5809" y="538"/>
                    <a:pt x="5909" y="1035"/>
                    <a:pt x="5670" y="1293"/>
                  </a:cubicBezTo>
                  <a:cubicBezTo>
                    <a:pt x="5583" y="1368"/>
                    <a:pt x="5465" y="1404"/>
                    <a:pt x="5326" y="1404"/>
                  </a:cubicBezTo>
                  <a:cubicBezTo>
                    <a:pt x="5019" y="1404"/>
                    <a:pt x="4608" y="1230"/>
                    <a:pt x="4198" y="916"/>
                  </a:cubicBezTo>
                  <a:lnTo>
                    <a:pt x="4198" y="916"/>
                  </a:lnTo>
                  <a:cubicBezTo>
                    <a:pt x="4496" y="1413"/>
                    <a:pt x="4576" y="1910"/>
                    <a:pt x="4357" y="2129"/>
                  </a:cubicBezTo>
                  <a:cubicBezTo>
                    <a:pt x="4266" y="2219"/>
                    <a:pt x="4140" y="2262"/>
                    <a:pt x="3990" y="2262"/>
                  </a:cubicBezTo>
                  <a:cubicBezTo>
                    <a:pt x="3680" y="2262"/>
                    <a:pt x="3268" y="2080"/>
                    <a:pt x="2865" y="1771"/>
                  </a:cubicBezTo>
                  <a:lnTo>
                    <a:pt x="2865" y="1771"/>
                  </a:lnTo>
                  <a:cubicBezTo>
                    <a:pt x="3143" y="2228"/>
                    <a:pt x="3203" y="2706"/>
                    <a:pt x="2984" y="2925"/>
                  </a:cubicBezTo>
                  <a:cubicBezTo>
                    <a:pt x="2887" y="3015"/>
                    <a:pt x="2759" y="3057"/>
                    <a:pt x="2609" y="3057"/>
                  </a:cubicBezTo>
                  <a:cubicBezTo>
                    <a:pt x="2298" y="3057"/>
                    <a:pt x="1895" y="2875"/>
                    <a:pt x="1492" y="2567"/>
                  </a:cubicBezTo>
                  <a:lnTo>
                    <a:pt x="1492" y="2567"/>
                  </a:lnTo>
                  <a:cubicBezTo>
                    <a:pt x="1791" y="3064"/>
                    <a:pt x="1870" y="3561"/>
                    <a:pt x="1651" y="3780"/>
                  </a:cubicBezTo>
                  <a:cubicBezTo>
                    <a:pt x="1555" y="3870"/>
                    <a:pt x="1422" y="3913"/>
                    <a:pt x="1267" y="3913"/>
                  </a:cubicBezTo>
                  <a:cubicBezTo>
                    <a:pt x="909" y="3913"/>
                    <a:pt x="430" y="3685"/>
                    <a:pt x="0" y="3283"/>
                  </a:cubicBezTo>
                  <a:lnTo>
                    <a:pt x="0" y="3283"/>
                  </a:lnTo>
                  <a:cubicBezTo>
                    <a:pt x="319" y="3800"/>
                    <a:pt x="418" y="4277"/>
                    <a:pt x="239" y="4556"/>
                  </a:cubicBezTo>
                  <a:cubicBezTo>
                    <a:pt x="4621" y="6518"/>
                    <a:pt x="10172" y="6693"/>
                    <a:pt x="12010" y="6693"/>
                  </a:cubicBezTo>
                  <a:cubicBezTo>
                    <a:pt x="12408" y="6693"/>
                    <a:pt x="12632" y="6684"/>
                    <a:pt x="12632" y="6684"/>
                  </a:cubicBezTo>
                  <a:cubicBezTo>
                    <a:pt x="12632" y="6684"/>
                    <a:pt x="9827" y="3720"/>
                    <a:pt x="6744" y="498"/>
                  </a:cubicBezTo>
                  <a:cubicBezTo>
                    <a:pt x="6700" y="509"/>
                    <a:pt x="6652" y="515"/>
                    <a:pt x="6601" y="515"/>
                  </a:cubicBezTo>
                  <a:cubicBezTo>
                    <a:pt x="6300" y="515"/>
                    <a:pt x="5878" y="323"/>
                    <a:pt x="5471" y="0"/>
                  </a:cubicBezTo>
                  <a:close/>
                </a:path>
              </a:pathLst>
            </a:custGeom>
            <a:solidFill>
              <a:srgbClr val="D6A6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0"/>
            <p:cNvSpPr/>
            <p:nvPr/>
          </p:nvSpPr>
          <p:spPr>
            <a:xfrm>
              <a:off x="-1137350" y="4246175"/>
              <a:ext cx="4500" cy="4000"/>
            </a:xfrm>
            <a:custGeom>
              <a:rect b="b" l="l" r="r" t="t"/>
              <a:pathLst>
                <a:path extrusionOk="0" h="160" w="180">
                  <a:moveTo>
                    <a:pt x="0" y="0"/>
                  </a:moveTo>
                  <a:lnTo>
                    <a:pt x="0" y="0"/>
                  </a:lnTo>
                  <a:cubicBezTo>
                    <a:pt x="20" y="60"/>
                    <a:pt x="60" y="80"/>
                    <a:pt x="80" y="120"/>
                  </a:cubicBezTo>
                  <a:cubicBezTo>
                    <a:pt x="100" y="120"/>
                    <a:pt x="159" y="159"/>
                    <a:pt x="179" y="159"/>
                  </a:cubicBezTo>
                  <a:cubicBezTo>
                    <a:pt x="119" y="100"/>
                    <a:pt x="80" y="60"/>
                    <a:pt x="0" y="0"/>
                  </a:cubicBezTo>
                  <a:close/>
                </a:path>
              </a:pathLst>
            </a:custGeom>
            <a:solidFill>
              <a:srgbClr val="AC86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0"/>
            <p:cNvSpPr/>
            <p:nvPr/>
          </p:nvSpPr>
          <p:spPr>
            <a:xfrm>
              <a:off x="-1101050" y="4186500"/>
              <a:ext cx="188000" cy="86725"/>
            </a:xfrm>
            <a:custGeom>
              <a:rect b="b" l="l" r="r" t="t"/>
              <a:pathLst>
                <a:path extrusionOk="0" h="3469" w="7520">
                  <a:moveTo>
                    <a:pt x="2706" y="0"/>
                  </a:moveTo>
                  <a:lnTo>
                    <a:pt x="2706" y="0"/>
                  </a:lnTo>
                  <a:cubicBezTo>
                    <a:pt x="3004" y="497"/>
                    <a:pt x="3103" y="995"/>
                    <a:pt x="2845" y="1214"/>
                  </a:cubicBezTo>
                  <a:cubicBezTo>
                    <a:pt x="2761" y="1304"/>
                    <a:pt x="2637" y="1346"/>
                    <a:pt x="2487" y="1346"/>
                  </a:cubicBezTo>
                  <a:cubicBezTo>
                    <a:pt x="2177" y="1346"/>
                    <a:pt x="1756" y="1164"/>
                    <a:pt x="1353" y="856"/>
                  </a:cubicBezTo>
                  <a:lnTo>
                    <a:pt x="1353" y="856"/>
                  </a:lnTo>
                  <a:cubicBezTo>
                    <a:pt x="1651" y="1353"/>
                    <a:pt x="1731" y="1810"/>
                    <a:pt x="1492" y="2009"/>
                  </a:cubicBezTo>
                  <a:cubicBezTo>
                    <a:pt x="1402" y="2099"/>
                    <a:pt x="1277" y="2141"/>
                    <a:pt x="1129" y="2141"/>
                  </a:cubicBezTo>
                  <a:cubicBezTo>
                    <a:pt x="818" y="2141"/>
                    <a:pt x="405" y="1955"/>
                    <a:pt x="0" y="1631"/>
                  </a:cubicBezTo>
                  <a:lnTo>
                    <a:pt x="0" y="1631"/>
                  </a:lnTo>
                  <a:cubicBezTo>
                    <a:pt x="299" y="2129"/>
                    <a:pt x="358" y="2586"/>
                    <a:pt x="159" y="2845"/>
                  </a:cubicBezTo>
                  <a:cubicBezTo>
                    <a:pt x="3119" y="3401"/>
                    <a:pt x="5805" y="3469"/>
                    <a:pt x="6944" y="3469"/>
                  </a:cubicBezTo>
                  <a:cubicBezTo>
                    <a:pt x="7313" y="3469"/>
                    <a:pt x="7520" y="3462"/>
                    <a:pt x="7520" y="3462"/>
                  </a:cubicBezTo>
                  <a:cubicBezTo>
                    <a:pt x="7520" y="3462"/>
                    <a:pt x="6167" y="1989"/>
                    <a:pt x="4277" y="20"/>
                  </a:cubicBezTo>
                  <a:lnTo>
                    <a:pt x="4277" y="20"/>
                  </a:lnTo>
                  <a:cubicBezTo>
                    <a:pt x="4297" y="179"/>
                    <a:pt x="4277" y="299"/>
                    <a:pt x="4178" y="378"/>
                  </a:cubicBezTo>
                  <a:cubicBezTo>
                    <a:pt x="4088" y="468"/>
                    <a:pt x="3965" y="510"/>
                    <a:pt x="3820" y="510"/>
                  </a:cubicBezTo>
                  <a:cubicBezTo>
                    <a:pt x="3514" y="510"/>
                    <a:pt x="3110" y="324"/>
                    <a:pt x="2706" y="0"/>
                  </a:cubicBezTo>
                  <a:close/>
                </a:path>
              </a:pathLst>
            </a:custGeom>
            <a:solidFill>
              <a:srgbClr val="AC86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0"/>
            <p:cNvSpPr/>
            <p:nvPr/>
          </p:nvSpPr>
          <p:spPr>
            <a:xfrm>
              <a:off x="-1543175" y="3831400"/>
              <a:ext cx="85075" cy="68650"/>
            </a:xfrm>
            <a:custGeom>
              <a:rect b="b" l="l" r="r" t="t"/>
              <a:pathLst>
                <a:path extrusionOk="0" h="2746" w="3403">
                  <a:moveTo>
                    <a:pt x="1592" y="1"/>
                  </a:moveTo>
                  <a:cubicBezTo>
                    <a:pt x="1585" y="1"/>
                    <a:pt x="1579" y="1"/>
                    <a:pt x="1572" y="1"/>
                  </a:cubicBezTo>
                  <a:cubicBezTo>
                    <a:pt x="617" y="1"/>
                    <a:pt x="1" y="836"/>
                    <a:pt x="1" y="1373"/>
                  </a:cubicBezTo>
                  <a:cubicBezTo>
                    <a:pt x="1" y="1930"/>
                    <a:pt x="617" y="2746"/>
                    <a:pt x="1572" y="2746"/>
                  </a:cubicBezTo>
                  <a:cubicBezTo>
                    <a:pt x="2507" y="2746"/>
                    <a:pt x="3402" y="1373"/>
                    <a:pt x="3402" y="1373"/>
                  </a:cubicBezTo>
                  <a:cubicBezTo>
                    <a:pt x="3402" y="1373"/>
                    <a:pt x="2520" y="1"/>
                    <a:pt x="1592" y="1"/>
                  </a:cubicBezTo>
                  <a:close/>
                </a:path>
              </a:pathLst>
            </a:custGeom>
            <a:solidFill>
              <a:srgbClr val="AC86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0"/>
            <p:cNvSpPr/>
            <p:nvPr/>
          </p:nvSpPr>
          <p:spPr>
            <a:xfrm>
              <a:off x="-1528250" y="3842825"/>
              <a:ext cx="45775" cy="45800"/>
            </a:xfrm>
            <a:custGeom>
              <a:rect b="b" l="l" r="r" t="t"/>
              <a:pathLst>
                <a:path extrusionOk="0" h="1832" w="1831">
                  <a:moveTo>
                    <a:pt x="951" y="1"/>
                  </a:moveTo>
                  <a:cubicBezTo>
                    <a:pt x="939" y="1"/>
                    <a:pt x="927" y="1"/>
                    <a:pt x="915" y="1"/>
                  </a:cubicBezTo>
                  <a:cubicBezTo>
                    <a:pt x="418" y="1"/>
                    <a:pt x="0" y="399"/>
                    <a:pt x="0" y="916"/>
                  </a:cubicBezTo>
                  <a:cubicBezTo>
                    <a:pt x="0" y="1414"/>
                    <a:pt x="398" y="1831"/>
                    <a:pt x="915" y="1831"/>
                  </a:cubicBezTo>
                  <a:cubicBezTo>
                    <a:pt x="1413" y="1831"/>
                    <a:pt x="1831" y="1434"/>
                    <a:pt x="1831" y="916"/>
                  </a:cubicBezTo>
                  <a:cubicBezTo>
                    <a:pt x="1831" y="411"/>
                    <a:pt x="1451" y="1"/>
                    <a:pt x="951" y="1"/>
                  </a:cubicBezTo>
                  <a:close/>
                </a:path>
              </a:pathLst>
            </a:custGeom>
            <a:solidFill>
              <a:srgbClr val="292F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0"/>
            <p:cNvSpPr/>
            <p:nvPr/>
          </p:nvSpPr>
          <p:spPr>
            <a:xfrm>
              <a:off x="-1522775" y="3847825"/>
              <a:ext cx="17425" cy="17425"/>
            </a:xfrm>
            <a:custGeom>
              <a:rect b="b" l="l" r="r" t="t"/>
              <a:pathLst>
                <a:path extrusionOk="0" h="697" w="697">
                  <a:moveTo>
                    <a:pt x="358" y="0"/>
                  </a:moveTo>
                  <a:cubicBezTo>
                    <a:pt x="159" y="0"/>
                    <a:pt x="0" y="159"/>
                    <a:pt x="0" y="338"/>
                  </a:cubicBezTo>
                  <a:cubicBezTo>
                    <a:pt x="0" y="537"/>
                    <a:pt x="159" y="696"/>
                    <a:pt x="358" y="696"/>
                  </a:cubicBezTo>
                  <a:cubicBezTo>
                    <a:pt x="537" y="696"/>
                    <a:pt x="696" y="537"/>
                    <a:pt x="696" y="338"/>
                  </a:cubicBezTo>
                  <a:cubicBezTo>
                    <a:pt x="696" y="159"/>
                    <a:pt x="537" y="0"/>
                    <a:pt x="35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0"/>
            <p:cNvSpPr/>
            <p:nvPr/>
          </p:nvSpPr>
          <p:spPr>
            <a:xfrm>
              <a:off x="-1524275" y="3866725"/>
              <a:ext cx="7975" cy="7475"/>
            </a:xfrm>
            <a:custGeom>
              <a:rect b="b" l="l" r="r" t="t"/>
              <a:pathLst>
                <a:path extrusionOk="0" h="299" w="319">
                  <a:moveTo>
                    <a:pt x="160" y="0"/>
                  </a:moveTo>
                  <a:cubicBezTo>
                    <a:pt x="80" y="0"/>
                    <a:pt x="1" y="80"/>
                    <a:pt x="1" y="159"/>
                  </a:cubicBezTo>
                  <a:cubicBezTo>
                    <a:pt x="1" y="239"/>
                    <a:pt x="80" y="299"/>
                    <a:pt x="160" y="299"/>
                  </a:cubicBezTo>
                  <a:cubicBezTo>
                    <a:pt x="239" y="299"/>
                    <a:pt x="319" y="239"/>
                    <a:pt x="319" y="159"/>
                  </a:cubicBezTo>
                  <a:cubicBezTo>
                    <a:pt x="319" y="80"/>
                    <a:pt x="239" y="0"/>
                    <a:pt x="1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8" name="Google Shape;288;p20"/>
          <p:cNvSpPr txBox="1"/>
          <p:nvPr/>
        </p:nvSpPr>
        <p:spPr>
          <a:xfrm>
            <a:off x="4125950" y="1257563"/>
            <a:ext cx="4509000" cy="8619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Char char="-"/>
            </a:pPr>
            <a:r>
              <a:rPr lang="en" sz="1100"/>
              <a:t>A 50-layer residual network (ResNet-50) uses identity ‘skip’ connections so that each block learns a residual mapping, which enables much deeper convolutional networks to be trained effectively.</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ResNet50</a:t>
            </a:r>
            <a:endParaRPr/>
          </a:p>
        </p:txBody>
      </p:sp>
      <p:pic>
        <p:nvPicPr>
          <p:cNvPr id="294" name="Google Shape;294;p21"/>
          <p:cNvPicPr preferRelativeResize="0"/>
          <p:nvPr/>
        </p:nvPicPr>
        <p:blipFill>
          <a:blip r:embed="rId3">
            <a:alphaModFix/>
          </a:blip>
          <a:stretch>
            <a:fillRect/>
          </a:stretch>
        </p:blipFill>
        <p:spPr>
          <a:xfrm>
            <a:off x="460313" y="1540137"/>
            <a:ext cx="8223376" cy="2641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2"/>
          <p:cNvSpPr txBox="1"/>
          <p:nvPr>
            <p:ph type="title"/>
          </p:nvPr>
        </p:nvSpPr>
        <p:spPr>
          <a:xfrm>
            <a:off x="448975" y="410350"/>
            <a:ext cx="8237700" cy="24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ResNet50 Results</a:t>
            </a:r>
            <a:endParaRPr/>
          </a:p>
        </p:txBody>
      </p:sp>
      <p:pic>
        <p:nvPicPr>
          <p:cNvPr id="300" name="Google Shape;300;p22" title="resnet50_ft_accuracy.png"/>
          <p:cNvPicPr preferRelativeResize="0"/>
          <p:nvPr/>
        </p:nvPicPr>
        <p:blipFill>
          <a:blip r:embed="rId3">
            <a:alphaModFix/>
          </a:blip>
          <a:stretch>
            <a:fillRect/>
          </a:stretch>
        </p:blipFill>
        <p:spPr>
          <a:xfrm>
            <a:off x="76200" y="837500"/>
            <a:ext cx="4987049" cy="3740275"/>
          </a:xfrm>
          <a:prstGeom prst="rect">
            <a:avLst/>
          </a:prstGeom>
          <a:noFill/>
          <a:ln>
            <a:noFill/>
          </a:ln>
        </p:spPr>
      </p:pic>
      <p:pic>
        <p:nvPicPr>
          <p:cNvPr id="301" name="Google Shape;301;p22" title="resnet50_confusion_matrix.png"/>
          <p:cNvPicPr preferRelativeResize="0"/>
          <p:nvPr/>
        </p:nvPicPr>
        <p:blipFill>
          <a:blip r:embed="rId4">
            <a:alphaModFix/>
          </a:blip>
          <a:stretch>
            <a:fillRect/>
          </a:stretch>
        </p:blipFill>
        <p:spPr>
          <a:xfrm>
            <a:off x="4589825" y="723575"/>
            <a:ext cx="4337576" cy="4379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3"/>
          <p:cNvSpPr/>
          <p:nvPr/>
        </p:nvSpPr>
        <p:spPr>
          <a:xfrm>
            <a:off x="0" y="2036894"/>
            <a:ext cx="9144000" cy="124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307" name="Google Shape;307;p23"/>
          <p:cNvGraphicFramePr/>
          <p:nvPr/>
        </p:nvGraphicFramePr>
        <p:xfrm>
          <a:off x="457200" y="2329008"/>
          <a:ext cx="3000000" cy="3000000"/>
        </p:xfrm>
        <a:graphic>
          <a:graphicData uri="http://schemas.openxmlformats.org/drawingml/2006/table">
            <a:tbl>
              <a:tblPr>
                <a:noFill/>
                <a:tableStyleId>{0EF40231-EEBC-4A1E-985C-08C0722AA9F1}</a:tableStyleId>
              </a:tblPr>
              <a:tblGrid>
                <a:gridCol w="1541825"/>
                <a:gridCol w="2081725"/>
              </a:tblGrid>
              <a:tr h="730450">
                <a:tc>
                  <a:txBody>
                    <a:bodyPr/>
                    <a:lstStyle/>
                    <a:p>
                      <a:pPr indent="0" lvl="0" marL="0" rtl="0" algn="ctr">
                        <a:spcBef>
                          <a:spcPts val="0"/>
                        </a:spcBef>
                        <a:spcAft>
                          <a:spcPts val="0"/>
                        </a:spcAft>
                        <a:buNone/>
                      </a:pPr>
                      <a:r>
                        <a:rPr lang="en" sz="2000">
                          <a:solidFill>
                            <a:schemeClr val="dk2"/>
                          </a:solidFill>
                          <a:latin typeface="Fira Sans Extra Condensed Medium"/>
                          <a:ea typeface="Fira Sans Extra Condensed Medium"/>
                          <a:cs typeface="Fira Sans Extra Condensed Medium"/>
                          <a:sym typeface="Fira Sans Extra Condensed Medium"/>
                        </a:rPr>
                        <a:t>Train Accuracy</a:t>
                      </a:r>
                      <a:endParaRPr sz="2000">
                        <a:solidFill>
                          <a:schemeClr val="dk2"/>
                        </a:solidFill>
                        <a:latin typeface="Fira Sans Extra Condensed Medium"/>
                        <a:ea typeface="Fira Sans Extra Condensed Medium"/>
                        <a:cs typeface="Fira Sans Extra Condensed Medium"/>
                        <a:sym typeface="Fira Sans Extra Condensed Medium"/>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 sz="2000">
                          <a:latin typeface="Roboto"/>
                          <a:ea typeface="Roboto"/>
                          <a:cs typeface="Roboto"/>
                          <a:sym typeface="Roboto"/>
                        </a:rPr>
                        <a:t>~25%</a:t>
                      </a:r>
                      <a:endParaRPr sz="2000">
                        <a:latin typeface="Roboto"/>
                        <a:ea typeface="Roboto"/>
                        <a:cs typeface="Roboto"/>
                        <a:sym typeface="Robot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lt2"/>
                      </a:solidFill>
                      <a:prstDash val="solid"/>
                      <a:round/>
                      <a:headEnd len="sm" w="sm" type="none"/>
                      <a:tailEnd len="sm" w="sm" type="none"/>
                    </a:lnB>
                  </a:tcPr>
                </a:tc>
              </a:tr>
              <a:tr h="730450">
                <a:tc>
                  <a:txBody>
                    <a:bodyPr/>
                    <a:lstStyle/>
                    <a:p>
                      <a:pPr indent="0" lvl="0" marL="0" rtl="0" algn="ctr">
                        <a:spcBef>
                          <a:spcPts val="0"/>
                        </a:spcBef>
                        <a:spcAft>
                          <a:spcPts val="0"/>
                        </a:spcAft>
                        <a:buNone/>
                      </a:pPr>
                      <a:r>
                        <a:rPr lang="en" sz="2000">
                          <a:solidFill>
                            <a:schemeClr val="lt2"/>
                          </a:solidFill>
                          <a:latin typeface="Fira Sans Extra Condensed Medium"/>
                          <a:ea typeface="Fira Sans Extra Condensed Medium"/>
                          <a:cs typeface="Fira Sans Extra Condensed Medium"/>
                          <a:sym typeface="Fira Sans Extra Condensed Medium"/>
                        </a:rPr>
                        <a:t>Val Accuracy</a:t>
                      </a:r>
                      <a:endParaRPr sz="2000">
                        <a:solidFill>
                          <a:schemeClr val="lt2"/>
                        </a:solidFill>
                        <a:latin typeface="Fira Sans Extra Condensed Medium"/>
                        <a:ea typeface="Fira Sans Extra Condensed Medium"/>
                        <a:cs typeface="Fira Sans Extra Condensed Medium"/>
                        <a:sym typeface="Fira Sans Extra Condensed Medium"/>
                      </a:endParaRPr>
                    </a:p>
                  </a:txBody>
                  <a:tcPr marT="91425" marB="91425" marR="91425" marL="91425" anchor="ctr">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 sz="2000">
                          <a:latin typeface="Roboto"/>
                          <a:ea typeface="Roboto"/>
                          <a:cs typeface="Roboto"/>
                          <a:sym typeface="Roboto"/>
                        </a:rPr>
                        <a:t>~21%</a:t>
                      </a:r>
                      <a:endParaRPr sz="2000">
                        <a:solidFill>
                          <a:srgbClr val="000000"/>
                        </a:solidFill>
                        <a:latin typeface="Roboto"/>
                        <a:ea typeface="Roboto"/>
                        <a:cs typeface="Roboto"/>
                        <a:sym typeface="Roboto"/>
                      </a:endParaRPr>
                    </a:p>
                  </a:txBody>
                  <a:tcPr marT="91425" marB="91425" marR="91425" marL="91425" anchor="ctr">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accent1"/>
                      </a:solidFill>
                      <a:prstDash val="solid"/>
                      <a:round/>
                      <a:headEnd len="sm" w="sm" type="none"/>
                      <a:tailEnd len="sm" w="sm" type="none"/>
                    </a:lnB>
                  </a:tcPr>
                </a:tc>
              </a:tr>
              <a:tr h="730450">
                <a:tc>
                  <a:txBody>
                    <a:bodyPr/>
                    <a:lstStyle/>
                    <a:p>
                      <a:pPr indent="0" lvl="0" marL="0" rtl="0" algn="ctr">
                        <a:spcBef>
                          <a:spcPts val="0"/>
                        </a:spcBef>
                        <a:spcAft>
                          <a:spcPts val="0"/>
                        </a:spcAft>
                        <a:buClr>
                          <a:schemeClr val="dk1"/>
                        </a:buClr>
                        <a:buSzPts val="1100"/>
                        <a:buFont typeface="Arial"/>
                        <a:buNone/>
                      </a:pPr>
                      <a:r>
                        <a:rPr lang="en" sz="2000">
                          <a:solidFill>
                            <a:schemeClr val="accent1"/>
                          </a:solidFill>
                          <a:latin typeface="Fira Sans Extra Condensed Medium"/>
                          <a:ea typeface="Fira Sans Extra Condensed Medium"/>
                          <a:cs typeface="Fira Sans Extra Condensed Medium"/>
                          <a:sym typeface="Fira Sans Extra Condensed Medium"/>
                        </a:rPr>
                        <a:t>Macro-F1</a:t>
                      </a:r>
                      <a:endParaRPr sz="2000">
                        <a:solidFill>
                          <a:schemeClr val="accent1"/>
                        </a:solidFill>
                        <a:latin typeface="Fira Sans Extra Condensed Medium"/>
                        <a:ea typeface="Fira Sans Extra Condensed Medium"/>
                        <a:cs typeface="Fira Sans Extra Condensed Medium"/>
                        <a:sym typeface="Fira Sans Extra Condensed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 sz="2000">
                          <a:latin typeface="Roboto"/>
                          <a:ea typeface="Roboto"/>
                          <a:cs typeface="Roboto"/>
                          <a:sym typeface="Roboto"/>
                        </a:rPr>
                        <a:t>0.05</a:t>
                      </a:r>
                      <a:endParaRPr sz="2000">
                        <a:latin typeface="Roboto"/>
                        <a:ea typeface="Roboto"/>
                        <a:cs typeface="Roboto"/>
                        <a:sym typeface="Roboto"/>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r>
            </a:tbl>
          </a:graphicData>
        </a:graphic>
      </p:graphicFrame>
      <p:graphicFrame>
        <p:nvGraphicFramePr>
          <p:cNvPr id="308" name="Google Shape;308;p23"/>
          <p:cNvGraphicFramePr/>
          <p:nvPr/>
        </p:nvGraphicFramePr>
        <p:xfrm>
          <a:off x="5047429" y="2329008"/>
          <a:ext cx="3000000" cy="3000000"/>
        </p:xfrm>
        <a:graphic>
          <a:graphicData uri="http://schemas.openxmlformats.org/drawingml/2006/table">
            <a:tbl>
              <a:tblPr>
                <a:noFill/>
                <a:tableStyleId>{0EF40231-EEBC-4A1E-985C-08C0722AA9F1}</a:tableStyleId>
              </a:tblPr>
              <a:tblGrid>
                <a:gridCol w="1541825"/>
                <a:gridCol w="2081725"/>
              </a:tblGrid>
              <a:tr h="760850">
                <a:tc>
                  <a:txBody>
                    <a:bodyPr/>
                    <a:lstStyle/>
                    <a:p>
                      <a:pPr indent="0" lvl="0" marL="0" rtl="0" algn="ctr">
                        <a:spcBef>
                          <a:spcPts val="0"/>
                        </a:spcBef>
                        <a:spcAft>
                          <a:spcPts val="0"/>
                        </a:spcAft>
                        <a:buNone/>
                      </a:pPr>
                      <a:r>
                        <a:rPr lang="en" sz="2000">
                          <a:solidFill>
                            <a:schemeClr val="dk2"/>
                          </a:solidFill>
                          <a:latin typeface="Fira Sans Extra Condensed Medium"/>
                          <a:ea typeface="Fira Sans Extra Condensed Medium"/>
                          <a:cs typeface="Fira Sans Extra Condensed Medium"/>
                          <a:sym typeface="Fira Sans Extra Condensed Medium"/>
                        </a:rPr>
                        <a:t>Train Accuracy</a:t>
                      </a:r>
                      <a:endParaRPr sz="2000">
                        <a:solidFill>
                          <a:schemeClr val="dk2"/>
                        </a:solidFill>
                        <a:latin typeface="Fira Sans Extra Condensed Medium"/>
                        <a:ea typeface="Fira Sans Extra Condensed Medium"/>
                        <a:cs typeface="Fira Sans Extra Condensed Medium"/>
                        <a:sym typeface="Fira Sans Extra Condensed Medium"/>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rgbClr val="000000"/>
                        </a:buClr>
                        <a:buSzPts val="1100"/>
                        <a:buFont typeface="Arial"/>
                        <a:buNone/>
                      </a:pPr>
                      <a:r>
                        <a:rPr lang="en" sz="2000">
                          <a:latin typeface="Roboto"/>
                          <a:ea typeface="Roboto"/>
                          <a:cs typeface="Roboto"/>
                          <a:sym typeface="Roboto"/>
                        </a:rPr>
                        <a:t>~50%</a:t>
                      </a:r>
                      <a:endParaRPr sz="2000">
                        <a:solidFill>
                          <a:srgbClr val="000000"/>
                        </a:solidFill>
                        <a:latin typeface="Roboto"/>
                        <a:ea typeface="Roboto"/>
                        <a:cs typeface="Roboto"/>
                        <a:sym typeface="Robot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lt2"/>
                      </a:solidFill>
                      <a:prstDash val="solid"/>
                      <a:round/>
                      <a:headEnd len="sm" w="sm" type="none"/>
                      <a:tailEnd len="sm" w="sm" type="none"/>
                    </a:lnB>
                    <a:solidFill>
                      <a:schemeClr val="lt1"/>
                    </a:solidFill>
                  </a:tcPr>
                </a:tc>
              </a:tr>
              <a:tr h="715250">
                <a:tc>
                  <a:txBody>
                    <a:bodyPr/>
                    <a:lstStyle/>
                    <a:p>
                      <a:pPr indent="0" lvl="0" marL="0" rtl="0" algn="ctr">
                        <a:spcBef>
                          <a:spcPts val="0"/>
                        </a:spcBef>
                        <a:spcAft>
                          <a:spcPts val="0"/>
                        </a:spcAft>
                        <a:buNone/>
                      </a:pPr>
                      <a:r>
                        <a:rPr lang="en" sz="2000">
                          <a:solidFill>
                            <a:schemeClr val="lt2"/>
                          </a:solidFill>
                          <a:latin typeface="Fira Sans Extra Condensed Medium"/>
                          <a:ea typeface="Fira Sans Extra Condensed Medium"/>
                          <a:cs typeface="Fira Sans Extra Condensed Medium"/>
                          <a:sym typeface="Fira Sans Extra Condensed Medium"/>
                        </a:rPr>
                        <a:t>Val Accuracy</a:t>
                      </a:r>
                      <a:endParaRPr sz="2000">
                        <a:solidFill>
                          <a:schemeClr val="lt2"/>
                        </a:solidFill>
                        <a:latin typeface="Fira Sans Extra Condensed Medium"/>
                        <a:ea typeface="Fira Sans Extra Condensed Medium"/>
                        <a:cs typeface="Fira Sans Extra Condensed Medium"/>
                        <a:sym typeface="Fira Sans Extra Condensed Medium"/>
                      </a:endParaRPr>
                    </a:p>
                  </a:txBody>
                  <a:tcPr marT="91425" marB="91425" marR="91425" marL="91425" anchor="ctr">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rgbClr val="000000"/>
                        </a:buClr>
                        <a:buSzPts val="1100"/>
                        <a:buFont typeface="Arial"/>
                        <a:buNone/>
                      </a:pPr>
                      <a:r>
                        <a:rPr lang="en" sz="2000">
                          <a:latin typeface="Roboto"/>
                          <a:ea typeface="Roboto"/>
                          <a:cs typeface="Roboto"/>
                          <a:sym typeface="Roboto"/>
                        </a:rPr>
                        <a:t>~45%</a:t>
                      </a:r>
                      <a:endParaRPr sz="2000">
                        <a:solidFill>
                          <a:srgbClr val="000000"/>
                        </a:solidFill>
                        <a:latin typeface="Roboto"/>
                        <a:ea typeface="Roboto"/>
                        <a:cs typeface="Roboto"/>
                        <a:sym typeface="Roboto"/>
                      </a:endParaRPr>
                    </a:p>
                  </a:txBody>
                  <a:tcPr marT="91425" marB="91425" marR="91425" marL="91425" anchor="ctr">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lt1"/>
                    </a:solidFill>
                  </a:tcPr>
                </a:tc>
              </a:tr>
              <a:tr h="715250">
                <a:tc>
                  <a:txBody>
                    <a:bodyPr/>
                    <a:lstStyle/>
                    <a:p>
                      <a:pPr indent="0" lvl="0" marL="0" rtl="0" algn="ctr">
                        <a:spcBef>
                          <a:spcPts val="0"/>
                        </a:spcBef>
                        <a:spcAft>
                          <a:spcPts val="0"/>
                        </a:spcAft>
                        <a:buNone/>
                      </a:pPr>
                      <a:r>
                        <a:rPr lang="en" sz="2000">
                          <a:solidFill>
                            <a:schemeClr val="accent1"/>
                          </a:solidFill>
                          <a:latin typeface="Fira Sans Extra Condensed Medium"/>
                          <a:ea typeface="Fira Sans Extra Condensed Medium"/>
                          <a:cs typeface="Fira Sans Extra Condensed Medium"/>
                          <a:sym typeface="Fira Sans Extra Condensed Medium"/>
                        </a:rPr>
                        <a:t>Macro-F1</a:t>
                      </a:r>
                      <a:endParaRPr sz="2000">
                        <a:solidFill>
                          <a:schemeClr val="accent1"/>
                        </a:solidFill>
                        <a:latin typeface="Fira Sans Extra Condensed Medium"/>
                        <a:ea typeface="Fira Sans Extra Condensed Medium"/>
                        <a:cs typeface="Fira Sans Extra Condensed Medium"/>
                        <a:sym typeface="Fira Sans Extra Condensed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rgbClr val="000000"/>
                        </a:buClr>
                        <a:buSzPts val="1100"/>
                        <a:buFont typeface="Arial"/>
                        <a:buNone/>
                      </a:pPr>
                      <a:r>
                        <a:rPr lang="en" sz="2000">
                          <a:latin typeface="Roboto"/>
                          <a:ea typeface="Roboto"/>
                          <a:cs typeface="Roboto"/>
                          <a:sym typeface="Roboto"/>
                        </a:rPr>
                        <a:t>0.22</a:t>
                      </a:r>
                      <a:endParaRPr sz="2000">
                        <a:solidFill>
                          <a:srgbClr val="000000"/>
                        </a:solidFill>
                        <a:latin typeface="Roboto"/>
                        <a:ea typeface="Roboto"/>
                        <a:cs typeface="Roboto"/>
                        <a:sym typeface="Roboto"/>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lt1"/>
                    </a:solidFill>
                  </a:tcPr>
                </a:tc>
              </a:tr>
            </a:tbl>
          </a:graphicData>
        </a:graphic>
      </p:graphicFrame>
      <p:grpSp>
        <p:nvGrpSpPr>
          <p:cNvPr id="309" name="Google Shape;309;p23"/>
          <p:cNvGrpSpPr/>
          <p:nvPr/>
        </p:nvGrpSpPr>
        <p:grpSpPr>
          <a:xfrm flipH="1">
            <a:off x="1820599" y="809059"/>
            <a:ext cx="1055190" cy="1682987"/>
            <a:chOff x="-1371537" y="-374000"/>
            <a:chExt cx="1303025" cy="2078275"/>
          </a:xfrm>
        </p:grpSpPr>
        <p:sp>
          <p:nvSpPr>
            <p:cNvPr id="310" name="Google Shape;310;p23"/>
            <p:cNvSpPr/>
            <p:nvPr/>
          </p:nvSpPr>
          <p:spPr>
            <a:xfrm>
              <a:off x="-1294662" y="134975"/>
              <a:ext cx="416950" cy="945250"/>
            </a:xfrm>
            <a:custGeom>
              <a:rect b="b" l="l" r="r" t="t"/>
              <a:pathLst>
                <a:path extrusionOk="0" h="37810" w="16678">
                  <a:moveTo>
                    <a:pt x="16677" y="0"/>
                  </a:moveTo>
                  <a:cubicBezTo>
                    <a:pt x="16677" y="0"/>
                    <a:pt x="1" y="2992"/>
                    <a:pt x="1968" y="37809"/>
                  </a:cubicBezTo>
                  <a:lnTo>
                    <a:pt x="16677" y="19187"/>
                  </a:lnTo>
                  <a:lnTo>
                    <a:pt x="16677" y="0"/>
                  </a:lnTo>
                  <a:close/>
                </a:path>
              </a:pathLst>
            </a:custGeom>
            <a:solidFill>
              <a:srgbClr val="BAB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3"/>
            <p:cNvSpPr/>
            <p:nvPr/>
          </p:nvSpPr>
          <p:spPr>
            <a:xfrm>
              <a:off x="-1099012" y="259475"/>
              <a:ext cx="247450" cy="399650"/>
            </a:xfrm>
            <a:custGeom>
              <a:rect b="b" l="l" r="r" t="t"/>
              <a:pathLst>
                <a:path extrusionOk="0" h="15986" w="9898">
                  <a:moveTo>
                    <a:pt x="9897" y="0"/>
                  </a:moveTo>
                  <a:cubicBezTo>
                    <a:pt x="9897" y="0"/>
                    <a:pt x="4625" y="2490"/>
                    <a:pt x="4499" y="2699"/>
                  </a:cubicBezTo>
                  <a:cubicBezTo>
                    <a:pt x="4373" y="2908"/>
                    <a:pt x="0" y="10692"/>
                    <a:pt x="0" y="10692"/>
                  </a:cubicBezTo>
                  <a:lnTo>
                    <a:pt x="1737" y="14479"/>
                  </a:lnTo>
                  <a:cubicBezTo>
                    <a:pt x="1737" y="14479"/>
                    <a:pt x="6926" y="15923"/>
                    <a:pt x="6989" y="15986"/>
                  </a:cubicBezTo>
                  <a:cubicBezTo>
                    <a:pt x="6989" y="15986"/>
                    <a:pt x="6989" y="15986"/>
                    <a:pt x="6989" y="15986"/>
                  </a:cubicBezTo>
                  <a:cubicBezTo>
                    <a:pt x="7076" y="15986"/>
                    <a:pt x="9897" y="0"/>
                    <a:pt x="9897" y="0"/>
                  </a:cubicBezTo>
                  <a:close/>
                </a:path>
              </a:pathLst>
            </a:custGeom>
            <a:solidFill>
              <a:srgbClr val="BAB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3"/>
            <p:cNvSpPr/>
            <p:nvPr/>
          </p:nvSpPr>
          <p:spPr>
            <a:xfrm>
              <a:off x="-1249137" y="138625"/>
              <a:ext cx="385025" cy="1047250"/>
            </a:xfrm>
            <a:custGeom>
              <a:rect b="b" l="l" r="r" t="t"/>
              <a:pathLst>
                <a:path extrusionOk="0" h="41890" w="15401">
                  <a:moveTo>
                    <a:pt x="14814" y="1"/>
                  </a:moveTo>
                  <a:cubicBezTo>
                    <a:pt x="14814" y="1"/>
                    <a:pt x="5127" y="4332"/>
                    <a:pt x="1047" y="29043"/>
                  </a:cubicBezTo>
                  <a:lnTo>
                    <a:pt x="1067" y="29001"/>
                  </a:lnTo>
                  <a:lnTo>
                    <a:pt x="1067" y="29001"/>
                  </a:lnTo>
                  <a:cubicBezTo>
                    <a:pt x="377" y="32683"/>
                    <a:pt x="0" y="36973"/>
                    <a:pt x="168" y="41890"/>
                  </a:cubicBezTo>
                  <a:lnTo>
                    <a:pt x="12994" y="23582"/>
                  </a:lnTo>
                  <a:lnTo>
                    <a:pt x="8161" y="15442"/>
                  </a:lnTo>
                  <a:lnTo>
                    <a:pt x="15400" y="1570"/>
                  </a:lnTo>
                  <a:lnTo>
                    <a:pt x="14814" y="1"/>
                  </a:lnTo>
                  <a:close/>
                </a:path>
              </a:pathLst>
            </a:custGeom>
            <a:solidFill>
              <a:srgbClr val="D3D2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3"/>
            <p:cNvSpPr/>
            <p:nvPr/>
          </p:nvSpPr>
          <p:spPr>
            <a:xfrm>
              <a:off x="-1306162" y="711425"/>
              <a:ext cx="821275" cy="915950"/>
            </a:xfrm>
            <a:custGeom>
              <a:rect b="b" l="l" r="r" t="t"/>
              <a:pathLst>
                <a:path extrusionOk="0" h="36638" w="32851">
                  <a:moveTo>
                    <a:pt x="30633" y="0"/>
                  </a:moveTo>
                  <a:lnTo>
                    <a:pt x="12178" y="272"/>
                  </a:lnTo>
                  <a:lnTo>
                    <a:pt x="9102" y="3243"/>
                  </a:lnTo>
                  <a:cubicBezTo>
                    <a:pt x="9102" y="3243"/>
                    <a:pt x="7094" y="21342"/>
                    <a:pt x="1" y="36637"/>
                  </a:cubicBezTo>
                  <a:lnTo>
                    <a:pt x="5797" y="35215"/>
                  </a:lnTo>
                  <a:cubicBezTo>
                    <a:pt x="5797" y="35215"/>
                    <a:pt x="25548" y="9060"/>
                    <a:pt x="32851" y="5273"/>
                  </a:cubicBezTo>
                  <a:lnTo>
                    <a:pt x="30633" y="0"/>
                  </a:lnTo>
                  <a:close/>
                </a:path>
              </a:pathLst>
            </a:custGeom>
            <a:solidFill>
              <a:srgbClr val="BAB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3"/>
            <p:cNvSpPr/>
            <p:nvPr/>
          </p:nvSpPr>
          <p:spPr>
            <a:xfrm>
              <a:off x="-1284187" y="945750"/>
              <a:ext cx="444650" cy="694700"/>
            </a:xfrm>
            <a:custGeom>
              <a:rect b="b" l="l" r="r" t="t"/>
              <a:pathLst>
                <a:path extrusionOk="0" h="27788" w="17786">
                  <a:moveTo>
                    <a:pt x="12345" y="1"/>
                  </a:moveTo>
                  <a:lnTo>
                    <a:pt x="837" y="25695"/>
                  </a:lnTo>
                  <a:lnTo>
                    <a:pt x="0" y="27787"/>
                  </a:lnTo>
                  <a:lnTo>
                    <a:pt x="1988" y="27139"/>
                  </a:lnTo>
                  <a:lnTo>
                    <a:pt x="17786" y="1445"/>
                  </a:lnTo>
                  <a:lnTo>
                    <a:pt x="12345" y="1"/>
                  </a:lnTo>
                  <a:close/>
                </a:path>
              </a:pathLst>
            </a:custGeom>
            <a:solidFill>
              <a:srgbClr val="6060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3"/>
            <p:cNvSpPr/>
            <p:nvPr/>
          </p:nvSpPr>
          <p:spPr>
            <a:xfrm>
              <a:off x="-1324462" y="969825"/>
              <a:ext cx="400175" cy="702000"/>
            </a:xfrm>
            <a:custGeom>
              <a:rect b="b" l="l" r="r" t="t"/>
              <a:pathLst>
                <a:path extrusionOk="0" h="28080" w="16007">
                  <a:moveTo>
                    <a:pt x="16007" y="0"/>
                  </a:moveTo>
                  <a:lnTo>
                    <a:pt x="9018" y="1214"/>
                  </a:lnTo>
                  <a:lnTo>
                    <a:pt x="0" y="28080"/>
                  </a:lnTo>
                  <a:lnTo>
                    <a:pt x="0" y="28080"/>
                  </a:lnTo>
                  <a:lnTo>
                    <a:pt x="1570" y="27452"/>
                  </a:lnTo>
                  <a:lnTo>
                    <a:pt x="16007" y="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3"/>
            <p:cNvSpPr/>
            <p:nvPr/>
          </p:nvSpPr>
          <p:spPr>
            <a:xfrm>
              <a:off x="-1371537" y="803475"/>
              <a:ext cx="420575" cy="900800"/>
            </a:xfrm>
            <a:custGeom>
              <a:rect b="b" l="l" r="r" t="t"/>
              <a:pathLst>
                <a:path extrusionOk="0" h="36032" w="16823">
                  <a:moveTo>
                    <a:pt x="10901" y="1"/>
                  </a:moveTo>
                  <a:cubicBezTo>
                    <a:pt x="10901" y="1"/>
                    <a:pt x="5691" y="24377"/>
                    <a:pt x="0" y="36031"/>
                  </a:cubicBezTo>
                  <a:lnTo>
                    <a:pt x="1967" y="35362"/>
                  </a:lnTo>
                  <a:lnTo>
                    <a:pt x="16823" y="1193"/>
                  </a:lnTo>
                  <a:lnTo>
                    <a:pt x="10901" y="1"/>
                  </a:lnTo>
                  <a:close/>
                </a:path>
              </a:pathLst>
            </a:custGeom>
            <a:solidFill>
              <a:srgbClr val="9D9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3"/>
            <p:cNvSpPr/>
            <p:nvPr/>
          </p:nvSpPr>
          <p:spPr>
            <a:xfrm>
              <a:off x="-897112" y="999625"/>
              <a:ext cx="255825" cy="382425"/>
            </a:xfrm>
            <a:custGeom>
              <a:rect b="b" l="l" r="r" t="t"/>
              <a:pathLst>
                <a:path extrusionOk="0" h="15297" w="10233">
                  <a:moveTo>
                    <a:pt x="1214" y="1"/>
                  </a:moveTo>
                  <a:lnTo>
                    <a:pt x="1" y="545"/>
                  </a:lnTo>
                  <a:cubicBezTo>
                    <a:pt x="1" y="545"/>
                    <a:pt x="1424" y="5901"/>
                    <a:pt x="1110" y="7241"/>
                  </a:cubicBezTo>
                  <a:cubicBezTo>
                    <a:pt x="1110" y="7241"/>
                    <a:pt x="1821" y="10274"/>
                    <a:pt x="1675" y="11174"/>
                  </a:cubicBezTo>
                  <a:cubicBezTo>
                    <a:pt x="1675" y="11174"/>
                    <a:pt x="2072" y="13078"/>
                    <a:pt x="1968" y="13434"/>
                  </a:cubicBezTo>
                  <a:cubicBezTo>
                    <a:pt x="1968" y="13434"/>
                    <a:pt x="2386" y="12681"/>
                    <a:pt x="2449" y="11174"/>
                  </a:cubicBezTo>
                  <a:lnTo>
                    <a:pt x="2742" y="9103"/>
                  </a:lnTo>
                  <a:lnTo>
                    <a:pt x="4583" y="12890"/>
                  </a:lnTo>
                  <a:cubicBezTo>
                    <a:pt x="4583" y="12890"/>
                    <a:pt x="5860" y="14271"/>
                    <a:pt x="5818" y="15296"/>
                  </a:cubicBezTo>
                  <a:cubicBezTo>
                    <a:pt x="5818" y="15296"/>
                    <a:pt x="6592" y="14438"/>
                    <a:pt x="5608" y="12848"/>
                  </a:cubicBezTo>
                  <a:lnTo>
                    <a:pt x="4207" y="8496"/>
                  </a:lnTo>
                  <a:lnTo>
                    <a:pt x="4207" y="8496"/>
                  </a:lnTo>
                  <a:cubicBezTo>
                    <a:pt x="4207" y="8496"/>
                    <a:pt x="7031" y="8894"/>
                    <a:pt x="7973" y="9751"/>
                  </a:cubicBezTo>
                  <a:cubicBezTo>
                    <a:pt x="7973" y="9751"/>
                    <a:pt x="9626" y="10400"/>
                    <a:pt x="9730" y="11865"/>
                  </a:cubicBezTo>
                  <a:cubicBezTo>
                    <a:pt x="9730" y="11865"/>
                    <a:pt x="10233" y="10086"/>
                    <a:pt x="8454" y="8894"/>
                  </a:cubicBezTo>
                  <a:cubicBezTo>
                    <a:pt x="8454" y="8894"/>
                    <a:pt x="7366" y="8161"/>
                    <a:pt x="4248" y="7513"/>
                  </a:cubicBezTo>
                  <a:cubicBezTo>
                    <a:pt x="4248" y="7513"/>
                    <a:pt x="1821" y="7241"/>
                    <a:pt x="1214" y="1"/>
                  </a:cubicBezTo>
                  <a:close/>
                </a:path>
              </a:pathLst>
            </a:custGeom>
            <a:solidFill>
              <a:srgbClr val="2729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3"/>
            <p:cNvSpPr/>
            <p:nvPr/>
          </p:nvSpPr>
          <p:spPr>
            <a:xfrm>
              <a:off x="-619862" y="981325"/>
              <a:ext cx="190950" cy="390250"/>
            </a:xfrm>
            <a:custGeom>
              <a:rect b="b" l="l" r="r" t="t"/>
              <a:pathLst>
                <a:path extrusionOk="0" h="15610" w="7638">
                  <a:moveTo>
                    <a:pt x="2344" y="1"/>
                  </a:moveTo>
                  <a:lnTo>
                    <a:pt x="1653" y="440"/>
                  </a:lnTo>
                  <a:cubicBezTo>
                    <a:pt x="1653" y="440"/>
                    <a:pt x="2993" y="3223"/>
                    <a:pt x="3097" y="3558"/>
                  </a:cubicBezTo>
                  <a:cubicBezTo>
                    <a:pt x="3097" y="3558"/>
                    <a:pt x="2344" y="5629"/>
                    <a:pt x="419" y="7261"/>
                  </a:cubicBezTo>
                  <a:cubicBezTo>
                    <a:pt x="419" y="7261"/>
                    <a:pt x="935" y="6953"/>
                    <a:pt x="1434" y="6953"/>
                  </a:cubicBezTo>
                  <a:cubicBezTo>
                    <a:pt x="1660" y="6953"/>
                    <a:pt x="1882" y="7016"/>
                    <a:pt x="2051" y="7198"/>
                  </a:cubicBezTo>
                  <a:lnTo>
                    <a:pt x="1298" y="8475"/>
                  </a:lnTo>
                  <a:cubicBezTo>
                    <a:pt x="1298" y="8475"/>
                    <a:pt x="0" y="9814"/>
                    <a:pt x="272" y="11697"/>
                  </a:cubicBezTo>
                  <a:cubicBezTo>
                    <a:pt x="272" y="11697"/>
                    <a:pt x="1130" y="9249"/>
                    <a:pt x="1946" y="9123"/>
                  </a:cubicBezTo>
                  <a:cubicBezTo>
                    <a:pt x="1946" y="9123"/>
                    <a:pt x="3051" y="6552"/>
                    <a:pt x="3807" y="6552"/>
                  </a:cubicBezTo>
                  <a:cubicBezTo>
                    <a:pt x="3843" y="6552"/>
                    <a:pt x="3879" y="6558"/>
                    <a:pt x="3913" y="6571"/>
                  </a:cubicBezTo>
                  <a:cubicBezTo>
                    <a:pt x="4604" y="6801"/>
                    <a:pt x="4562" y="10818"/>
                    <a:pt x="3620" y="12639"/>
                  </a:cubicBezTo>
                  <a:cubicBezTo>
                    <a:pt x="3620" y="12639"/>
                    <a:pt x="3348" y="14417"/>
                    <a:pt x="2281" y="15610"/>
                  </a:cubicBezTo>
                  <a:cubicBezTo>
                    <a:pt x="2281" y="15610"/>
                    <a:pt x="4248" y="15045"/>
                    <a:pt x="4353" y="12973"/>
                  </a:cubicBezTo>
                  <a:cubicBezTo>
                    <a:pt x="4353" y="12973"/>
                    <a:pt x="5754" y="10442"/>
                    <a:pt x="5587" y="7993"/>
                  </a:cubicBezTo>
                  <a:lnTo>
                    <a:pt x="5587" y="7993"/>
                  </a:lnTo>
                  <a:cubicBezTo>
                    <a:pt x="5587" y="7994"/>
                    <a:pt x="6550" y="10483"/>
                    <a:pt x="6570" y="11927"/>
                  </a:cubicBezTo>
                  <a:cubicBezTo>
                    <a:pt x="6570" y="11927"/>
                    <a:pt x="7052" y="12994"/>
                    <a:pt x="6550" y="14480"/>
                  </a:cubicBezTo>
                  <a:cubicBezTo>
                    <a:pt x="6550" y="14480"/>
                    <a:pt x="7638" y="13517"/>
                    <a:pt x="7386" y="11739"/>
                  </a:cubicBezTo>
                  <a:cubicBezTo>
                    <a:pt x="7386" y="11739"/>
                    <a:pt x="7533" y="7993"/>
                    <a:pt x="5817" y="6299"/>
                  </a:cubicBezTo>
                  <a:lnTo>
                    <a:pt x="4394" y="3160"/>
                  </a:lnTo>
                  <a:cubicBezTo>
                    <a:pt x="4394" y="3160"/>
                    <a:pt x="2972" y="2344"/>
                    <a:pt x="2344" y="1"/>
                  </a:cubicBezTo>
                  <a:close/>
                </a:path>
              </a:pathLst>
            </a:custGeom>
            <a:solidFill>
              <a:srgbClr val="2729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3"/>
            <p:cNvSpPr/>
            <p:nvPr/>
          </p:nvSpPr>
          <p:spPr>
            <a:xfrm>
              <a:off x="-1164912" y="-242200"/>
              <a:ext cx="1096400" cy="1322150"/>
            </a:xfrm>
            <a:custGeom>
              <a:rect b="b" l="l" r="r" t="t"/>
              <a:pathLst>
                <a:path extrusionOk="0" h="52886" w="43856">
                  <a:moveTo>
                    <a:pt x="19934" y="0"/>
                  </a:moveTo>
                  <a:cubicBezTo>
                    <a:pt x="19887" y="0"/>
                    <a:pt x="19841" y="1"/>
                    <a:pt x="19794" y="1"/>
                  </a:cubicBezTo>
                  <a:cubicBezTo>
                    <a:pt x="12240" y="106"/>
                    <a:pt x="10776" y="7262"/>
                    <a:pt x="10776" y="7262"/>
                  </a:cubicBezTo>
                  <a:lnTo>
                    <a:pt x="11487" y="15087"/>
                  </a:lnTo>
                  <a:cubicBezTo>
                    <a:pt x="11487" y="15087"/>
                    <a:pt x="0" y="30947"/>
                    <a:pt x="1758" y="42665"/>
                  </a:cubicBezTo>
                  <a:cubicBezTo>
                    <a:pt x="2595" y="48251"/>
                    <a:pt x="7302" y="52436"/>
                    <a:pt x="12910" y="52833"/>
                  </a:cubicBezTo>
                  <a:cubicBezTo>
                    <a:pt x="13381" y="52866"/>
                    <a:pt x="13879" y="52886"/>
                    <a:pt x="14400" y="52886"/>
                  </a:cubicBezTo>
                  <a:cubicBezTo>
                    <a:pt x="17507" y="52886"/>
                    <a:pt x="21426" y="52201"/>
                    <a:pt x="25422" y="49674"/>
                  </a:cubicBezTo>
                  <a:cubicBezTo>
                    <a:pt x="34210" y="44150"/>
                    <a:pt x="43856" y="35488"/>
                    <a:pt x="30172" y="8266"/>
                  </a:cubicBezTo>
                  <a:cubicBezTo>
                    <a:pt x="30172" y="8266"/>
                    <a:pt x="27382" y="0"/>
                    <a:pt x="19934" y="0"/>
                  </a:cubicBezTo>
                  <a:close/>
                </a:path>
              </a:pathLst>
            </a:custGeom>
            <a:solidFill>
              <a:srgbClr val="E1E0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3"/>
            <p:cNvSpPr/>
            <p:nvPr/>
          </p:nvSpPr>
          <p:spPr>
            <a:xfrm>
              <a:off x="-960912" y="-66950"/>
              <a:ext cx="390250" cy="238200"/>
            </a:xfrm>
            <a:custGeom>
              <a:rect b="b" l="l" r="r" t="t"/>
              <a:pathLst>
                <a:path extrusionOk="0" h="9528" w="15610">
                  <a:moveTo>
                    <a:pt x="2720" y="1"/>
                  </a:moveTo>
                  <a:cubicBezTo>
                    <a:pt x="2658" y="189"/>
                    <a:pt x="2637" y="273"/>
                    <a:pt x="2658" y="273"/>
                  </a:cubicBezTo>
                  <a:lnTo>
                    <a:pt x="3327" y="8056"/>
                  </a:lnTo>
                  <a:cubicBezTo>
                    <a:pt x="5311" y="8804"/>
                    <a:pt x="8231" y="9527"/>
                    <a:pt x="12075" y="9527"/>
                  </a:cubicBezTo>
                  <a:cubicBezTo>
                    <a:pt x="13177" y="9527"/>
                    <a:pt x="14355" y="9468"/>
                    <a:pt x="15609" y="9333"/>
                  </a:cubicBezTo>
                  <a:cubicBezTo>
                    <a:pt x="0" y="6592"/>
                    <a:pt x="5984" y="628"/>
                    <a:pt x="5984" y="628"/>
                  </a:cubicBezTo>
                  <a:lnTo>
                    <a:pt x="2720" y="1"/>
                  </a:lnTo>
                  <a:close/>
                </a:path>
              </a:pathLst>
            </a:custGeom>
            <a:solidFill>
              <a:srgbClr val="2724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3"/>
            <p:cNvSpPr/>
            <p:nvPr/>
          </p:nvSpPr>
          <p:spPr>
            <a:xfrm>
              <a:off x="-881412" y="134975"/>
              <a:ext cx="3700" cy="4725"/>
            </a:xfrm>
            <a:custGeom>
              <a:rect b="b" l="l" r="r" t="t"/>
              <a:pathLst>
                <a:path extrusionOk="0" h="189" w="148">
                  <a:moveTo>
                    <a:pt x="147" y="0"/>
                  </a:moveTo>
                  <a:cubicBezTo>
                    <a:pt x="147" y="0"/>
                    <a:pt x="84" y="63"/>
                    <a:pt x="1" y="189"/>
                  </a:cubicBezTo>
                  <a:cubicBezTo>
                    <a:pt x="42" y="147"/>
                    <a:pt x="84" y="84"/>
                    <a:pt x="147" y="0"/>
                  </a:cubicBezTo>
                  <a:close/>
                </a:path>
              </a:pathLst>
            </a:custGeom>
            <a:solidFill>
              <a:srgbClr val="2724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3"/>
            <p:cNvSpPr/>
            <p:nvPr/>
          </p:nvSpPr>
          <p:spPr>
            <a:xfrm>
              <a:off x="-1054037" y="-95200"/>
              <a:ext cx="242750" cy="75350"/>
            </a:xfrm>
            <a:custGeom>
              <a:rect b="b" l="l" r="r" t="t"/>
              <a:pathLst>
                <a:path extrusionOk="0" h="3014" w="9710">
                  <a:moveTo>
                    <a:pt x="5106" y="1"/>
                  </a:moveTo>
                  <a:lnTo>
                    <a:pt x="1" y="398"/>
                  </a:lnTo>
                  <a:cubicBezTo>
                    <a:pt x="1" y="398"/>
                    <a:pt x="1549" y="2512"/>
                    <a:pt x="6529" y="3014"/>
                  </a:cubicBezTo>
                  <a:lnTo>
                    <a:pt x="6529" y="3014"/>
                  </a:lnTo>
                  <a:cubicBezTo>
                    <a:pt x="6494" y="3006"/>
                    <a:pt x="7412" y="1750"/>
                    <a:pt x="9427" y="1750"/>
                  </a:cubicBezTo>
                  <a:cubicBezTo>
                    <a:pt x="9519" y="1750"/>
                    <a:pt x="9613" y="1753"/>
                    <a:pt x="9709" y="1758"/>
                  </a:cubicBezTo>
                  <a:lnTo>
                    <a:pt x="5106" y="1"/>
                  </a:lnTo>
                  <a:close/>
                  <a:moveTo>
                    <a:pt x="6529" y="3014"/>
                  </a:moveTo>
                  <a:cubicBezTo>
                    <a:pt x="6529" y="3014"/>
                    <a:pt x="6529" y="3014"/>
                    <a:pt x="6529" y="3014"/>
                  </a:cubicBezTo>
                  <a:cubicBezTo>
                    <a:pt x="6529" y="3014"/>
                    <a:pt x="6529" y="3014"/>
                    <a:pt x="6529" y="3014"/>
                  </a:cubicBezTo>
                  <a:close/>
                </a:path>
              </a:pathLst>
            </a:custGeom>
            <a:solidFill>
              <a:srgbClr val="767B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3"/>
            <p:cNvSpPr/>
            <p:nvPr/>
          </p:nvSpPr>
          <p:spPr>
            <a:xfrm>
              <a:off x="-1058212" y="-119325"/>
              <a:ext cx="246925" cy="68100"/>
            </a:xfrm>
            <a:custGeom>
              <a:rect b="b" l="l" r="r" t="t"/>
              <a:pathLst>
                <a:path extrusionOk="0" h="2724" w="9877">
                  <a:moveTo>
                    <a:pt x="5542" y="0"/>
                  </a:moveTo>
                  <a:cubicBezTo>
                    <a:pt x="4034" y="0"/>
                    <a:pt x="1848" y="247"/>
                    <a:pt x="0" y="1426"/>
                  </a:cubicBezTo>
                  <a:cubicBezTo>
                    <a:pt x="0" y="1426"/>
                    <a:pt x="5022" y="1489"/>
                    <a:pt x="9876" y="2723"/>
                  </a:cubicBezTo>
                  <a:cubicBezTo>
                    <a:pt x="9876" y="2723"/>
                    <a:pt x="8056" y="1740"/>
                    <a:pt x="7366" y="129"/>
                  </a:cubicBezTo>
                  <a:cubicBezTo>
                    <a:pt x="7366" y="129"/>
                    <a:pt x="6630" y="0"/>
                    <a:pt x="5542" y="0"/>
                  </a:cubicBezTo>
                  <a:close/>
                </a:path>
              </a:pathLst>
            </a:custGeom>
            <a:solidFill>
              <a:srgbClr val="9396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3"/>
            <p:cNvSpPr/>
            <p:nvPr/>
          </p:nvSpPr>
          <p:spPr>
            <a:xfrm>
              <a:off x="-874087" y="-242175"/>
              <a:ext cx="376125" cy="188400"/>
            </a:xfrm>
            <a:custGeom>
              <a:rect b="b" l="l" r="r" t="t"/>
              <a:pathLst>
                <a:path extrusionOk="0" h="7536" w="15045">
                  <a:moveTo>
                    <a:pt x="8254" y="0"/>
                  </a:moveTo>
                  <a:cubicBezTo>
                    <a:pt x="8230" y="0"/>
                    <a:pt x="8206" y="0"/>
                    <a:pt x="8182" y="0"/>
                  </a:cubicBezTo>
                  <a:cubicBezTo>
                    <a:pt x="3432" y="63"/>
                    <a:pt x="1110" y="2909"/>
                    <a:pt x="1" y="5022"/>
                  </a:cubicBezTo>
                  <a:cubicBezTo>
                    <a:pt x="210" y="4855"/>
                    <a:pt x="440" y="4729"/>
                    <a:pt x="670" y="4708"/>
                  </a:cubicBezTo>
                  <a:cubicBezTo>
                    <a:pt x="745" y="4694"/>
                    <a:pt x="819" y="4688"/>
                    <a:pt x="891" y="4688"/>
                  </a:cubicBezTo>
                  <a:cubicBezTo>
                    <a:pt x="1371" y="4688"/>
                    <a:pt x="1808" y="4970"/>
                    <a:pt x="2135" y="5315"/>
                  </a:cubicBezTo>
                  <a:cubicBezTo>
                    <a:pt x="2532" y="5712"/>
                    <a:pt x="2804" y="6173"/>
                    <a:pt x="3181" y="6570"/>
                  </a:cubicBezTo>
                  <a:cubicBezTo>
                    <a:pt x="3817" y="7193"/>
                    <a:pt x="4707" y="7535"/>
                    <a:pt x="5590" y="7535"/>
                  </a:cubicBezTo>
                  <a:cubicBezTo>
                    <a:pt x="6073" y="7535"/>
                    <a:pt x="6553" y="7433"/>
                    <a:pt x="6989" y="7219"/>
                  </a:cubicBezTo>
                  <a:cubicBezTo>
                    <a:pt x="8935" y="6277"/>
                    <a:pt x="9625" y="3620"/>
                    <a:pt x="11592" y="2741"/>
                  </a:cubicBezTo>
                  <a:cubicBezTo>
                    <a:pt x="12061" y="2539"/>
                    <a:pt x="12562" y="2454"/>
                    <a:pt x="13074" y="2454"/>
                  </a:cubicBezTo>
                  <a:cubicBezTo>
                    <a:pt x="13728" y="2454"/>
                    <a:pt x="14399" y="2593"/>
                    <a:pt x="15045" y="2804"/>
                  </a:cubicBezTo>
                  <a:cubicBezTo>
                    <a:pt x="13426" y="1268"/>
                    <a:pt x="11210" y="0"/>
                    <a:pt x="8254" y="0"/>
                  </a:cubicBezTo>
                  <a:close/>
                </a:path>
              </a:pathLst>
            </a:custGeom>
            <a:solidFill>
              <a:srgbClr val="2724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3"/>
            <p:cNvSpPr/>
            <p:nvPr/>
          </p:nvSpPr>
          <p:spPr>
            <a:xfrm>
              <a:off x="-774687" y="-142800"/>
              <a:ext cx="75850" cy="75875"/>
            </a:xfrm>
            <a:custGeom>
              <a:rect b="b" l="l" r="r" t="t"/>
              <a:pathLst>
                <a:path extrusionOk="0" h="3035" w="3034">
                  <a:moveTo>
                    <a:pt x="1527" y="1"/>
                  </a:moveTo>
                  <a:cubicBezTo>
                    <a:pt x="691" y="1"/>
                    <a:pt x="0" y="691"/>
                    <a:pt x="0" y="1528"/>
                  </a:cubicBezTo>
                  <a:cubicBezTo>
                    <a:pt x="0" y="2365"/>
                    <a:pt x="691" y="3035"/>
                    <a:pt x="1527" y="3035"/>
                  </a:cubicBezTo>
                  <a:cubicBezTo>
                    <a:pt x="2364" y="3035"/>
                    <a:pt x="3034" y="2365"/>
                    <a:pt x="3034" y="1528"/>
                  </a:cubicBezTo>
                  <a:cubicBezTo>
                    <a:pt x="3034" y="691"/>
                    <a:pt x="2364" y="1"/>
                    <a:pt x="15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3"/>
            <p:cNvSpPr/>
            <p:nvPr/>
          </p:nvSpPr>
          <p:spPr>
            <a:xfrm>
              <a:off x="-764237" y="-132325"/>
              <a:ext cx="54950" cy="54950"/>
            </a:xfrm>
            <a:custGeom>
              <a:rect b="b" l="l" r="r" t="t"/>
              <a:pathLst>
                <a:path extrusionOk="0" h="2198" w="2198">
                  <a:moveTo>
                    <a:pt x="1089" y="0"/>
                  </a:moveTo>
                  <a:cubicBezTo>
                    <a:pt x="482" y="0"/>
                    <a:pt x="1" y="502"/>
                    <a:pt x="1" y="1109"/>
                  </a:cubicBezTo>
                  <a:cubicBezTo>
                    <a:pt x="1" y="1695"/>
                    <a:pt x="503" y="2197"/>
                    <a:pt x="1089" y="2197"/>
                  </a:cubicBezTo>
                  <a:cubicBezTo>
                    <a:pt x="1695" y="2197"/>
                    <a:pt x="2198" y="1695"/>
                    <a:pt x="2198" y="1109"/>
                  </a:cubicBezTo>
                  <a:cubicBezTo>
                    <a:pt x="2198" y="502"/>
                    <a:pt x="1695" y="0"/>
                    <a:pt x="1089" y="0"/>
                  </a:cubicBezTo>
                  <a:close/>
                </a:path>
              </a:pathLst>
            </a:custGeom>
            <a:solidFill>
              <a:srgbClr val="2724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3"/>
            <p:cNvSpPr/>
            <p:nvPr/>
          </p:nvSpPr>
          <p:spPr>
            <a:xfrm>
              <a:off x="-755862" y="-110875"/>
              <a:ext cx="10475" cy="10475"/>
            </a:xfrm>
            <a:custGeom>
              <a:rect b="b" l="l" r="r" t="t"/>
              <a:pathLst>
                <a:path extrusionOk="0" h="419" w="419">
                  <a:moveTo>
                    <a:pt x="210" y="0"/>
                  </a:moveTo>
                  <a:cubicBezTo>
                    <a:pt x="84" y="0"/>
                    <a:pt x="0" y="84"/>
                    <a:pt x="0" y="209"/>
                  </a:cubicBezTo>
                  <a:cubicBezTo>
                    <a:pt x="0" y="314"/>
                    <a:pt x="84" y="419"/>
                    <a:pt x="210" y="419"/>
                  </a:cubicBezTo>
                  <a:cubicBezTo>
                    <a:pt x="314" y="419"/>
                    <a:pt x="419" y="356"/>
                    <a:pt x="419" y="209"/>
                  </a:cubicBezTo>
                  <a:cubicBezTo>
                    <a:pt x="419" y="105"/>
                    <a:pt x="356" y="0"/>
                    <a:pt x="21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3"/>
            <p:cNvSpPr/>
            <p:nvPr/>
          </p:nvSpPr>
          <p:spPr>
            <a:xfrm>
              <a:off x="-1249137" y="419000"/>
              <a:ext cx="152775" cy="766875"/>
            </a:xfrm>
            <a:custGeom>
              <a:rect b="b" l="l" r="r" t="t"/>
              <a:pathLst>
                <a:path extrusionOk="0" h="30675" w="6111">
                  <a:moveTo>
                    <a:pt x="6110" y="1"/>
                  </a:moveTo>
                  <a:lnTo>
                    <a:pt x="6110" y="1"/>
                  </a:lnTo>
                  <a:cubicBezTo>
                    <a:pt x="4185" y="4227"/>
                    <a:pt x="2323" y="10002"/>
                    <a:pt x="1047" y="17828"/>
                  </a:cubicBezTo>
                  <a:lnTo>
                    <a:pt x="1067" y="17786"/>
                  </a:lnTo>
                  <a:lnTo>
                    <a:pt x="1067" y="17786"/>
                  </a:lnTo>
                  <a:cubicBezTo>
                    <a:pt x="377" y="21468"/>
                    <a:pt x="0" y="25758"/>
                    <a:pt x="168" y="30675"/>
                  </a:cubicBezTo>
                  <a:lnTo>
                    <a:pt x="1758" y="28394"/>
                  </a:lnTo>
                  <a:cubicBezTo>
                    <a:pt x="1214" y="18225"/>
                    <a:pt x="6089" y="105"/>
                    <a:pt x="6110" y="1"/>
                  </a:cubicBezTo>
                  <a:close/>
                </a:path>
              </a:pathLst>
            </a:custGeom>
            <a:solidFill>
              <a:srgbClr val="6060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3"/>
            <p:cNvSpPr/>
            <p:nvPr/>
          </p:nvSpPr>
          <p:spPr>
            <a:xfrm>
              <a:off x="-864662" y="-357775"/>
              <a:ext cx="331125" cy="226000"/>
            </a:xfrm>
            <a:custGeom>
              <a:rect b="b" l="l" r="r" t="t"/>
              <a:pathLst>
                <a:path extrusionOk="0" h="9040" w="13245">
                  <a:moveTo>
                    <a:pt x="13098" y="0"/>
                  </a:moveTo>
                  <a:cubicBezTo>
                    <a:pt x="12889" y="1360"/>
                    <a:pt x="11634" y="2344"/>
                    <a:pt x="10357" y="2825"/>
                  </a:cubicBezTo>
                  <a:cubicBezTo>
                    <a:pt x="9039" y="3285"/>
                    <a:pt x="7637" y="3369"/>
                    <a:pt x="6298" y="3746"/>
                  </a:cubicBezTo>
                  <a:cubicBezTo>
                    <a:pt x="3662" y="4436"/>
                    <a:pt x="1256" y="6633"/>
                    <a:pt x="0" y="9039"/>
                  </a:cubicBezTo>
                  <a:lnTo>
                    <a:pt x="10901" y="7093"/>
                  </a:lnTo>
                  <a:cubicBezTo>
                    <a:pt x="10671" y="5859"/>
                    <a:pt x="10943" y="4520"/>
                    <a:pt x="11717" y="3536"/>
                  </a:cubicBezTo>
                  <a:cubicBezTo>
                    <a:pt x="12052" y="3076"/>
                    <a:pt x="12450" y="2699"/>
                    <a:pt x="12722" y="2218"/>
                  </a:cubicBezTo>
                  <a:cubicBezTo>
                    <a:pt x="13119" y="1549"/>
                    <a:pt x="13245" y="733"/>
                    <a:pt x="13098" y="0"/>
                  </a:cubicBezTo>
                  <a:close/>
                </a:path>
              </a:pathLst>
            </a:custGeom>
            <a:solidFill>
              <a:srgbClr val="2724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3"/>
            <p:cNvSpPr/>
            <p:nvPr/>
          </p:nvSpPr>
          <p:spPr>
            <a:xfrm>
              <a:off x="-712462" y="-374000"/>
              <a:ext cx="232800" cy="196175"/>
            </a:xfrm>
            <a:custGeom>
              <a:rect b="b" l="l" r="r" t="t"/>
              <a:pathLst>
                <a:path extrusionOk="0" h="7847" w="9312">
                  <a:moveTo>
                    <a:pt x="8810" y="1"/>
                  </a:moveTo>
                  <a:cubicBezTo>
                    <a:pt x="8726" y="1005"/>
                    <a:pt x="8182" y="1926"/>
                    <a:pt x="7450" y="2637"/>
                  </a:cubicBezTo>
                  <a:cubicBezTo>
                    <a:pt x="6717" y="3348"/>
                    <a:pt x="5839" y="3871"/>
                    <a:pt x="4960" y="4353"/>
                  </a:cubicBezTo>
                  <a:lnTo>
                    <a:pt x="1" y="7596"/>
                  </a:lnTo>
                  <a:cubicBezTo>
                    <a:pt x="1275" y="7277"/>
                    <a:pt x="2571" y="7106"/>
                    <a:pt x="3861" y="7106"/>
                  </a:cubicBezTo>
                  <a:cubicBezTo>
                    <a:pt x="5368" y="7106"/>
                    <a:pt x="6865" y="7340"/>
                    <a:pt x="8308" y="7847"/>
                  </a:cubicBezTo>
                  <a:cubicBezTo>
                    <a:pt x="7617" y="7219"/>
                    <a:pt x="7617" y="6236"/>
                    <a:pt x="7826" y="5336"/>
                  </a:cubicBezTo>
                  <a:cubicBezTo>
                    <a:pt x="8057" y="4436"/>
                    <a:pt x="8559" y="3599"/>
                    <a:pt x="8873" y="2721"/>
                  </a:cubicBezTo>
                  <a:cubicBezTo>
                    <a:pt x="9186" y="1821"/>
                    <a:pt x="9312" y="775"/>
                    <a:pt x="8810" y="1"/>
                  </a:cubicBezTo>
                  <a:close/>
                </a:path>
              </a:pathLst>
            </a:custGeom>
            <a:solidFill>
              <a:srgbClr val="2724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3"/>
            <p:cNvSpPr/>
            <p:nvPr/>
          </p:nvSpPr>
          <p:spPr>
            <a:xfrm>
              <a:off x="-1128312" y="563375"/>
              <a:ext cx="888225" cy="517275"/>
            </a:xfrm>
            <a:custGeom>
              <a:rect b="b" l="l" r="r" t="t"/>
              <a:pathLst>
                <a:path extrusionOk="0" h="20691" w="35529">
                  <a:moveTo>
                    <a:pt x="35529" y="1"/>
                  </a:moveTo>
                  <a:cubicBezTo>
                    <a:pt x="35069" y="900"/>
                    <a:pt x="34546" y="1779"/>
                    <a:pt x="34043" y="2637"/>
                  </a:cubicBezTo>
                  <a:cubicBezTo>
                    <a:pt x="32453" y="5336"/>
                    <a:pt x="30800" y="8077"/>
                    <a:pt x="28499" y="10232"/>
                  </a:cubicBezTo>
                  <a:cubicBezTo>
                    <a:pt x="27201" y="11425"/>
                    <a:pt x="25716" y="12429"/>
                    <a:pt x="24167" y="13308"/>
                  </a:cubicBezTo>
                  <a:cubicBezTo>
                    <a:pt x="20862" y="15212"/>
                    <a:pt x="17284" y="16761"/>
                    <a:pt x="13475" y="17012"/>
                  </a:cubicBezTo>
                  <a:cubicBezTo>
                    <a:pt x="13178" y="17030"/>
                    <a:pt x="12878" y="17039"/>
                    <a:pt x="12579" y="17039"/>
                  </a:cubicBezTo>
                  <a:cubicBezTo>
                    <a:pt x="9048" y="17039"/>
                    <a:pt x="5455" y="15783"/>
                    <a:pt x="3160" y="13141"/>
                  </a:cubicBezTo>
                  <a:cubicBezTo>
                    <a:pt x="1277" y="10965"/>
                    <a:pt x="440" y="8014"/>
                    <a:pt x="419" y="5127"/>
                  </a:cubicBezTo>
                  <a:cubicBezTo>
                    <a:pt x="419" y="4792"/>
                    <a:pt x="419" y="4478"/>
                    <a:pt x="440" y="4144"/>
                  </a:cubicBezTo>
                  <a:lnTo>
                    <a:pt x="440" y="4144"/>
                  </a:lnTo>
                  <a:cubicBezTo>
                    <a:pt x="63" y="6299"/>
                    <a:pt x="1" y="8433"/>
                    <a:pt x="315" y="10462"/>
                  </a:cubicBezTo>
                  <a:cubicBezTo>
                    <a:pt x="1151" y="16070"/>
                    <a:pt x="5859" y="20255"/>
                    <a:pt x="11467" y="20631"/>
                  </a:cubicBezTo>
                  <a:cubicBezTo>
                    <a:pt x="11956" y="20669"/>
                    <a:pt x="12473" y="20690"/>
                    <a:pt x="13014" y="20690"/>
                  </a:cubicBezTo>
                  <a:cubicBezTo>
                    <a:pt x="16112" y="20690"/>
                    <a:pt x="20007" y="19983"/>
                    <a:pt x="23979" y="17472"/>
                  </a:cubicBezTo>
                  <a:cubicBezTo>
                    <a:pt x="29398" y="14040"/>
                    <a:pt x="35173" y="9437"/>
                    <a:pt x="35529" y="1"/>
                  </a:cubicBezTo>
                  <a:close/>
                </a:path>
              </a:pathLst>
            </a:custGeom>
            <a:solidFill>
              <a:srgbClr val="D4D4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2" name="Google Shape;332;p23"/>
          <p:cNvGrpSpPr/>
          <p:nvPr/>
        </p:nvGrpSpPr>
        <p:grpSpPr>
          <a:xfrm>
            <a:off x="6252380" y="856159"/>
            <a:ext cx="1054785" cy="1588787"/>
            <a:chOff x="787238" y="-257675"/>
            <a:chExt cx="1302525" cy="1961950"/>
          </a:xfrm>
        </p:grpSpPr>
        <p:sp>
          <p:nvSpPr>
            <p:cNvPr id="333" name="Google Shape;333;p23"/>
            <p:cNvSpPr/>
            <p:nvPr/>
          </p:nvSpPr>
          <p:spPr>
            <a:xfrm>
              <a:off x="864663" y="134975"/>
              <a:ext cx="415875" cy="946800"/>
            </a:xfrm>
            <a:custGeom>
              <a:rect b="b" l="l" r="r" t="t"/>
              <a:pathLst>
                <a:path extrusionOk="0" h="37872" w="16635">
                  <a:moveTo>
                    <a:pt x="16635" y="0"/>
                  </a:moveTo>
                  <a:cubicBezTo>
                    <a:pt x="16635" y="0"/>
                    <a:pt x="1" y="3076"/>
                    <a:pt x="1947" y="37872"/>
                  </a:cubicBezTo>
                  <a:lnTo>
                    <a:pt x="16635" y="19187"/>
                  </a:lnTo>
                  <a:lnTo>
                    <a:pt x="16635" y="0"/>
                  </a:lnTo>
                  <a:close/>
                </a:path>
              </a:pathLst>
            </a:custGeom>
            <a:solidFill>
              <a:srgbClr val="527B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3"/>
            <p:cNvSpPr/>
            <p:nvPr/>
          </p:nvSpPr>
          <p:spPr>
            <a:xfrm>
              <a:off x="937888" y="134975"/>
              <a:ext cx="356775" cy="722925"/>
            </a:xfrm>
            <a:custGeom>
              <a:rect b="b" l="l" r="r" t="t"/>
              <a:pathLst>
                <a:path extrusionOk="0" h="28917" w="14271">
                  <a:moveTo>
                    <a:pt x="13706" y="0"/>
                  </a:moveTo>
                  <a:cubicBezTo>
                    <a:pt x="13706" y="0"/>
                    <a:pt x="4081" y="4185"/>
                    <a:pt x="1" y="28917"/>
                  </a:cubicBezTo>
                  <a:lnTo>
                    <a:pt x="14271" y="1570"/>
                  </a:lnTo>
                  <a:lnTo>
                    <a:pt x="13706" y="0"/>
                  </a:lnTo>
                  <a:close/>
                </a:path>
              </a:pathLst>
            </a:custGeom>
            <a:solidFill>
              <a:srgbClr val="527B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3"/>
            <p:cNvSpPr/>
            <p:nvPr/>
          </p:nvSpPr>
          <p:spPr>
            <a:xfrm>
              <a:off x="898138" y="474975"/>
              <a:ext cx="336375" cy="710900"/>
            </a:xfrm>
            <a:custGeom>
              <a:rect b="b" l="l" r="r" t="t"/>
              <a:pathLst>
                <a:path extrusionOk="0" h="28436" w="13455">
                  <a:moveTo>
                    <a:pt x="7429" y="1"/>
                  </a:moveTo>
                  <a:cubicBezTo>
                    <a:pt x="7429" y="1"/>
                    <a:pt x="1" y="9918"/>
                    <a:pt x="649" y="28436"/>
                  </a:cubicBezTo>
                  <a:lnTo>
                    <a:pt x="13455" y="10128"/>
                  </a:lnTo>
                  <a:lnTo>
                    <a:pt x="7429" y="1"/>
                  </a:lnTo>
                  <a:close/>
                </a:path>
              </a:pathLst>
            </a:custGeom>
            <a:solidFill>
              <a:srgbClr val="3E66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3"/>
            <p:cNvSpPr/>
            <p:nvPr/>
          </p:nvSpPr>
          <p:spPr>
            <a:xfrm>
              <a:off x="913838" y="474975"/>
              <a:ext cx="184150" cy="607850"/>
            </a:xfrm>
            <a:custGeom>
              <a:rect b="b" l="l" r="r" t="t"/>
              <a:pathLst>
                <a:path extrusionOk="0" h="24314" w="7366">
                  <a:moveTo>
                    <a:pt x="6801" y="1"/>
                  </a:moveTo>
                  <a:cubicBezTo>
                    <a:pt x="6801" y="1"/>
                    <a:pt x="461" y="8454"/>
                    <a:pt x="0" y="24314"/>
                  </a:cubicBezTo>
                  <a:cubicBezTo>
                    <a:pt x="0" y="24251"/>
                    <a:pt x="2888" y="6947"/>
                    <a:pt x="7366" y="963"/>
                  </a:cubicBezTo>
                  <a:lnTo>
                    <a:pt x="6801" y="1"/>
                  </a:lnTo>
                  <a:close/>
                </a:path>
              </a:pathLst>
            </a:custGeom>
            <a:solidFill>
              <a:srgbClr val="2E4D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3"/>
            <p:cNvSpPr/>
            <p:nvPr/>
          </p:nvSpPr>
          <p:spPr>
            <a:xfrm>
              <a:off x="860488" y="981850"/>
              <a:ext cx="400175" cy="650225"/>
            </a:xfrm>
            <a:custGeom>
              <a:rect b="b" l="l" r="r" t="t"/>
              <a:pathLst>
                <a:path extrusionOk="0" h="26009" w="16007">
                  <a:moveTo>
                    <a:pt x="9060" y="1"/>
                  </a:moveTo>
                  <a:lnTo>
                    <a:pt x="0" y="24983"/>
                  </a:lnTo>
                  <a:lnTo>
                    <a:pt x="0" y="26009"/>
                  </a:lnTo>
                  <a:lnTo>
                    <a:pt x="1046" y="25737"/>
                  </a:lnTo>
                  <a:lnTo>
                    <a:pt x="15358" y="3327"/>
                  </a:lnTo>
                  <a:lnTo>
                    <a:pt x="16007" y="900"/>
                  </a:lnTo>
                  <a:lnTo>
                    <a:pt x="9060" y="1"/>
                  </a:lnTo>
                  <a:close/>
                </a:path>
              </a:pathLst>
            </a:custGeom>
            <a:solidFill>
              <a:srgbClr val="2729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3"/>
            <p:cNvSpPr/>
            <p:nvPr/>
          </p:nvSpPr>
          <p:spPr>
            <a:xfrm>
              <a:off x="925338" y="136550"/>
              <a:ext cx="358350" cy="547700"/>
            </a:xfrm>
            <a:custGeom>
              <a:rect b="b" l="l" r="r" t="t"/>
              <a:pathLst>
                <a:path extrusionOk="0" h="21908" w="14334">
                  <a:moveTo>
                    <a:pt x="14333" y="0"/>
                  </a:moveTo>
                  <a:lnTo>
                    <a:pt x="14333" y="0"/>
                  </a:lnTo>
                  <a:cubicBezTo>
                    <a:pt x="14333" y="0"/>
                    <a:pt x="2805" y="1695"/>
                    <a:pt x="1" y="21907"/>
                  </a:cubicBezTo>
                  <a:cubicBezTo>
                    <a:pt x="1" y="21907"/>
                    <a:pt x="9521" y="15023"/>
                    <a:pt x="14333" y="0"/>
                  </a:cubicBezTo>
                  <a:close/>
                </a:path>
              </a:pathLst>
            </a:custGeom>
            <a:solidFill>
              <a:srgbClr val="3E66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3"/>
            <p:cNvSpPr/>
            <p:nvPr/>
          </p:nvSpPr>
          <p:spPr>
            <a:xfrm>
              <a:off x="813413" y="711425"/>
              <a:ext cx="805050" cy="971400"/>
            </a:xfrm>
            <a:custGeom>
              <a:rect b="b" l="l" r="r" t="t"/>
              <a:pathLst>
                <a:path extrusionOk="0" h="38856" w="32202">
                  <a:moveTo>
                    <a:pt x="32202" y="0"/>
                  </a:moveTo>
                  <a:lnTo>
                    <a:pt x="13768" y="272"/>
                  </a:lnTo>
                  <a:lnTo>
                    <a:pt x="10671" y="3243"/>
                  </a:lnTo>
                  <a:cubicBezTo>
                    <a:pt x="10671" y="3243"/>
                    <a:pt x="7093" y="23581"/>
                    <a:pt x="0" y="38855"/>
                  </a:cubicBezTo>
                  <a:lnTo>
                    <a:pt x="5231" y="37621"/>
                  </a:lnTo>
                  <a:cubicBezTo>
                    <a:pt x="5231" y="37621"/>
                    <a:pt x="23707" y="8558"/>
                    <a:pt x="31009" y="4750"/>
                  </a:cubicBezTo>
                  <a:lnTo>
                    <a:pt x="32202" y="0"/>
                  </a:lnTo>
                  <a:close/>
                </a:path>
              </a:pathLst>
            </a:custGeom>
            <a:solidFill>
              <a:srgbClr val="3E66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3"/>
            <p:cNvSpPr/>
            <p:nvPr/>
          </p:nvSpPr>
          <p:spPr>
            <a:xfrm>
              <a:off x="860488" y="910700"/>
              <a:ext cx="405925" cy="721375"/>
            </a:xfrm>
            <a:custGeom>
              <a:rect b="b" l="l" r="r" t="t"/>
              <a:pathLst>
                <a:path extrusionOk="0" h="28855" w="16237">
                  <a:moveTo>
                    <a:pt x="9625" y="1"/>
                  </a:moveTo>
                  <a:lnTo>
                    <a:pt x="3097" y="18456"/>
                  </a:lnTo>
                  <a:lnTo>
                    <a:pt x="0" y="28855"/>
                  </a:lnTo>
                  <a:cubicBezTo>
                    <a:pt x="63" y="28687"/>
                    <a:pt x="16237" y="1"/>
                    <a:pt x="16237" y="1"/>
                  </a:cubicBezTo>
                  <a:close/>
                </a:path>
              </a:pathLst>
            </a:custGeom>
            <a:solidFill>
              <a:srgbClr val="080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3"/>
            <p:cNvSpPr/>
            <p:nvPr/>
          </p:nvSpPr>
          <p:spPr>
            <a:xfrm>
              <a:off x="787238" y="803475"/>
              <a:ext cx="420600" cy="900800"/>
            </a:xfrm>
            <a:custGeom>
              <a:rect b="b" l="l" r="r" t="t"/>
              <a:pathLst>
                <a:path extrusionOk="0" h="36032" w="16824">
                  <a:moveTo>
                    <a:pt x="10923" y="1"/>
                  </a:moveTo>
                  <a:cubicBezTo>
                    <a:pt x="10923" y="1"/>
                    <a:pt x="5713" y="24377"/>
                    <a:pt x="1" y="36031"/>
                  </a:cubicBezTo>
                  <a:lnTo>
                    <a:pt x="1968" y="35362"/>
                  </a:lnTo>
                  <a:lnTo>
                    <a:pt x="16824" y="1193"/>
                  </a:lnTo>
                  <a:lnTo>
                    <a:pt x="10923" y="1"/>
                  </a:lnTo>
                  <a:close/>
                </a:path>
              </a:pathLst>
            </a:custGeom>
            <a:solidFill>
              <a:srgbClr val="2E4D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3"/>
            <p:cNvSpPr/>
            <p:nvPr/>
          </p:nvSpPr>
          <p:spPr>
            <a:xfrm>
              <a:off x="1261688" y="999625"/>
              <a:ext cx="255300" cy="382425"/>
            </a:xfrm>
            <a:custGeom>
              <a:rect b="b" l="l" r="r" t="t"/>
              <a:pathLst>
                <a:path extrusionOk="0" h="15297" w="10212">
                  <a:moveTo>
                    <a:pt x="1193" y="1"/>
                  </a:moveTo>
                  <a:lnTo>
                    <a:pt x="1" y="545"/>
                  </a:lnTo>
                  <a:cubicBezTo>
                    <a:pt x="1" y="545"/>
                    <a:pt x="1403" y="5901"/>
                    <a:pt x="1089" y="7241"/>
                  </a:cubicBezTo>
                  <a:cubicBezTo>
                    <a:pt x="1089" y="7241"/>
                    <a:pt x="1800" y="10274"/>
                    <a:pt x="1675" y="11174"/>
                  </a:cubicBezTo>
                  <a:cubicBezTo>
                    <a:pt x="1675" y="11174"/>
                    <a:pt x="2051" y="13078"/>
                    <a:pt x="1947" y="13434"/>
                  </a:cubicBezTo>
                  <a:cubicBezTo>
                    <a:pt x="1947" y="13434"/>
                    <a:pt x="2365" y="12681"/>
                    <a:pt x="2428" y="11174"/>
                  </a:cubicBezTo>
                  <a:lnTo>
                    <a:pt x="2742" y="9103"/>
                  </a:lnTo>
                  <a:lnTo>
                    <a:pt x="4562" y="12890"/>
                  </a:lnTo>
                  <a:cubicBezTo>
                    <a:pt x="4562" y="12890"/>
                    <a:pt x="5859" y="14271"/>
                    <a:pt x="5797" y="15296"/>
                  </a:cubicBezTo>
                  <a:cubicBezTo>
                    <a:pt x="5797" y="15296"/>
                    <a:pt x="6592" y="14438"/>
                    <a:pt x="5587" y="12848"/>
                  </a:cubicBezTo>
                  <a:lnTo>
                    <a:pt x="4206" y="8496"/>
                  </a:lnTo>
                  <a:lnTo>
                    <a:pt x="4206" y="8496"/>
                  </a:lnTo>
                  <a:cubicBezTo>
                    <a:pt x="4207" y="8496"/>
                    <a:pt x="7031" y="8894"/>
                    <a:pt x="7973" y="9751"/>
                  </a:cubicBezTo>
                  <a:cubicBezTo>
                    <a:pt x="7973" y="9751"/>
                    <a:pt x="9626" y="10400"/>
                    <a:pt x="9730" y="11865"/>
                  </a:cubicBezTo>
                  <a:cubicBezTo>
                    <a:pt x="9730" y="11865"/>
                    <a:pt x="10211" y="10086"/>
                    <a:pt x="8433" y="8894"/>
                  </a:cubicBezTo>
                  <a:cubicBezTo>
                    <a:pt x="8475" y="8894"/>
                    <a:pt x="7345" y="8161"/>
                    <a:pt x="4227" y="7513"/>
                  </a:cubicBezTo>
                  <a:cubicBezTo>
                    <a:pt x="4227" y="7513"/>
                    <a:pt x="1800" y="7241"/>
                    <a:pt x="1193" y="1"/>
                  </a:cubicBezTo>
                  <a:close/>
                </a:path>
              </a:pathLst>
            </a:custGeom>
            <a:solidFill>
              <a:srgbClr val="2729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3"/>
            <p:cNvSpPr/>
            <p:nvPr/>
          </p:nvSpPr>
          <p:spPr>
            <a:xfrm>
              <a:off x="1539463" y="981325"/>
              <a:ext cx="190950" cy="390250"/>
            </a:xfrm>
            <a:custGeom>
              <a:rect b="b" l="l" r="r" t="t"/>
              <a:pathLst>
                <a:path extrusionOk="0" h="15610" w="7638">
                  <a:moveTo>
                    <a:pt x="2323" y="1"/>
                  </a:moveTo>
                  <a:lnTo>
                    <a:pt x="1632" y="440"/>
                  </a:lnTo>
                  <a:cubicBezTo>
                    <a:pt x="1632" y="440"/>
                    <a:pt x="2971" y="3223"/>
                    <a:pt x="3076" y="3558"/>
                  </a:cubicBezTo>
                  <a:cubicBezTo>
                    <a:pt x="3076" y="3558"/>
                    <a:pt x="2323" y="5629"/>
                    <a:pt x="419" y="7261"/>
                  </a:cubicBezTo>
                  <a:cubicBezTo>
                    <a:pt x="419" y="7261"/>
                    <a:pt x="925" y="6953"/>
                    <a:pt x="1418" y="6953"/>
                  </a:cubicBezTo>
                  <a:cubicBezTo>
                    <a:pt x="1641" y="6953"/>
                    <a:pt x="1860" y="7016"/>
                    <a:pt x="2030" y="7198"/>
                  </a:cubicBezTo>
                  <a:lnTo>
                    <a:pt x="1276" y="8475"/>
                  </a:lnTo>
                  <a:cubicBezTo>
                    <a:pt x="1276" y="8475"/>
                    <a:pt x="0" y="9814"/>
                    <a:pt x="251" y="11697"/>
                  </a:cubicBezTo>
                  <a:cubicBezTo>
                    <a:pt x="251" y="11697"/>
                    <a:pt x="1109" y="9249"/>
                    <a:pt x="1925" y="9123"/>
                  </a:cubicBezTo>
                  <a:cubicBezTo>
                    <a:pt x="1925" y="9123"/>
                    <a:pt x="3049" y="6552"/>
                    <a:pt x="3788" y="6552"/>
                  </a:cubicBezTo>
                  <a:cubicBezTo>
                    <a:pt x="3824" y="6552"/>
                    <a:pt x="3858" y="6558"/>
                    <a:pt x="3892" y="6571"/>
                  </a:cubicBezTo>
                  <a:cubicBezTo>
                    <a:pt x="4603" y="6801"/>
                    <a:pt x="4541" y="10818"/>
                    <a:pt x="3599" y="12639"/>
                  </a:cubicBezTo>
                  <a:cubicBezTo>
                    <a:pt x="3599" y="12639"/>
                    <a:pt x="3348" y="14417"/>
                    <a:pt x="2260" y="15610"/>
                  </a:cubicBezTo>
                  <a:cubicBezTo>
                    <a:pt x="2260" y="15610"/>
                    <a:pt x="4227" y="15045"/>
                    <a:pt x="4331" y="12973"/>
                  </a:cubicBezTo>
                  <a:cubicBezTo>
                    <a:pt x="4331" y="12973"/>
                    <a:pt x="5754" y="10442"/>
                    <a:pt x="5566" y="7993"/>
                  </a:cubicBezTo>
                  <a:lnTo>
                    <a:pt x="5566" y="7993"/>
                  </a:lnTo>
                  <a:cubicBezTo>
                    <a:pt x="5566" y="7994"/>
                    <a:pt x="6528" y="10484"/>
                    <a:pt x="6549" y="11927"/>
                  </a:cubicBezTo>
                  <a:cubicBezTo>
                    <a:pt x="6549" y="11927"/>
                    <a:pt x="7030" y="12994"/>
                    <a:pt x="6528" y="14480"/>
                  </a:cubicBezTo>
                  <a:cubicBezTo>
                    <a:pt x="6528" y="14480"/>
                    <a:pt x="7637" y="13517"/>
                    <a:pt x="7365" y="11739"/>
                  </a:cubicBezTo>
                  <a:cubicBezTo>
                    <a:pt x="7365" y="11739"/>
                    <a:pt x="7533" y="7993"/>
                    <a:pt x="5796" y="6299"/>
                  </a:cubicBezTo>
                  <a:lnTo>
                    <a:pt x="4394" y="3160"/>
                  </a:lnTo>
                  <a:cubicBezTo>
                    <a:pt x="4394" y="3160"/>
                    <a:pt x="2950" y="2344"/>
                    <a:pt x="2323" y="1"/>
                  </a:cubicBezTo>
                  <a:close/>
                </a:path>
              </a:pathLst>
            </a:custGeom>
            <a:solidFill>
              <a:srgbClr val="2729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3"/>
            <p:cNvSpPr/>
            <p:nvPr/>
          </p:nvSpPr>
          <p:spPr>
            <a:xfrm>
              <a:off x="993338" y="-242200"/>
              <a:ext cx="1096425" cy="1322150"/>
            </a:xfrm>
            <a:custGeom>
              <a:rect b="b" l="l" r="r" t="t"/>
              <a:pathLst>
                <a:path extrusionOk="0" h="52886" w="43857">
                  <a:moveTo>
                    <a:pt x="19935" y="0"/>
                  </a:moveTo>
                  <a:cubicBezTo>
                    <a:pt x="19889" y="0"/>
                    <a:pt x="19842" y="1"/>
                    <a:pt x="19795" y="1"/>
                  </a:cubicBezTo>
                  <a:cubicBezTo>
                    <a:pt x="12241" y="106"/>
                    <a:pt x="10777" y="7262"/>
                    <a:pt x="10777" y="7262"/>
                  </a:cubicBezTo>
                  <a:lnTo>
                    <a:pt x="11488" y="15087"/>
                  </a:lnTo>
                  <a:cubicBezTo>
                    <a:pt x="11488" y="15087"/>
                    <a:pt x="1" y="30947"/>
                    <a:pt x="1758" y="42665"/>
                  </a:cubicBezTo>
                  <a:cubicBezTo>
                    <a:pt x="2595" y="48251"/>
                    <a:pt x="7303" y="52436"/>
                    <a:pt x="12932" y="52833"/>
                  </a:cubicBezTo>
                  <a:cubicBezTo>
                    <a:pt x="13400" y="52866"/>
                    <a:pt x="13896" y="52886"/>
                    <a:pt x="14415" y="52886"/>
                  </a:cubicBezTo>
                  <a:cubicBezTo>
                    <a:pt x="17513" y="52886"/>
                    <a:pt x="21445" y="52201"/>
                    <a:pt x="25423" y="49674"/>
                  </a:cubicBezTo>
                  <a:cubicBezTo>
                    <a:pt x="34211" y="44150"/>
                    <a:pt x="43857" y="35488"/>
                    <a:pt x="30194" y="8266"/>
                  </a:cubicBezTo>
                  <a:cubicBezTo>
                    <a:pt x="30194" y="8266"/>
                    <a:pt x="27404" y="0"/>
                    <a:pt x="19935" y="0"/>
                  </a:cubicBezTo>
                  <a:close/>
                </a:path>
              </a:pathLst>
            </a:custGeom>
            <a:solidFill>
              <a:srgbClr val="527B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3"/>
            <p:cNvSpPr/>
            <p:nvPr/>
          </p:nvSpPr>
          <p:spPr>
            <a:xfrm>
              <a:off x="1266913" y="-97800"/>
              <a:ext cx="303950" cy="219600"/>
            </a:xfrm>
            <a:custGeom>
              <a:rect b="b" l="l" r="r" t="t"/>
              <a:pathLst>
                <a:path extrusionOk="0" h="8784" w="12158">
                  <a:moveTo>
                    <a:pt x="12158" y="0"/>
                  </a:moveTo>
                  <a:lnTo>
                    <a:pt x="11258" y="607"/>
                  </a:lnTo>
                  <a:cubicBezTo>
                    <a:pt x="10023" y="1402"/>
                    <a:pt x="8914" y="2365"/>
                    <a:pt x="7994" y="3494"/>
                  </a:cubicBezTo>
                  <a:cubicBezTo>
                    <a:pt x="7443" y="4159"/>
                    <a:pt x="6773" y="4943"/>
                    <a:pt x="5950" y="4943"/>
                  </a:cubicBezTo>
                  <a:cubicBezTo>
                    <a:pt x="5866" y="4943"/>
                    <a:pt x="5780" y="4935"/>
                    <a:pt x="5692" y="4917"/>
                  </a:cubicBezTo>
                  <a:cubicBezTo>
                    <a:pt x="4960" y="4792"/>
                    <a:pt x="4541" y="4039"/>
                    <a:pt x="4018" y="3515"/>
                  </a:cubicBezTo>
                  <a:cubicBezTo>
                    <a:pt x="3404" y="2875"/>
                    <a:pt x="2505" y="2504"/>
                    <a:pt x="1631" y="2504"/>
                  </a:cubicBezTo>
                  <a:cubicBezTo>
                    <a:pt x="1105" y="2504"/>
                    <a:pt x="588" y="2639"/>
                    <a:pt x="147" y="2930"/>
                  </a:cubicBezTo>
                  <a:cubicBezTo>
                    <a:pt x="106" y="2971"/>
                    <a:pt x="43" y="3013"/>
                    <a:pt x="1" y="3034"/>
                  </a:cubicBezTo>
                  <a:lnTo>
                    <a:pt x="378" y="7533"/>
                  </a:lnTo>
                  <a:cubicBezTo>
                    <a:pt x="691" y="7575"/>
                    <a:pt x="1005" y="7596"/>
                    <a:pt x="1319" y="7637"/>
                  </a:cubicBezTo>
                  <a:cubicBezTo>
                    <a:pt x="2303" y="7826"/>
                    <a:pt x="3181" y="8244"/>
                    <a:pt x="4123" y="8474"/>
                  </a:cubicBezTo>
                  <a:cubicBezTo>
                    <a:pt x="4880" y="8682"/>
                    <a:pt x="5671" y="8784"/>
                    <a:pt x="6462" y="8784"/>
                  </a:cubicBezTo>
                  <a:cubicBezTo>
                    <a:pt x="7419" y="8784"/>
                    <a:pt x="8376" y="8635"/>
                    <a:pt x="9270" y="8349"/>
                  </a:cubicBezTo>
                  <a:cubicBezTo>
                    <a:pt x="9793" y="8160"/>
                    <a:pt x="10295" y="7951"/>
                    <a:pt x="10714" y="7596"/>
                  </a:cubicBezTo>
                  <a:cubicBezTo>
                    <a:pt x="11718" y="6738"/>
                    <a:pt x="11948" y="5273"/>
                    <a:pt x="11927" y="3955"/>
                  </a:cubicBezTo>
                  <a:cubicBezTo>
                    <a:pt x="11886" y="2616"/>
                    <a:pt x="11718" y="1256"/>
                    <a:pt x="12158" y="0"/>
                  </a:cubicBezTo>
                  <a:close/>
                </a:path>
              </a:pathLst>
            </a:custGeom>
            <a:solidFill>
              <a:srgbClr val="365A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3"/>
            <p:cNvSpPr/>
            <p:nvPr/>
          </p:nvSpPr>
          <p:spPr>
            <a:xfrm>
              <a:off x="1244963" y="-141625"/>
              <a:ext cx="336875" cy="225850"/>
            </a:xfrm>
            <a:custGeom>
              <a:rect b="b" l="l" r="r" t="t"/>
              <a:pathLst>
                <a:path extrusionOk="0" h="9034" w="13475">
                  <a:moveTo>
                    <a:pt x="6658" y="0"/>
                  </a:moveTo>
                  <a:cubicBezTo>
                    <a:pt x="5751" y="0"/>
                    <a:pt x="4835" y="270"/>
                    <a:pt x="4080" y="791"/>
                  </a:cubicBezTo>
                  <a:cubicBezTo>
                    <a:pt x="3055" y="1502"/>
                    <a:pt x="2323" y="2925"/>
                    <a:pt x="3013" y="4013"/>
                  </a:cubicBezTo>
                  <a:lnTo>
                    <a:pt x="0" y="5268"/>
                  </a:lnTo>
                  <a:cubicBezTo>
                    <a:pt x="1758" y="5394"/>
                    <a:pt x="2888" y="7152"/>
                    <a:pt x="4352" y="8114"/>
                  </a:cubicBezTo>
                  <a:cubicBezTo>
                    <a:pt x="5256" y="8724"/>
                    <a:pt x="6353" y="9034"/>
                    <a:pt x="7451" y="9034"/>
                  </a:cubicBezTo>
                  <a:cubicBezTo>
                    <a:pt x="8462" y="9034"/>
                    <a:pt x="9474" y="8771"/>
                    <a:pt x="10336" y="8240"/>
                  </a:cubicBezTo>
                  <a:cubicBezTo>
                    <a:pt x="10964" y="7842"/>
                    <a:pt x="11508" y="7319"/>
                    <a:pt x="11822" y="6670"/>
                  </a:cubicBezTo>
                  <a:cubicBezTo>
                    <a:pt x="12240" y="5833"/>
                    <a:pt x="12220" y="4850"/>
                    <a:pt x="12324" y="3908"/>
                  </a:cubicBezTo>
                  <a:cubicBezTo>
                    <a:pt x="12429" y="2967"/>
                    <a:pt x="12680" y="1962"/>
                    <a:pt x="13475" y="1418"/>
                  </a:cubicBezTo>
                  <a:lnTo>
                    <a:pt x="13475" y="1418"/>
                  </a:lnTo>
                  <a:cubicBezTo>
                    <a:pt x="13040" y="1587"/>
                    <a:pt x="12578" y="1666"/>
                    <a:pt x="12120" y="1666"/>
                  </a:cubicBezTo>
                  <a:cubicBezTo>
                    <a:pt x="11784" y="1666"/>
                    <a:pt x="11450" y="1624"/>
                    <a:pt x="11131" y="1544"/>
                  </a:cubicBezTo>
                  <a:cubicBezTo>
                    <a:pt x="10043" y="1272"/>
                    <a:pt x="9144" y="561"/>
                    <a:pt x="8056" y="226"/>
                  </a:cubicBezTo>
                  <a:cubicBezTo>
                    <a:pt x="7609" y="74"/>
                    <a:pt x="7135" y="0"/>
                    <a:pt x="6658" y="0"/>
                  </a:cubicBezTo>
                  <a:close/>
                </a:path>
              </a:pathLst>
            </a:cu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3"/>
            <p:cNvSpPr/>
            <p:nvPr/>
          </p:nvSpPr>
          <p:spPr>
            <a:xfrm>
              <a:off x="1107913" y="-97800"/>
              <a:ext cx="239075" cy="111950"/>
            </a:xfrm>
            <a:custGeom>
              <a:rect b="b" l="l" r="r" t="t"/>
              <a:pathLst>
                <a:path extrusionOk="0" h="4478" w="9563">
                  <a:moveTo>
                    <a:pt x="5754" y="0"/>
                  </a:moveTo>
                  <a:lnTo>
                    <a:pt x="0" y="523"/>
                  </a:lnTo>
                  <a:lnTo>
                    <a:pt x="6486" y="4478"/>
                  </a:lnTo>
                  <a:lnTo>
                    <a:pt x="9562" y="1862"/>
                  </a:lnTo>
                  <a:lnTo>
                    <a:pt x="5754" y="0"/>
                  </a:lnTo>
                  <a:close/>
                </a:path>
              </a:pathLst>
            </a:custGeom>
            <a:solidFill>
              <a:srgbClr val="CA7C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3"/>
            <p:cNvSpPr/>
            <p:nvPr/>
          </p:nvSpPr>
          <p:spPr>
            <a:xfrm>
              <a:off x="1104763" y="-127625"/>
              <a:ext cx="242225" cy="76400"/>
            </a:xfrm>
            <a:custGeom>
              <a:rect b="b" l="l" r="r" t="t"/>
              <a:pathLst>
                <a:path extrusionOk="0" h="3056" w="9689">
                  <a:moveTo>
                    <a:pt x="7449" y="1"/>
                  </a:moveTo>
                  <a:lnTo>
                    <a:pt x="1" y="1695"/>
                  </a:lnTo>
                  <a:lnTo>
                    <a:pt x="9688" y="3055"/>
                  </a:lnTo>
                  <a:lnTo>
                    <a:pt x="7449" y="1"/>
                  </a:lnTo>
                  <a:close/>
                </a:path>
              </a:pathLst>
            </a:custGeom>
            <a:solidFill>
              <a:srgbClr val="E69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3"/>
            <p:cNvSpPr/>
            <p:nvPr/>
          </p:nvSpPr>
          <p:spPr>
            <a:xfrm>
              <a:off x="1221413" y="134450"/>
              <a:ext cx="301850" cy="91050"/>
            </a:xfrm>
            <a:custGeom>
              <a:rect b="b" l="l" r="r" t="t"/>
              <a:pathLst>
                <a:path extrusionOk="0" h="3642" w="12074">
                  <a:moveTo>
                    <a:pt x="2365" y="0"/>
                  </a:moveTo>
                  <a:lnTo>
                    <a:pt x="2365" y="21"/>
                  </a:lnTo>
                  <a:cubicBezTo>
                    <a:pt x="2365" y="21"/>
                    <a:pt x="1361" y="1381"/>
                    <a:pt x="1" y="3641"/>
                  </a:cubicBezTo>
                  <a:cubicBezTo>
                    <a:pt x="4185" y="1549"/>
                    <a:pt x="12073" y="440"/>
                    <a:pt x="12073" y="440"/>
                  </a:cubicBezTo>
                  <a:lnTo>
                    <a:pt x="12073" y="440"/>
                  </a:lnTo>
                  <a:cubicBezTo>
                    <a:pt x="10496" y="569"/>
                    <a:pt x="9126" y="624"/>
                    <a:pt x="7937" y="624"/>
                  </a:cubicBezTo>
                  <a:cubicBezTo>
                    <a:pt x="5278" y="624"/>
                    <a:pt x="3522" y="347"/>
                    <a:pt x="2365" y="0"/>
                  </a:cubicBezTo>
                  <a:close/>
                </a:path>
              </a:pathLst>
            </a:custGeom>
            <a:solidFill>
              <a:srgbClr val="4973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3"/>
            <p:cNvSpPr/>
            <p:nvPr/>
          </p:nvSpPr>
          <p:spPr>
            <a:xfrm>
              <a:off x="1678063" y="-153775"/>
              <a:ext cx="25" cy="25"/>
            </a:xfrm>
            <a:custGeom>
              <a:rect b="b" l="l" r="r" t="t"/>
              <a:pathLst>
                <a:path extrusionOk="0" h="1" w="1">
                  <a:moveTo>
                    <a:pt x="1" y="0"/>
                  </a:moveTo>
                  <a:close/>
                </a:path>
              </a:pathLst>
            </a:custGeom>
            <a:solidFill>
              <a:srgbClr val="C236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3"/>
            <p:cNvSpPr/>
            <p:nvPr/>
          </p:nvSpPr>
          <p:spPr>
            <a:xfrm>
              <a:off x="1376763" y="-94150"/>
              <a:ext cx="75350" cy="75875"/>
            </a:xfrm>
            <a:custGeom>
              <a:rect b="b" l="l" r="r" t="t"/>
              <a:pathLst>
                <a:path extrusionOk="0" h="3035" w="3014">
                  <a:moveTo>
                    <a:pt x="1507" y="1"/>
                  </a:moveTo>
                  <a:cubicBezTo>
                    <a:pt x="670" y="1"/>
                    <a:pt x="1" y="670"/>
                    <a:pt x="1" y="1507"/>
                  </a:cubicBezTo>
                  <a:cubicBezTo>
                    <a:pt x="1" y="2344"/>
                    <a:pt x="670" y="3035"/>
                    <a:pt x="1507" y="3035"/>
                  </a:cubicBezTo>
                  <a:cubicBezTo>
                    <a:pt x="2344" y="3035"/>
                    <a:pt x="3014" y="2344"/>
                    <a:pt x="3014" y="1507"/>
                  </a:cubicBezTo>
                  <a:cubicBezTo>
                    <a:pt x="3014" y="670"/>
                    <a:pt x="2344" y="1"/>
                    <a:pt x="150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3"/>
            <p:cNvSpPr/>
            <p:nvPr/>
          </p:nvSpPr>
          <p:spPr>
            <a:xfrm>
              <a:off x="1387238" y="-83675"/>
              <a:ext cx="54950" cy="54950"/>
            </a:xfrm>
            <a:custGeom>
              <a:rect b="b" l="l" r="r" t="t"/>
              <a:pathLst>
                <a:path extrusionOk="0" h="2198" w="2198">
                  <a:moveTo>
                    <a:pt x="1088" y="0"/>
                  </a:moveTo>
                  <a:cubicBezTo>
                    <a:pt x="482" y="0"/>
                    <a:pt x="0" y="481"/>
                    <a:pt x="0" y="1088"/>
                  </a:cubicBezTo>
                  <a:cubicBezTo>
                    <a:pt x="0" y="1695"/>
                    <a:pt x="482" y="2197"/>
                    <a:pt x="1088" y="2197"/>
                  </a:cubicBezTo>
                  <a:cubicBezTo>
                    <a:pt x="1695" y="2197"/>
                    <a:pt x="2197" y="1695"/>
                    <a:pt x="2197" y="1088"/>
                  </a:cubicBezTo>
                  <a:cubicBezTo>
                    <a:pt x="2197" y="481"/>
                    <a:pt x="1695" y="0"/>
                    <a:pt x="1088" y="0"/>
                  </a:cubicBezTo>
                  <a:close/>
                </a:path>
              </a:pathLst>
            </a:custGeom>
            <a:solidFill>
              <a:srgbClr val="2724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3"/>
            <p:cNvSpPr/>
            <p:nvPr/>
          </p:nvSpPr>
          <p:spPr>
            <a:xfrm>
              <a:off x="1396138" y="-62750"/>
              <a:ext cx="10475" cy="10475"/>
            </a:xfrm>
            <a:custGeom>
              <a:rect b="b" l="l" r="r" t="t"/>
              <a:pathLst>
                <a:path extrusionOk="0" h="419" w="419">
                  <a:moveTo>
                    <a:pt x="209" y="0"/>
                  </a:moveTo>
                  <a:cubicBezTo>
                    <a:pt x="84" y="0"/>
                    <a:pt x="0" y="105"/>
                    <a:pt x="0" y="209"/>
                  </a:cubicBezTo>
                  <a:cubicBezTo>
                    <a:pt x="0" y="314"/>
                    <a:pt x="105" y="419"/>
                    <a:pt x="209" y="419"/>
                  </a:cubicBezTo>
                  <a:cubicBezTo>
                    <a:pt x="314" y="419"/>
                    <a:pt x="419" y="314"/>
                    <a:pt x="419" y="209"/>
                  </a:cubicBezTo>
                  <a:cubicBezTo>
                    <a:pt x="419" y="105"/>
                    <a:pt x="335" y="0"/>
                    <a:pt x="2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3"/>
            <p:cNvSpPr/>
            <p:nvPr/>
          </p:nvSpPr>
          <p:spPr>
            <a:xfrm>
              <a:off x="1290463" y="-257675"/>
              <a:ext cx="509000" cy="130075"/>
            </a:xfrm>
            <a:custGeom>
              <a:rect b="b" l="l" r="r" t="t"/>
              <a:pathLst>
                <a:path extrusionOk="0" h="5203" w="20360">
                  <a:moveTo>
                    <a:pt x="8739" y="1"/>
                  </a:moveTo>
                  <a:cubicBezTo>
                    <a:pt x="6595" y="1"/>
                    <a:pt x="4431" y="749"/>
                    <a:pt x="2658" y="1980"/>
                  </a:cubicBezTo>
                  <a:cubicBezTo>
                    <a:pt x="1486" y="2796"/>
                    <a:pt x="440" y="3863"/>
                    <a:pt x="0" y="5203"/>
                  </a:cubicBezTo>
                  <a:cubicBezTo>
                    <a:pt x="2576" y="3764"/>
                    <a:pt x="5340" y="3133"/>
                    <a:pt x="8181" y="3133"/>
                  </a:cubicBezTo>
                  <a:cubicBezTo>
                    <a:pt x="9679" y="3133"/>
                    <a:pt x="11198" y="3308"/>
                    <a:pt x="12722" y="3633"/>
                  </a:cubicBezTo>
                  <a:cubicBezTo>
                    <a:pt x="13517" y="3780"/>
                    <a:pt x="14312" y="4031"/>
                    <a:pt x="15128" y="4052"/>
                  </a:cubicBezTo>
                  <a:cubicBezTo>
                    <a:pt x="15194" y="4054"/>
                    <a:pt x="15259" y="4056"/>
                    <a:pt x="15324" y="4056"/>
                  </a:cubicBezTo>
                  <a:cubicBezTo>
                    <a:pt x="17321" y="4056"/>
                    <a:pt x="19164" y="2828"/>
                    <a:pt x="20359" y="1227"/>
                  </a:cubicBezTo>
                  <a:lnTo>
                    <a:pt x="20359" y="1227"/>
                  </a:lnTo>
                  <a:cubicBezTo>
                    <a:pt x="19247" y="1640"/>
                    <a:pt x="18064" y="1850"/>
                    <a:pt x="16883" y="1850"/>
                  </a:cubicBezTo>
                  <a:cubicBezTo>
                    <a:pt x="15731" y="1850"/>
                    <a:pt x="14581" y="1651"/>
                    <a:pt x="13496" y="1248"/>
                  </a:cubicBezTo>
                  <a:cubicBezTo>
                    <a:pt x="12806" y="997"/>
                    <a:pt x="12136" y="683"/>
                    <a:pt x="11446" y="432"/>
                  </a:cubicBezTo>
                  <a:cubicBezTo>
                    <a:pt x="10568" y="137"/>
                    <a:pt x="9655" y="1"/>
                    <a:pt x="8739" y="1"/>
                  </a:cubicBezTo>
                  <a:close/>
                </a:path>
              </a:pathLst>
            </a:custGeom>
            <a:solidFill>
              <a:srgbClr val="2E4D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3"/>
            <p:cNvSpPr/>
            <p:nvPr/>
          </p:nvSpPr>
          <p:spPr>
            <a:xfrm>
              <a:off x="1030488" y="563375"/>
              <a:ext cx="888750" cy="517275"/>
            </a:xfrm>
            <a:custGeom>
              <a:rect b="b" l="l" r="r" t="t"/>
              <a:pathLst>
                <a:path extrusionOk="0" h="20691" w="35550">
                  <a:moveTo>
                    <a:pt x="35550" y="1"/>
                  </a:moveTo>
                  <a:cubicBezTo>
                    <a:pt x="35068" y="900"/>
                    <a:pt x="34545" y="1779"/>
                    <a:pt x="34064" y="2637"/>
                  </a:cubicBezTo>
                  <a:cubicBezTo>
                    <a:pt x="32453" y="5336"/>
                    <a:pt x="30821" y="8077"/>
                    <a:pt x="28519" y="10232"/>
                  </a:cubicBezTo>
                  <a:cubicBezTo>
                    <a:pt x="27201" y="11425"/>
                    <a:pt x="25716" y="12429"/>
                    <a:pt x="24167" y="13308"/>
                  </a:cubicBezTo>
                  <a:cubicBezTo>
                    <a:pt x="20882" y="15212"/>
                    <a:pt x="17283" y="16761"/>
                    <a:pt x="13475" y="17012"/>
                  </a:cubicBezTo>
                  <a:cubicBezTo>
                    <a:pt x="13179" y="17030"/>
                    <a:pt x="12881" y="17039"/>
                    <a:pt x="12583" y="17039"/>
                  </a:cubicBezTo>
                  <a:cubicBezTo>
                    <a:pt x="9066" y="17039"/>
                    <a:pt x="5455" y="15783"/>
                    <a:pt x="3160" y="13141"/>
                  </a:cubicBezTo>
                  <a:cubicBezTo>
                    <a:pt x="1298" y="10965"/>
                    <a:pt x="461" y="8014"/>
                    <a:pt x="419" y="5127"/>
                  </a:cubicBezTo>
                  <a:cubicBezTo>
                    <a:pt x="419" y="4792"/>
                    <a:pt x="419" y="4478"/>
                    <a:pt x="461" y="4144"/>
                  </a:cubicBezTo>
                  <a:lnTo>
                    <a:pt x="461" y="4144"/>
                  </a:lnTo>
                  <a:cubicBezTo>
                    <a:pt x="84" y="6299"/>
                    <a:pt x="0" y="8433"/>
                    <a:pt x="314" y="10462"/>
                  </a:cubicBezTo>
                  <a:cubicBezTo>
                    <a:pt x="1151" y="16070"/>
                    <a:pt x="5859" y="20255"/>
                    <a:pt x="11488" y="20631"/>
                  </a:cubicBezTo>
                  <a:cubicBezTo>
                    <a:pt x="11973" y="20669"/>
                    <a:pt x="12488" y="20690"/>
                    <a:pt x="13028" y="20690"/>
                  </a:cubicBezTo>
                  <a:cubicBezTo>
                    <a:pt x="16117" y="20690"/>
                    <a:pt x="20028" y="19983"/>
                    <a:pt x="24000" y="17472"/>
                  </a:cubicBezTo>
                  <a:cubicBezTo>
                    <a:pt x="29398" y="14040"/>
                    <a:pt x="35173" y="9437"/>
                    <a:pt x="35550" y="1"/>
                  </a:cubicBezTo>
                  <a:close/>
                </a:path>
              </a:pathLst>
            </a:custGeom>
            <a:solidFill>
              <a:srgbClr val="4973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6" name="Google Shape;356;p23"/>
          <p:cNvSpPr txBox="1"/>
          <p:nvPr>
            <p:ph type="title"/>
          </p:nvPr>
        </p:nvSpPr>
        <p:spPr>
          <a:xfrm>
            <a:off x="448975" y="410350"/>
            <a:ext cx="8237700" cy="24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Baseline CNN vs ResNet50</a:t>
            </a:r>
            <a:endParaRPr/>
          </a:p>
        </p:txBody>
      </p:sp>
      <p:grpSp>
        <p:nvGrpSpPr>
          <p:cNvPr id="357" name="Google Shape;357;p23"/>
          <p:cNvGrpSpPr/>
          <p:nvPr/>
        </p:nvGrpSpPr>
        <p:grpSpPr>
          <a:xfrm>
            <a:off x="329625" y="339760"/>
            <a:ext cx="1947925" cy="1437731"/>
            <a:chOff x="457275" y="1304835"/>
            <a:chExt cx="1947925" cy="1437731"/>
          </a:xfrm>
        </p:grpSpPr>
        <p:sp>
          <p:nvSpPr>
            <p:cNvPr id="358" name="Google Shape;358;p23"/>
            <p:cNvSpPr txBox="1"/>
            <p:nvPr/>
          </p:nvSpPr>
          <p:spPr>
            <a:xfrm>
              <a:off x="457275" y="1304835"/>
              <a:ext cx="13089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3100">
                  <a:solidFill>
                    <a:schemeClr val="dk2"/>
                  </a:solidFill>
                  <a:latin typeface="Fira Sans Extra Condensed Medium"/>
                  <a:ea typeface="Fira Sans Extra Condensed Medium"/>
                  <a:cs typeface="Fira Sans Extra Condensed Medium"/>
                  <a:sym typeface="Fira Sans Extra Condensed Medium"/>
                </a:rPr>
                <a:t>25%</a:t>
              </a:r>
              <a:endParaRPr sz="3100">
                <a:solidFill>
                  <a:schemeClr val="dk2"/>
                </a:solidFill>
                <a:latin typeface="Fira Sans Extra Condensed Medium"/>
                <a:ea typeface="Fira Sans Extra Condensed Medium"/>
                <a:cs typeface="Fira Sans Extra Condensed Medium"/>
                <a:sym typeface="Fira Sans Extra Condensed Medium"/>
              </a:endParaRPr>
            </a:p>
          </p:txBody>
        </p:sp>
        <p:sp>
          <p:nvSpPr>
            <p:cNvPr id="359" name="Google Shape;359;p23"/>
            <p:cNvSpPr txBox="1"/>
            <p:nvPr/>
          </p:nvSpPr>
          <p:spPr>
            <a:xfrm>
              <a:off x="464500" y="2136265"/>
              <a:ext cx="1940700" cy="60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Overall accuracy</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Key Observation:</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Underfit, flat accuracy</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
          <p:nvSpPr>
            <p:cNvPr id="360" name="Google Shape;360;p23"/>
            <p:cNvSpPr txBox="1"/>
            <p:nvPr/>
          </p:nvSpPr>
          <p:spPr>
            <a:xfrm>
              <a:off x="464525" y="1857400"/>
              <a:ext cx="1499400" cy="34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solidFill>
                    <a:schemeClr val="dk2"/>
                  </a:solidFill>
                  <a:latin typeface="Fira Sans Extra Condensed Medium"/>
                  <a:ea typeface="Fira Sans Extra Condensed Medium"/>
                  <a:cs typeface="Fira Sans Extra Condensed Medium"/>
                  <a:sym typeface="Fira Sans Extra Condensed Medium"/>
                </a:rPr>
                <a:t>Baseline CNN</a:t>
              </a:r>
              <a:endParaRPr sz="2000">
                <a:solidFill>
                  <a:schemeClr val="dk2"/>
                </a:solidFill>
                <a:latin typeface="Fira Sans Extra Condensed Medium"/>
                <a:ea typeface="Fira Sans Extra Condensed Medium"/>
                <a:cs typeface="Fira Sans Extra Condensed Medium"/>
                <a:sym typeface="Fira Sans Extra Condensed Medium"/>
              </a:endParaRPr>
            </a:p>
          </p:txBody>
        </p:sp>
      </p:grpSp>
      <p:grpSp>
        <p:nvGrpSpPr>
          <p:cNvPr id="361" name="Google Shape;361;p23"/>
          <p:cNvGrpSpPr/>
          <p:nvPr/>
        </p:nvGrpSpPr>
        <p:grpSpPr>
          <a:xfrm>
            <a:off x="6957150" y="296956"/>
            <a:ext cx="1940875" cy="1432487"/>
            <a:chOff x="6745850" y="2312706"/>
            <a:chExt cx="1940875" cy="1432487"/>
          </a:xfrm>
        </p:grpSpPr>
        <p:sp>
          <p:nvSpPr>
            <p:cNvPr id="362" name="Google Shape;362;p23"/>
            <p:cNvSpPr txBox="1"/>
            <p:nvPr/>
          </p:nvSpPr>
          <p:spPr>
            <a:xfrm>
              <a:off x="7377825" y="2312706"/>
              <a:ext cx="1308900" cy="572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3100">
                  <a:solidFill>
                    <a:schemeClr val="accent1"/>
                  </a:solidFill>
                  <a:latin typeface="Fira Sans Extra Condensed Medium"/>
                  <a:ea typeface="Fira Sans Extra Condensed Medium"/>
                  <a:cs typeface="Fira Sans Extra Condensed Medium"/>
                  <a:sym typeface="Fira Sans Extra Condensed Medium"/>
                </a:rPr>
                <a:t>50%</a:t>
              </a:r>
              <a:endParaRPr sz="3100">
                <a:solidFill>
                  <a:schemeClr val="accent1"/>
                </a:solidFill>
                <a:latin typeface="Fira Sans Extra Condensed Medium"/>
                <a:ea typeface="Fira Sans Extra Condensed Medium"/>
                <a:cs typeface="Fira Sans Extra Condensed Medium"/>
                <a:sym typeface="Fira Sans Extra Condensed Medium"/>
              </a:endParaRPr>
            </a:p>
          </p:txBody>
        </p:sp>
        <p:sp>
          <p:nvSpPr>
            <p:cNvPr id="363" name="Google Shape;363;p23"/>
            <p:cNvSpPr txBox="1"/>
            <p:nvPr/>
          </p:nvSpPr>
          <p:spPr>
            <a:xfrm>
              <a:off x="6745850" y="3138894"/>
              <a:ext cx="1940700" cy="6063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200">
                  <a:solidFill>
                    <a:schemeClr val="dk1"/>
                  </a:solidFill>
                  <a:latin typeface="Roboto"/>
                  <a:ea typeface="Roboto"/>
                  <a:cs typeface="Roboto"/>
                  <a:sym typeface="Roboto"/>
                </a:rPr>
                <a:t>Overall accuracy</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Key Observation:</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Learned better patterns</a:t>
              </a:r>
              <a:endParaRPr sz="1200">
                <a:solidFill>
                  <a:schemeClr val="dk1"/>
                </a:solidFill>
                <a:latin typeface="Roboto"/>
                <a:ea typeface="Roboto"/>
                <a:cs typeface="Roboto"/>
                <a:sym typeface="Roboto"/>
              </a:endParaRPr>
            </a:p>
          </p:txBody>
        </p:sp>
        <p:sp>
          <p:nvSpPr>
            <p:cNvPr id="364" name="Google Shape;364;p23"/>
            <p:cNvSpPr txBox="1"/>
            <p:nvPr/>
          </p:nvSpPr>
          <p:spPr>
            <a:xfrm>
              <a:off x="7377825" y="2860025"/>
              <a:ext cx="1308900" cy="348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accent1"/>
                  </a:solidFill>
                  <a:latin typeface="Fira Sans Extra Condensed Medium"/>
                  <a:ea typeface="Fira Sans Extra Condensed Medium"/>
                  <a:cs typeface="Fira Sans Extra Condensed Medium"/>
                  <a:sym typeface="Fira Sans Extra Condensed Medium"/>
                </a:rPr>
                <a:t>ResNet50</a:t>
              </a:r>
              <a:endParaRPr sz="2000">
                <a:solidFill>
                  <a:schemeClr val="accent1"/>
                </a:solidFill>
                <a:latin typeface="Fira Sans Extra Condensed Medium"/>
                <a:ea typeface="Fira Sans Extra Condensed Medium"/>
                <a:cs typeface="Fira Sans Extra Condensed Medium"/>
                <a:sym typeface="Fira Sans Extra Condensed Medium"/>
              </a:endParaRPr>
            </a:p>
          </p:txBody>
        </p:sp>
      </p:grpSp>
      <p:sp>
        <p:nvSpPr>
          <p:cNvPr id="365" name="Google Shape;365;p23"/>
          <p:cNvSpPr txBox="1"/>
          <p:nvPr/>
        </p:nvSpPr>
        <p:spPr>
          <a:xfrm>
            <a:off x="1653650" y="4589400"/>
            <a:ext cx="62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latin typeface="Roboto"/>
                <a:ea typeface="Roboto"/>
                <a:cs typeface="Roboto"/>
                <a:sym typeface="Roboto"/>
              </a:rPr>
              <a:t>ResNet50 nearly doubled accuracy and improved balance across classes, proving transfer learning was more effective.</a:t>
            </a:r>
            <a:endParaRPr b="1" sz="1200">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4"/>
          <p:cNvSpPr txBox="1"/>
          <p:nvPr>
            <p:ph type="title"/>
          </p:nvPr>
        </p:nvSpPr>
        <p:spPr>
          <a:xfrm>
            <a:off x="448975" y="410350"/>
            <a:ext cx="8237700" cy="24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Challenges</a:t>
            </a:r>
            <a:endParaRPr/>
          </a:p>
        </p:txBody>
      </p:sp>
      <p:grpSp>
        <p:nvGrpSpPr>
          <p:cNvPr id="371" name="Google Shape;371;p24"/>
          <p:cNvGrpSpPr/>
          <p:nvPr/>
        </p:nvGrpSpPr>
        <p:grpSpPr>
          <a:xfrm>
            <a:off x="540075" y="1038925"/>
            <a:ext cx="7502250" cy="546600"/>
            <a:chOff x="540075" y="1038925"/>
            <a:chExt cx="7502250" cy="546600"/>
          </a:xfrm>
        </p:grpSpPr>
        <p:sp>
          <p:nvSpPr>
            <p:cNvPr id="372" name="Google Shape;372;p24"/>
            <p:cNvSpPr/>
            <p:nvPr/>
          </p:nvSpPr>
          <p:spPr>
            <a:xfrm>
              <a:off x="540075" y="1170175"/>
              <a:ext cx="1867500" cy="2841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Sans Extra Condensed Medium"/>
                  <a:ea typeface="Fira Sans Extra Condensed Medium"/>
                  <a:cs typeface="Fira Sans Extra Condensed Medium"/>
                  <a:sym typeface="Fira Sans Extra Condensed Medium"/>
                </a:rPr>
                <a:t>Limited dataset</a:t>
              </a:r>
              <a:endParaRPr sz="2000">
                <a:solidFill>
                  <a:schemeClr val="dk2"/>
                </a:solidFill>
                <a:latin typeface="Fira Sans Extra Condensed Medium"/>
                <a:ea typeface="Fira Sans Extra Condensed Medium"/>
                <a:cs typeface="Fira Sans Extra Condensed Medium"/>
                <a:sym typeface="Fira Sans Extra Condensed Medium"/>
              </a:endParaRPr>
            </a:p>
          </p:txBody>
        </p:sp>
        <p:sp>
          <p:nvSpPr>
            <p:cNvPr id="373" name="Google Shape;373;p24"/>
            <p:cNvSpPr/>
            <p:nvPr/>
          </p:nvSpPr>
          <p:spPr>
            <a:xfrm>
              <a:off x="2317425" y="1038925"/>
              <a:ext cx="5724900" cy="546600"/>
            </a:xfrm>
            <a:prstGeom prst="roundRect">
              <a:avLst>
                <a:gd fmla="val 50000"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oboto"/>
                  <a:ea typeface="Roboto"/>
                  <a:cs typeface="Roboto"/>
                  <a:sym typeface="Roboto"/>
                </a:rPr>
                <a:t>Small number of bird images made training difficult.</a:t>
              </a:r>
              <a:endParaRPr sz="1200">
                <a:solidFill>
                  <a:schemeClr val="dk1"/>
                </a:solidFill>
                <a:latin typeface="Roboto"/>
                <a:ea typeface="Roboto"/>
                <a:cs typeface="Roboto"/>
                <a:sym typeface="Roboto"/>
              </a:endParaRPr>
            </a:p>
          </p:txBody>
        </p:sp>
      </p:grpSp>
      <p:grpSp>
        <p:nvGrpSpPr>
          <p:cNvPr id="374" name="Google Shape;374;p24"/>
          <p:cNvGrpSpPr/>
          <p:nvPr/>
        </p:nvGrpSpPr>
        <p:grpSpPr>
          <a:xfrm>
            <a:off x="586278" y="2086650"/>
            <a:ext cx="7760672" cy="546600"/>
            <a:chOff x="586278" y="2086650"/>
            <a:chExt cx="7760672" cy="546600"/>
          </a:xfrm>
        </p:grpSpPr>
        <p:sp>
          <p:nvSpPr>
            <p:cNvPr id="375" name="Google Shape;375;p24"/>
            <p:cNvSpPr/>
            <p:nvPr/>
          </p:nvSpPr>
          <p:spPr>
            <a:xfrm>
              <a:off x="586278" y="2217900"/>
              <a:ext cx="1731000" cy="2841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2"/>
                  </a:solidFill>
                  <a:latin typeface="Fira Sans Extra Condensed Medium"/>
                  <a:ea typeface="Fira Sans Extra Condensed Medium"/>
                  <a:cs typeface="Fira Sans Extra Condensed Medium"/>
                  <a:sym typeface="Fira Sans Extra Condensed Medium"/>
                </a:rPr>
                <a:t>Fine-grained differences </a:t>
              </a:r>
              <a:endParaRPr sz="2000">
                <a:solidFill>
                  <a:schemeClr val="lt2"/>
                </a:solidFill>
                <a:latin typeface="Fira Sans Extra Condensed Medium"/>
                <a:ea typeface="Fira Sans Extra Condensed Medium"/>
                <a:cs typeface="Fira Sans Extra Condensed Medium"/>
                <a:sym typeface="Fira Sans Extra Condensed Medium"/>
              </a:endParaRPr>
            </a:p>
          </p:txBody>
        </p:sp>
        <p:sp>
          <p:nvSpPr>
            <p:cNvPr id="376" name="Google Shape;376;p24"/>
            <p:cNvSpPr/>
            <p:nvPr/>
          </p:nvSpPr>
          <p:spPr>
            <a:xfrm>
              <a:off x="2484350" y="2086650"/>
              <a:ext cx="5862600" cy="546600"/>
            </a:xfrm>
            <a:prstGeom prst="roundRect">
              <a:avLst>
                <a:gd fmla="val 50000"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200">
                  <a:solidFill>
                    <a:schemeClr val="dk1"/>
                  </a:solidFill>
                  <a:latin typeface="Roboto"/>
                  <a:ea typeface="Roboto"/>
                  <a:cs typeface="Roboto"/>
                  <a:sym typeface="Roboto"/>
                </a:rPr>
                <a:t>Many species looked very similar (color, feathers, or beak shape).</a:t>
              </a:r>
              <a:endParaRPr sz="1200">
                <a:solidFill>
                  <a:schemeClr val="dk1"/>
                </a:solidFill>
                <a:latin typeface="Roboto"/>
                <a:ea typeface="Roboto"/>
                <a:cs typeface="Roboto"/>
                <a:sym typeface="Roboto"/>
              </a:endParaRPr>
            </a:p>
          </p:txBody>
        </p:sp>
      </p:grpSp>
      <p:grpSp>
        <p:nvGrpSpPr>
          <p:cNvPr id="377" name="Google Shape;377;p24"/>
          <p:cNvGrpSpPr/>
          <p:nvPr/>
        </p:nvGrpSpPr>
        <p:grpSpPr>
          <a:xfrm>
            <a:off x="651601" y="4182125"/>
            <a:ext cx="8293955" cy="546600"/>
            <a:chOff x="651603" y="4182113"/>
            <a:chExt cx="5552624" cy="546600"/>
          </a:xfrm>
        </p:grpSpPr>
        <p:sp>
          <p:nvSpPr>
            <p:cNvPr id="378" name="Google Shape;378;p24"/>
            <p:cNvSpPr/>
            <p:nvPr/>
          </p:nvSpPr>
          <p:spPr>
            <a:xfrm>
              <a:off x="651603" y="4313375"/>
              <a:ext cx="1695300" cy="2841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2"/>
                  </a:solidFill>
                  <a:latin typeface="Fira Sans Extra Condensed Medium"/>
                  <a:ea typeface="Fira Sans Extra Condensed Medium"/>
                  <a:cs typeface="Fira Sans Extra Condensed Medium"/>
                  <a:sym typeface="Fira Sans Extra Condensed Medium"/>
                </a:rPr>
                <a:t>Class imbalance</a:t>
              </a:r>
              <a:endParaRPr sz="2000">
                <a:solidFill>
                  <a:schemeClr val="accent2"/>
                </a:solidFill>
                <a:latin typeface="Fira Sans Extra Condensed Medium"/>
                <a:ea typeface="Fira Sans Extra Condensed Medium"/>
                <a:cs typeface="Fira Sans Extra Condensed Medium"/>
                <a:sym typeface="Fira Sans Extra Condensed Medium"/>
              </a:endParaRPr>
            </a:p>
          </p:txBody>
        </p:sp>
        <p:sp>
          <p:nvSpPr>
            <p:cNvPr id="379" name="Google Shape;379;p24"/>
            <p:cNvSpPr/>
            <p:nvPr/>
          </p:nvSpPr>
          <p:spPr>
            <a:xfrm>
              <a:off x="2121827" y="4182113"/>
              <a:ext cx="4082400" cy="546600"/>
            </a:xfrm>
            <a:prstGeom prst="roundRect">
              <a:avLst>
                <a:gd fmla="val 5000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Some species had fewer samples, causing biased learning.</a:t>
              </a:r>
              <a:endParaRPr sz="1200">
                <a:solidFill>
                  <a:schemeClr val="dk1"/>
                </a:solidFill>
                <a:latin typeface="Roboto"/>
                <a:ea typeface="Roboto"/>
                <a:cs typeface="Roboto"/>
                <a:sym typeface="Roboto"/>
              </a:endParaRPr>
            </a:p>
          </p:txBody>
        </p:sp>
      </p:grpSp>
      <p:grpSp>
        <p:nvGrpSpPr>
          <p:cNvPr id="380" name="Google Shape;380;p24"/>
          <p:cNvGrpSpPr/>
          <p:nvPr/>
        </p:nvGrpSpPr>
        <p:grpSpPr>
          <a:xfrm>
            <a:off x="586264" y="3134375"/>
            <a:ext cx="7976304" cy="546600"/>
            <a:chOff x="586278" y="3134376"/>
            <a:chExt cx="5571212" cy="546600"/>
          </a:xfrm>
        </p:grpSpPr>
        <p:sp>
          <p:nvSpPr>
            <p:cNvPr id="381" name="Google Shape;381;p24"/>
            <p:cNvSpPr/>
            <p:nvPr/>
          </p:nvSpPr>
          <p:spPr>
            <a:xfrm>
              <a:off x="586278" y="3265625"/>
              <a:ext cx="1711500" cy="2841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Sans Extra Condensed Medium"/>
                  <a:ea typeface="Fira Sans Extra Condensed Medium"/>
                  <a:cs typeface="Fira Sans Extra Condensed Medium"/>
                  <a:sym typeface="Fira Sans Extra Condensed Medium"/>
                </a:rPr>
                <a:t>Slow training</a:t>
              </a:r>
              <a:endParaRPr sz="2000">
                <a:solidFill>
                  <a:schemeClr val="accent1"/>
                </a:solidFill>
                <a:latin typeface="Fira Sans Extra Condensed Medium"/>
                <a:ea typeface="Fira Sans Extra Condensed Medium"/>
                <a:cs typeface="Fira Sans Extra Condensed Medium"/>
                <a:sym typeface="Fira Sans Extra Condensed Medium"/>
              </a:endParaRPr>
            </a:p>
          </p:txBody>
        </p:sp>
        <p:sp>
          <p:nvSpPr>
            <p:cNvPr id="382" name="Google Shape;382;p24"/>
            <p:cNvSpPr/>
            <p:nvPr/>
          </p:nvSpPr>
          <p:spPr>
            <a:xfrm>
              <a:off x="2035490" y="3134376"/>
              <a:ext cx="4122000" cy="546600"/>
            </a:xfrm>
            <a:prstGeom prst="roundRect">
              <a:avLst>
                <a:gd fmla="val 50000"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200">
                  <a:solidFill>
                    <a:schemeClr val="dk1"/>
                  </a:solidFill>
                  <a:latin typeface="Roboto"/>
                  <a:ea typeface="Roboto"/>
                  <a:cs typeface="Roboto"/>
                  <a:sym typeface="Roboto"/>
                </a:rPr>
                <a:t>Many species looked very similar (color, feathers, or beak shape).</a:t>
              </a:r>
              <a:endParaRPr sz="1200">
                <a:solidFill>
                  <a:schemeClr val="dk1"/>
                </a:solidFill>
                <a:latin typeface="Roboto"/>
                <a:ea typeface="Roboto"/>
                <a:cs typeface="Roboto"/>
                <a:sym typeface="Roboto"/>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5"/>
          <p:cNvSpPr txBox="1"/>
          <p:nvPr>
            <p:ph type="title"/>
          </p:nvPr>
        </p:nvSpPr>
        <p:spPr>
          <a:xfrm>
            <a:off x="448975" y="410350"/>
            <a:ext cx="8237700" cy="24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What’s next</a:t>
            </a:r>
            <a:endParaRPr/>
          </a:p>
        </p:txBody>
      </p:sp>
      <p:grpSp>
        <p:nvGrpSpPr>
          <p:cNvPr id="388" name="Google Shape;388;p25"/>
          <p:cNvGrpSpPr/>
          <p:nvPr/>
        </p:nvGrpSpPr>
        <p:grpSpPr>
          <a:xfrm>
            <a:off x="4775540" y="2228867"/>
            <a:ext cx="1773900" cy="2769417"/>
            <a:chOff x="4775558" y="2228850"/>
            <a:chExt cx="1773900" cy="2308425"/>
          </a:xfrm>
        </p:grpSpPr>
        <p:cxnSp>
          <p:nvCxnSpPr>
            <p:cNvPr id="389" name="Google Shape;389;p25"/>
            <p:cNvCxnSpPr/>
            <p:nvPr/>
          </p:nvCxnSpPr>
          <p:spPr>
            <a:xfrm>
              <a:off x="4952408" y="2228850"/>
              <a:ext cx="1420200" cy="0"/>
            </a:xfrm>
            <a:prstGeom prst="straightConnector1">
              <a:avLst/>
            </a:prstGeom>
            <a:noFill/>
            <a:ln cap="flat" cmpd="sng" w="19050">
              <a:solidFill>
                <a:schemeClr val="accent1"/>
              </a:solidFill>
              <a:prstDash val="solid"/>
              <a:round/>
              <a:headEnd len="med" w="med" type="none"/>
              <a:tailEnd len="med" w="med" type="none"/>
            </a:ln>
          </p:spPr>
        </p:cxnSp>
        <p:grpSp>
          <p:nvGrpSpPr>
            <p:cNvPr id="390" name="Google Shape;390;p25"/>
            <p:cNvGrpSpPr/>
            <p:nvPr/>
          </p:nvGrpSpPr>
          <p:grpSpPr>
            <a:xfrm>
              <a:off x="4775558" y="2471411"/>
              <a:ext cx="1773900" cy="2065864"/>
              <a:chOff x="4775558" y="2471411"/>
              <a:chExt cx="1773900" cy="2065864"/>
            </a:xfrm>
          </p:grpSpPr>
          <p:cxnSp>
            <p:nvCxnSpPr>
              <p:cNvPr id="391" name="Google Shape;391;p25"/>
              <p:cNvCxnSpPr/>
              <p:nvPr/>
            </p:nvCxnSpPr>
            <p:spPr>
              <a:xfrm>
                <a:off x="4952408" y="3952875"/>
                <a:ext cx="1420200" cy="0"/>
              </a:xfrm>
              <a:prstGeom prst="straightConnector1">
                <a:avLst/>
              </a:prstGeom>
              <a:noFill/>
              <a:ln cap="flat" cmpd="sng" w="19050">
                <a:solidFill>
                  <a:schemeClr val="accent1"/>
                </a:solidFill>
                <a:prstDash val="solid"/>
                <a:round/>
                <a:headEnd len="med" w="med" type="none"/>
                <a:tailEnd len="med" w="med" type="none"/>
              </a:ln>
            </p:spPr>
          </p:cxnSp>
          <p:sp>
            <p:nvSpPr>
              <p:cNvPr id="392" name="Google Shape;392;p25"/>
              <p:cNvSpPr txBox="1"/>
              <p:nvPr/>
            </p:nvSpPr>
            <p:spPr>
              <a:xfrm>
                <a:off x="5140958" y="4188675"/>
                <a:ext cx="1043100" cy="34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accent1"/>
                    </a:solidFill>
                    <a:latin typeface="Fira Sans Extra Condensed Medium"/>
                    <a:ea typeface="Fira Sans Extra Condensed Medium"/>
                    <a:cs typeface="Fira Sans Extra Condensed Medium"/>
                    <a:sym typeface="Fira Sans Extra Condensed Medium"/>
                  </a:rPr>
                  <a:t>03</a:t>
                </a:r>
                <a:endParaRPr sz="3000">
                  <a:solidFill>
                    <a:schemeClr val="accent1"/>
                  </a:solidFill>
                  <a:latin typeface="Fira Sans Extra Condensed Medium"/>
                  <a:ea typeface="Fira Sans Extra Condensed Medium"/>
                  <a:cs typeface="Fira Sans Extra Condensed Medium"/>
                  <a:sym typeface="Fira Sans Extra Condensed Medium"/>
                </a:endParaRPr>
              </a:p>
            </p:txBody>
          </p:sp>
          <p:grpSp>
            <p:nvGrpSpPr>
              <p:cNvPr id="393" name="Google Shape;393;p25"/>
              <p:cNvGrpSpPr/>
              <p:nvPr/>
            </p:nvGrpSpPr>
            <p:grpSpPr>
              <a:xfrm>
                <a:off x="4775558" y="2471411"/>
                <a:ext cx="1773900" cy="1284182"/>
                <a:chOff x="4781600" y="3031806"/>
                <a:chExt cx="1773900" cy="1284182"/>
              </a:xfrm>
            </p:grpSpPr>
            <p:sp>
              <p:nvSpPr>
                <p:cNvPr id="394" name="Google Shape;394;p25"/>
                <p:cNvSpPr txBox="1"/>
                <p:nvPr/>
              </p:nvSpPr>
              <p:spPr>
                <a:xfrm>
                  <a:off x="4781600" y="3031806"/>
                  <a:ext cx="1773900" cy="16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Fira Sans Extra Condensed Medium"/>
                      <a:ea typeface="Fira Sans Extra Condensed Medium"/>
                      <a:cs typeface="Fira Sans Extra Condensed Medium"/>
                      <a:sym typeface="Fira Sans Extra Condensed Medium"/>
                    </a:rPr>
                    <a:t>Use a Larger Dataset</a:t>
                  </a:r>
                  <a:endParaRPr sz="2000">
                    <a:solidFill>
                      <a:schemeClr val="accent1"/>
                    </a:solidFill>
                    <a:latin typeface="Fira Sans Extra Condensed Medium"/>
                    <a:ea typeface="Fira Sans Extra Condensed Medium"/>
                    <a:cs typeface="Fira Sans Extra Condensed Medium"/>
                    <a:sym typeface="Fira Sans Extra Condensed Medium"/>
                  </a:endParaRPr>
                </a:p>
              </p:txBody>
            </p:sp>
            <p:sp>
              <p:nvSpPr>
                <p:cNvPr id="395" name="Google Shape;395;p25"/>
                <p:cNvSpPr txBox="1"/>
                <p:nvPr/>
              </p:nvSpPr>
              <p:spPr>
                <a:xfrm>
                  <a:off x="4781600" y="3739988"/>
                  <a:ext cx="1773900" cy="576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latin typeface="Roboto"/>
                      <a:ea typeface="Roboto"/>
                      <a:cs typeface="Roboto"/>
                      <a:sym typeface="Roboto"/>
                    </a:rPr>
                    <a:t>Test on bigger or higher-quality bird image datasets from Kaggle for more robust learning.</a:t>
                  </a:r>
                  <a:endParaRPr sz="1200">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t/>
                  </a:r>
                  <a:endParaRPr sz="1200">
                    <a:latin typeface="Roboto"/>
                    <a:ea typeface="Roboto"/>
                    <a:cs typeface="Roboto"/>
                    <a:sym typeface="Roboto"/>
                  </a:endParaRPr>
                </a:p>
                <a:p>
                  <a:pPr indent="0" lvl="0" marL="0" rtl="0" algn="ctr">
                    <a:spcBef>
                      <a:spcPts val="0"/>
                    </a:spcBef>
                    <a:spcAft>
                      <a:spcPts val="0"/>
                    </a:spcAft>
                    <a:buNone/>
                  </a:pPr>
                  <a:r>
                    <a:t/>
                  </a:r>
                  <a:endParaRPr sz="1200">
                    <a:latin typeface="Roboto"/>
                    <a:ea typeface="Roboto"/>
                    <a:cs typeface="Roboto"/>
                    <a:sym typeface="Roboto"/>
                  </a:endParaRPr>
                </a:p>
              </p:txBody>
            </p:sp>
          </p:grpSp>
        </p:grpSp>
      </p:grpSp>
      <p:grpSp>
        <p:nvGrpSpPr>
          <p:cNvPr id="396" name="Google Shape;396;p25"/>
          <p:cNvGrpSpPr/>
          <p:nvPr/>
        </p:nvGrpSpPr>
        <p:grpSpPr>
          <a:xfrm>
            <a:off x="413525" y="2228890"/>
            <a:ext cx="1773900" cy="2769417"/>
            <a:chOff x="413525" y="2228850"/>
            <a:chExt cx="1773900" cy="2308425"/>
          </a:xfrm>
        </p:grpSpPr>
        <p:cxnSp>
          <p:nvCxnSpPr>
            <p:cNvPr id="397" name="Google Shape;397;p25"/>
            <p:cNvCxnSpPr/>
            <p:nvPr/>
          </p:nvCxnSpPr>
          <p:spPr>
            <a:xfrm>
              <a:off x="590375" y="2228850"/>
              <a:ext cx="1420200" cy="0"/>
            </a:xfrm>
            <a:prstGeom prst="straightConnector1">
              <a:avLst/>
            </a:prstGeom>
            <a:noFill/>
            <a:ln cap="flat" cmpd="sng" w="19050">
              <a:solidFill>
                <a:schemeClr val="dk2"/>
              </a:solidFill>
              <a:prstDash val="solid"/>
              <a:round/>
              <a:headEnd len="med" w="med" type="none"/>
              <a:tailEnd len="med" w="med" type="none"/>
            </a:ln>
          </p:spPr>
        </p:cxnSp>
        <p:grpSp>
          <p:nvGrpSpPr>
            <p:cNvPr id="398" name="Google Shape;398;p25"/>
            <p:cNvGrpSpPr/>
            <p:nvPr/>
          </p:nvGrpSpPr>
          <p:grpSpPr>
            <a:xfrm>
              <a:off x="413525" y="2332988"/>
              <a:ext cx="1773900" cy="2204287"/>
              <a:chOff x="413525" y="2332988"/>
              <a:chExt cx="1773900" cy="2204287"/>
            </a:xfrm>
          </p:grpSpPr>
          <p:cxnSp>
            <p:nvCxnSpPr>
              <p:cNvPr id="399" name="Google Shape;399;p25"/>
              <p:cNvCxnSpPr/>
              <p:nvPr/>
            </p:nvCxnSpPr>
            <p:spPr>
              <a:xfrm>
                <a:off x="590375" y="3952875"/>
                <a:ext cx="1420200" cy="0"/>
              </a:xfrm>
              <a:prstGeom prst="straightConnector1">
                <a:avLst/>
              </a:prstGeom>
              <a:noFill/>
              <a:ln cap="flat" cmpd="sng" w="19050">
                <a:solidFill>
                  <a:schemeClr val="dk2"/>
                </a:solidFill>
                <a:prstDash val="solid"/>
                <a:round/>
                <a:headEnd len="med" w="med" type="none"/>
                <a:tailEnd len="med" w="med" type="none"/>
              </a:ln>
            </p:spPr>
          </p:cxnSp>
          <p:sp>
            <p:nvSpPr>
              <p:cNvPr id="400" name="Google Shape;400;p25"/>
              <p:cNvSpPr txBox="1"/>
              <p:nvPr/>
            </p:nvSpPr>
            <p:spPr>
              <a:xfrm>
                <a:off x="778925" y="4188675"/>
                <a:ext cx="1043100" cy="34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Fira Sans Extra Condensed Medium"/>
                    <a:ea typeface="Fira Sans Extra Condensed Medium"/>
                    <a:cs typeface="Fira Sans Extra Condensed Medium"/>
                    <a:sym typeface="Fira Sans Extra Condensed Medium"/>
                  </a:rPr>
                  <a:t>01</a:t>
                </a:r>
                <a:endParaRPr sz="3000">
                  <a:solidFill>
                    <a:schemeClr val="dk2"/>
                  </a:solidFill>
                  <a:latin typeface="Fira Sans Extra Condensed Medium"/>
                  <a:ea typeface="Fira Sans Extra Condensed Medium"/>
                  <a:cs typeface="Fira Sans Extra Condensed Medium"/>
                  <a:sym typeface="Fira Sans Extra Condensed Medium"/>
                </a:endParaRPr>
              </a:p>
            </p:txBody>
          </p:sp>
          <p:grpSp>
            <p:nvGrpSpPr>
              <p:cNvPr id="401" name="Google Shape;401;p25"/>
              <p:cNvGrpSpPr/>
              <p:nvPr/>
            </p:nvGrpSpPr>
            <p:grpSpPr>
              <a:xfrm>
                <a:off x="413525" y="2332988"/>
                <a:ext cx="1773900" cy="1422680"/>
                <a:chOff x="415700" y="2893308"/>
                <a:chExt cx="1773900" cy="1422680"/>
              </a:xfrm>
            </p:grpSpPr>
            <p:sp>
              <p:nvSpPr>
                <p:cNvPr id="402" name="Google Shape;402;p25"/>
                <p:cNvSpPr txBox="1"/>
                <p:nvPr/>
              </p:nvSpPr>
              <p:spPr>
                <a:xfrm>
                  <a:off x="415700" y="2893308"/>
                  <a:ext cx="1773900" cy="41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Fira Sans Extra Condensed Medium"/>
                      <a:ea typeface="Fira Sans Extra Condensed Medium"/>
                      <a:cs typeface="Fira Sans Extra Condensed Medium"/>
                      <a:sym typeface="Fira Sans Extra Condensed Medium"/>
                    </a:rPr>
                    <a:t>Add Data Augmentation</a:t>
                  </a:r>
                  <a:endParaRPr sz="2000">
                    <a:solidFill>
                      <a:schemeClr val="dk2"/>
                    </a:solidFill>
                    <a:latin typeface="Fira Sans Extra Condensed Medium"/>
                    <a:ea typeface="Fira Sans Extra Condensed Medium"/>
                    <a:cs typeface="Fira Sans Extra Condensed Medium"/>
                    <a:sym typeface="Fira Sans Extra Condensed Medium"/>
                  </a:endParaRPr>
                </a:p>
              </p:txBody>
            </p:sp>
            <p:sp>
              <p:nvSpPr>
                <p:cNvPr id="403" name="Google Shape;403;p25"/>
                <p:cNvSpPr txBox="1"/>
                <p:nvPr/>
              </p:nvSpPr>
              <p:spPr>
                <a:xfrm>
                  <a:off x="415700" y="3739988"/>
                  <a:ext cx="1773900" cy="576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latin typeface="Roboto"/>
                      <a:ea typeface="Roboto"/>
                      <a:cs typeface="Roboto"/>
                      <a:sym typeface="Roboto"/>
                    </a:rPr>
                    <a:t>Increase training variety with flips, rotations, and zooms to help the model generalize better.</a:t>
                  </a:r>
                  <a:endParaRPr sz="1200">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t/>
                  </a:r>
                  <a:endParaRPr sz="1200">
                    <a:latin typeface="Roboto"/>
                    <a:ea typeface="Roboto"/>
                    <a:cs typeface="Roboto"/>
                    <a:sym typeface="Roboto"/>
                  </a:endParaRPr>
                </a:p>
                <a:p>
                  <a:pPr indent="0" lvl="0" marL="0" rtl="0" algn="ctr">
                    <a:spcBef>
                      <a:spcPts val="0"/>
                    </a:spcBef>
                    <a:spcAft>
                      <a:spcPts val="0"/>
                    </a:spcAft>
                    <a:buNone/>
                  </a:pPr>
                  <a:r>
                    <a:t/>
                  </a:r>
                  <a:endParaRPr sz="1200">
                    <a:latin typeface="Roboto"/>
                    <a:ea typeface="Roboto"/>
                    <a:cs typeface="Roboto"/>
                    <a:sym typeface="Roboto"/>
                  </a:endParaRPr>
                </a:p>
              </p:txBody>
            </p:sp>
          </p:grpSp>
        </p:grpSp>
      </p:grpSp>
      <p:grpSp>
        <p:nvGrpSpPr>
          <p:cNvPr id="404" name="Google Shape;404;p25"/>
          <p:cNvGrpSpPr/>
          <p:nvPr/>
        </p:nvGrpSpPr>
        <p:grpSpPr>
          <a:xfrm>
            <a:off x="6956557" y="2228867"/>
            <a:ext cx="1773900" cy="2769387"/>
            <a:chOff x="6956575" y="2228850"/>
            <a:chExt cx="1773900" cy="2308400"/>
          </a:xfrm>
        </p:grpSpPr>
        <p:cxnSp>
          <p:nvCxnSpPr>
            <p:cNvPr id="405" name="Google Shape;405;p25"/>
            <p:cNvCxnSpPr/>
            <p:nvPr/>
          </p:nvCxnSpPr>
          <p:spPr>
            <a:xfrm>
              <a:off x="7133425" y="2228850"/>
              <a:ext cx="1420200" cy="0"/>
            </a:xfrm>
            <a:prstGeom prst="straightConnector1">
              <a:avLst/>
            </a:prstGeom>
            <a:noFill/>
            <a:ln cap="flat" cmpd="sng" w="19050">
              <a:solidFill>
                <a:schemeClr val="accent2"/>
              </a:solidFill>
              <a:prstDash val="solid"/>
              <a:round/>
              <a:headEnd len="med" w="med" type="none"/>
              <a:tailEnd len="med" w="med" type="none"/>
            </a:ln>
          </p:spPr>
        </p:cxnSp>
        <p:grpSp>
          <p:nvGrpSpPr>
            <p:cNvPr id="406" name="Google Shape;406;p25"/>
            <p:cNvGrpSpPr/>
            <p:nvPr/>
          </p:nvGrpSpPr>
          <p:grpSpPr>
            <a:xfrm>
              <a:off x="6956575" y="2592370"/>
              <a:ext cx="1773900" cy="1944880"/>
              <a:chOff x="6956575" y="2592370"/>
              <a:chExt cx="1773900" cy="1944880"/>
            </a:xfrm>
          </p:grpSpPr>
          <p:cxnSp>
            <p:nvCxnSpPr>
              <p:cNvPr id="407" name="Google Shape;407;p25"/>
              <p:cNvCxnSpPr/>
              <p:nvPr/>
            </p:nvCxnSpPr>
            <p:spPr>
              <a:xfrm>
                <a:off x="7133425" y="3952875"/>
                <a:ext cx="1420200" cy="0"/>
              </a:xfrm>
              <a:prstGeom prst="straightConnector1">
                <a:avLst/>
              </a:prstGeom>
              <a:noFill/>
              <a:ln cap="flat" cmpd="sng" w="19050">
                <a:solidFill>
                  <a:schemeClr val="accent2"/>
                </a:solidFill>
                <a:prstDash val="solid"/>
                <a:round/>
                <a:headEnd len="med" w="med" type="none"/>
                <a:tailEnd len="med" w="med" type="none"/>
              </a:ln>
            </p:spPr>
          </p:cxnSp>
          <p:sp>
            <p:nvSpPr>
              <p:cNvPr id="408" name="Google Shape;408;p25"/>
              <p:cNvSpPr txBox="1"/>
              <p:nvPr/>
            </p:nvSpPr>
            <p:spPr>
              <a:xfrm>
                <a:off x="7321975" y="4188650"/>
                <a:ext cx="1043100" cy="34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accent2"/>
                    </a:solidFill>
                    <a:latin typeface="Fira Sans Extra Condensed Medium"/>
                    <a:ea typeface="Fira Sans Extra Condensed Medium"/>
                    <a:cs typeface="Fira Sans Extra Condensed Medium"/>
                    <a:sym typeface="Fira Sans Extra Condensed Medium"/>
                  </a:rPr>
                  <a:t>04</a:t>
                </a:r>
                <a:endParaRPr sz="3000">
                  <a:solidFill>
                    <a:schemeClr val="accent2"/>
                  </a:solidFill>
                  <a:latin typeface="Fira Sans Extra Condensed Medium"/>
                  <a:ea typeface="Fira Sans Extra Condensed Medium"/>
                  <a:cs typeface="Fira Sans Extra Condensed Medium"/>
                  <a:sym typeface="Fira Sans Extra Condensed Medium"/>
                </a:endParaRPr>
              </a:p>
            </p:txBody>
          </p:sp>
          <p:grpSp>
            <p:nvGrpSpPr>
              <p:cNvPr id="409" name="Google Shape;409;p25"/>
              <p:cNvGrpSpPr/>
              <p:nvPr/>
            </p:nvGrpSpPr>
            <p:grpSpPr>
              <a:xfrm>
                <a:off x="6956575" y="2592370"/>
                <a:ext cx="1773900" cy="1161717"/>
                <a:chOff x="6958750" y="1300688"/>
                <a:chExt cx="1773900" cy="1161717"/>
              </a:xfrm>
            </p:grpSpPr>
            <p:sp>
              <p:nvSpPr>
                <p:cNvPr id="410" name="Google Shape;410;p25"/>
                <p:cNvSpPr txBox="1"/>
                <p:nvPr/>
              </p:nvSpPr>
              <p:spPr>
                <a:xfrm>
                  <a:off x="6961000" y="1885805"/>
                  <a:ext cx="1769400" cy="57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latin typeface="Roboto"/>
                      <a:ea typeface="Roboto"/>
                      <a:cs typeface="Roboto"/>
                      <a:sym typeface="Roboto"/>
                    </a:rPr>
                    <a:t>Create a simple demo where you can upload a bird photo and the model predicts its species.</a:t>
                  </a:r>
                  <a:endParaRPr sz="1200">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t/>
                  </a:r>
                  <a:endParaRPr sz="1200">
                    <a:latin typeface="Roboto"/>
                    <a:ea typeface="Roboto"/>
                    <a:cs typeface="Roboto"/>
                    <a:sym typeface="Roboto"/>
                  </a:endParaRPr>
                </a:p>
                <a:p>
                  <a:pPr indent="0" lvl="0" marL="0" rtl="0" algn="ctr">
                    <a:spcBef>
                      <a:spcPts val="0"/>
                    </a:spcBef>
                    <a:spcAft>
                      <a:spcPts val="0"/>
                    </a:spcAft>
                    <a:buNone/>
                  </a:pPr>
                  <a:r>
                    <a:t/>
                  </a:r>
                  <a:endParaRPr sz="1200">
                    <a:latin typeface="Roboto"/>
                    <a:ea typeface="Roboto"/>
                    <a:cs typeface="Roboto"/>
                    <a:sym typeface="Roboto"/>
                  </a:endParaRPr>
                </a:p>
              </p:txBody>
            </p:sp>
            <p:sp>
              <p:nvSpPr>
                <p:cNvPr id="411" name="Google Shape;411;p25"/>
                <p:cNvSpPr txBox="1"/>
                <p:nvPr/>
              </p:nvSpPr>
              <p:spPr>
                <a:xfrm>
                  <a:off x="6958750" y="1300688"/>
                  <a:ext cx="1773900" cy="16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000">
                      <a:solidFill>
                        <a:schemeClr val="accent2"/>
                      </a:solidFill>
                      <a:latin typeface="Fira Sans Extra Condensed Medium"/>
                      <a:ea typeface="Fira Sans Extra Condensed Medium"/>
                      <a:cs typeface="Fira Sans Extra Condensed Medium"/>
                      <a:sym typeface="Fira Sans Extra Condensed Medium"/>
                    </a:rPr>
                    <a:t>Build a Demo App/Site</a:t>
                  </a:r>
                  <a:endParaRPr sz="2000">
                    <a:solidFill>
                      <a:schemeClr val="accent2"/>
                    </a:solidFill>
                    <a:latin typeface="Fira Sans Extra Condensed Medium"/>
                    <a:ea typeface="Fira Sans Extra Condensed Medium"/>
                    <a:cs typeface="Fira Sans Extra Condensed Medium"/>
                    <a:sym typeface="Fira Sans Extra Condensed Medium"/>
                  </a:endParaRPr>
                </a:p>
                <a:p>
                  <a:pPr indent="0" lvl="0" marL="0" rtl="0" algn="l">
                    <a:spcBef>
                      <a:spcPts val="0"/>
                    </a:spcBef>
                    <a:spcAft>
                      <a:spcPts val="0"/>
                    </a:spcAft>
                    <a:buNone/>
                  </a:pPr>
                  <a:r>
                    <a:t/>
                  </a:r>
                  <a:endParaRPr sz="2000">
                    <a:solidFill>
                      <a:schemeClr val="accent2"/>
                    </a:solidFill>
                    <a:latin typeface="Fira Sans Extra Condensed Medium"/>
                    <a:ea typeface="Fira Sans Extra Condensed Medium"/>
                    <a:cs typeface="Fira Sans Extra Condensed Medium"/>
                    <a:sym typeface="Fira Sans Extra Condensed Medium"/>
                  </a:endParaRPr>
                </a:p>
              </p:txBody>
            </p:sp>
          </p:grpSp>
        </p:grpSp>
      </p:grpSp>
      <p:grpSp>
        <p:nvGrpSpPr>
          <p:cNvPr id="412" name="Google Shape;412;p25"/>
          <p:cNvGrpSpPr/>
          <p:nvPr/>
        </p:nvGrpSpPr>
        <p:grpSpPr>
          <a:xfrm>
            <a:off x="2594538" y="2228953"/>
            <a:ext cx="1773913" cy="2769507"/>
            <a:chOff x="2594529" y="2228850"/>
            <a:chExt cx="1773913" cy="2308500"/>
          </a:xfrm>
        </p:grpSpPr>
        <p:cxnSp>
          <p:nvCxnSpPr>
            <p:cNvPr id="413" name="Google Shape;413;p25"/>
            <p:cNvCxnSpPr/>
            <p:nvPr/>
          </p:nvCxnSpPr>
          <p:spPr>
            <a:xfrm>
              <a:off x="2771392" y="2228850"/>
              <a:ext cx="1420200" cy="0"/>
            </a:xfrm>
            <a:prstGeom prst="straightConnector1">
              <a:avLst/>
            </a:prstGeom>
            <a:noFill/>
            <a:ln cap="flat" cmpd="sng" w="19050">
              <a:solidFill>
                <a:schemeClr val="lt2"/>
              </a:solidFill>
              <a:prstDash val="solid"/>
              <a:round/>
              <a:headEnd len="med" w="med" type="none"/>
              <a:tailEnd len="med" w="med" type="none"/>
            </a:ln>
          </p:spPr>
        </p:cxnSp>
        <p:grpSp>
          <p:nvGrpSpPr>
            <p:cNvPr id="414" name="Google Shape;414;p25"/>
            <p:cNvGrpSpPr/>
            <p:nvPr/>
          </p:nvGrpSpPr>
          <p:grpSpPr>
            <a:xfrm>
              <a:off x="2594529" y="2432238"/>
              <a:ext cx="1773913" cy="2105112"/>
              <a:chOff x="2594529" y="2432238"/>
              <a:chExt cx="1773913" cy="2105112"/>
            </a:xfrm>
          </p:grpSpPr>
          <p:cxnSp>
            <p:nvCxnSpPr>
              <p:cNvPr id="415" name="Google Shape;415;p25"/>
              <p:cNvCxnSpPr/>
              <p:nvPr/>
            </p:nvCxnSpPr>
            <p:spPr>
              <a:xfrm>
                <a:off x="2771392" y="3952875"/>
                <a:ext cx="1420200" cy="0"/>
              </a:xfrm>
              <a:prstGeom prst="straightConnector1">
                <a:avLst/>
              </a:prstGeom>
              <a:noFill/>
              <a:ln cap="flat" cmpd="sng" w="19050">
                <a:solidFill>
                  <a:schemeClr val="lt2"/>
                </a:solidFill>
                <a:prstDash val="solid"/>
                <a:round/>
                <a:headEnd len="med" w="med" type="none"/>
                <a:tailEnd len="med" w="med" type="none"/>
              </a:ln>
            </p:spPr>
          </p:cxnSp>
          <p:sp>
            <p:nvSpPr>
              <p:cNvPr id="416" name="Google Shape;416;p25"/>
              <p:cNvSpPr txBox="1"/>
              <p:nvPr/>
            </p:nvSpPr>
            <p:spPr>
              <a:xfrm>
                <a:off x="2959942" y="4188750"/>
                <a:ext cx="1043100" cy="34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2"/>
                    </a:solidFill>
                    <a:latin typeface="Fira Sans Extra Condensed Medium"/>
                    <a:ea typeface="Fira Sans Extra Condensed Medium"/>
                    <a:cs typeface="Fira Sans Extra Condensed Medium"/>
                    <a:sym typeface="Fira Sans Extra Condensed Medium"/>
                  </a:rPr>
                  <a:t>02</a:t>
                </a:r>
                <a:endParaRPr sz="3000">
                  <a:solidFill>
                    <a:schemeClr val="lt2"/>
                  </a:solidFill>
                  <a:latin typeface="Fira Sans Extra Condensed Medium"/>
                  <a:ea typeface="Fira Sans Extra Condensed Medium"/>
                  <a:cs typeface="Fira Sans Extra Condensed Medium"/>
                  <a:sym typeface="Fira Sans Extra Condensed Medium"/>
                </a:endParaRPr>
              </a:p>
            </p:txBody>
          </p:sp>
          <p:grpSp>
            <p:nvGrpSpPr>
              <p:cNvPr id="417" name="Google Shape;417;p25"/>
              <p:cNvGrpSpPr/>
              <p:nvPr/>
            </p:nvGrpSpPr>
            <p:grpSpPr>
              <a:xfrm>
                <a:off x="2594529" y="2432238"/>
                <a:ext cx="1773913" cy="1315611"/>
                <a:chOff x="2604419" y="1146794"/>
                <a:chExt cx="1773913" cy="1315611"/>
              </a:xfrm>
            </p:grpSpPr>
            <p:sp>
              <p:nvSpPr>
                <p:cNvPr id="418" name="Google Shape;418;p25"/>
                <p:cNvSpPr txBox="1"/>
                <p:nvPr/>
              </p:nvSpPr>
              <p:spPr>
                <a:xfrm>
                  <a:off x="2604431" y="1885805"/>
                  <a:ext cx="1773900" cy="57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latin typeface="Roboto"/>
                      <a:ea typeface="Roboto"/>
                      <a:cs typeface="Roboto"/>
                      <a:sym typeface="Roboto"/>
                    </a:rPr>
                    <a:t>Use a newer, more efficient architecture for higher accuracy with fewer parameters.</a:t>
                  </a:r>
                  <a:endParaRPr sz="1200">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t/>
                  </a:r>
                  <a:endParaRPr sz="1200">
                    <a:latin typeface="Roboto"/>
                    <a:ea typeface="Roboto"/>
                    <a:cs typeface="Roboto"/>
                    <a:sym typeface="Roboto"/>
                  </a:endParaRPr>
                </a:p>
                <a:p>
                  <a:pPr indent="0" lvl="0" marL="0" rtl="0" algn="ctr">
                    <a:spcBef>
                      <a:spcPts val="0"/>
                    </a:spcBef>
                    <a:spcAft>
                      <a:spcPts val="0"/>
                    </a:spcAft>
                    <a:buNone/>
                  </a:pPr>
                  <a:r>
                    <a:t/>
                  </a:r>
                  <a:endParaRPr sz="1200">
                    <a:latin typeface="Roboto"/>
                    <a:ea typeface="Roboto"/>
                    <a:cs typeface="Roboto"/>
                    <a:sym typeface="Roboto"/>
                  </a:endParaRPr>
                </a:p>
              </p:txBody>
            </p:sp>
            <p:sp>
              <p:nvSpPr>
                <p:cNvPr id="419" name="Google Shape;419;p25"/>
                <p:cNvSpPr txBox="1"/>
                <p:nvPr/>
              </p:nvSpPr>
              <p:spPr>
                <a:xfrm>
                  <a:off x="2604419" y="1146794"/>
                  <a:ext cx="1773900" cy="16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2"/>
                      </a:solidFill>
                      <a:latin typeface="Fira Sans Extra Condensed Medium"/>
                      <a:ea typeface="Fira Sans Extra Condensed Medium"/>
                      <a:cs typeface="Fira Sans Extra Condensed Medium"/>
                      <a:sym typeface="Fira Sans Extra Condensed Medium"/>
                    </a:rPr>
                    <a:t>Try EfficientNet</a:t>
                  </a:r>
                  <a:endParaRPr sz="2000">
                    <a:solidFill>
                      <a:schemeClr val="lt2"/>
                    </a:solidFill>
                    <a:latin typeface="Fira Sans Extra Condensed Medium"/>
                    <a:ea typeface="Fira Sans Extra Condensed Medium"/>
                    <a:cs typeface="Fira Sans Extra Condensed Medium"/>
                    <a:sym typeface="Fira Sans Extra Condensed Medium"/>
                  </a:endParaRPr>
                </a:p>
              </p:txBody>
            </p:sp>
          </p:grpSp>
        </p:grpSp>
      </p:grpSp>
      <p:grpSp>
        <p:nvGrpSpPr>
          <p:cNvPr id="420" name="Google Shape;420;p25"/>
          <p:cNvGrpSpPr/>
          <p:nvPr/>
        </p:nvGrpSpPr>
        <p:grpSpPr>
          <a:xfrm>
            <a:off x="4978683" y="1414225"/>
            <a:ext cx="1367650" cy="826725"/>
            <a:chOff x="3112400" y="790725"/>
            <a:chExt cx="1367650" cy="826725"/>
          </a:xfrm>
        </p:grpSpPr>
        <p:sp>
          <p:nvSpPr>
            <p:cNvPr id="421" name="Google Shape;421;p25"/>
            <p:cNvSpPr/>
            <p:nvPr/>
          </p:nvSpPr>
          <p:spPr>
            <a:xfrm>
              <a:off x="3504350" y="1370525"/>
              <a:ext cx="152625" cy="229425"/>
            </a:xfrm>
            <a:custGeom>
              <a:rect b="b" l="l" r="r" t="t"/>
              <a:pathLst>
                <a:path extrusionOk="0" h="9177" w="6105">
                  <a:moveTo>
                    <a:pt x="5610" y="0"/>
                  </a:moveTo>
                  <a:cubicBezTo>
                    <a:pt x="5469" y="0"/>
                    <a:pt x="5335" y="74"/>
                    <a:pt x="5271" y="203"/>
                  </a:cubicBezTo>
                  <a:lnTo>
                    <a:pt x="134" y="8543"/>
                  </a:lnTo>
                  <a:cubicBezTo>
                    <a:pt x="0" y="8743"/>
                    <a:pt x="33" y="8976"/>
                    <a:pt x="267" y="9110"/>
                  </a:cubicBezTo>
                  <a:cubicBezTo>
                    <a:pt x="300" y="9176"/>
                    <a:pt x="367" y="9176"/>
                    <a:pt x="467" y="9176"/>
                  </a:cubicBezTo>
                  <a:cubicBezTo>
                    <a:pt x="601" y="9176"/>
                    <a:pt x="701" y="9076"/>
                    <a:pt x="834" y="8976"/>
                  </a:cubicBezTo>
                  <a:lnTo>
                    <a:pt x="5971" y="670"/>
                  </a:lnTo>
                  <a:cubicBezTo>
                    <a:pt x="6104" y="437"/>
                    <a:pt x="6038" y="203"/>
                    <a:pt x="5838" y="70"/>
                  </a:cubicBezTo>
                  <a:cubicBezTo>
                    <a:pt x="5767" y="23"/>
                    <a:pt x="5687" y="0"/>
                    <a:pt x="5610" y="0"/>
                  </a:cubicBezTo>
                  <a:close/>
                </a:path>
              </a:pathLst>
            </a:custGeom>
            <a:solidFill>
              <a:srgbClr val="130C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5"/>
            <p:cNvSpPr/>
            <p:nvPr/>
          </p:nvSpPr>
          <p:spPr>
            <a:xfrm>
              <a:off x="3400925" y="1574650"/>
              <a:ext cx="211850" cy="42800"/>
            </a:xfrm>
            <a:custGeom>
              <a:rect b="b" l="l" r="r" t="t"/>
              <a:pathLst>
                <a:path extrusionOk="0" h="1712" w="8474">
                  <a:moveTo>
                    <a:pt x="1715" y="0"/>
                  </a:moveTo>
                  <a:cubicBezTo>
                    <a:pt x="1648" y="0"/>
                    <a:pt x="1577" y="3"/>
                    <a:pt x="1502" y="11"/>
                  </a:cubicBezTo>
                  <a:cubicBezTo>
                    <a:pt x="535" y="44"/>
                    <a:pt x="201" y="511"/>
                    <a:pt x="1" y="778"/>
                  </a:cubicBezTo>
                  <a:lnTo>
                    <a:pt x="334" y="1078"/>
                  </a:lnTo>
                  <a:lnTo>
                    <a:pt x="735" y="1278"/>
                  </a:lnTo>
                  <a:cubicBezTo>
                    <a:pt x="901" y="1045"/>
                    <a:pt x="1002" y="845"/>
                    <a:pt x="1569" y="845"/>
                  </a:cubicBezTo>
                  <a:cubicBezTo>
                    <a:pt x="1642" y="832"/>
                    <a:pt x="1708" y="827"/>
                    <a:pt x="1767" y="827"/>
                  </a:cubicBezTo>
                  <a:cubicBezTo>
                    <a:pt x="2031" y="827"/>
                    <a:pt x="2172" y="936"/>
                    <a:pt x="2336" y="1045"/>
                  </a:cubicBezTo>
                  <a:cubicBezTo>
                    <a:pt x="2503" y="1111"/>
                    <a:pt x="2736" y="1278"/>
                    <a:pt x="3003" y="1278"/>
                  </a:cubicBezTo>
                  <a:cubicBezTo>
                    <a:pt x="3064" y="1290"/>
                    <a:pt x="3128" y="1296"/>
                    <a:pt x="3192" y="1296"/>
                  </a:cubicBezTo>
                  <a:cubicBezTo>
                    <a:pt x="3479" y="1296"/>
                    <a:pt x="3786" y="1187"/>
                    <a:pt x="4004" y="1078"/>
                  </a:cubicBezTo>
                  <a:cubicBezTo>
                    <a:pt x="4137" y="1045"/>
                    <a:pt x="4404" y="945"/>
                    <a:pt x="4437" y="945"/>
                  </a:cubicBezTo>
                  <a:cubicBezTo>
                    <a:pt x="4471" y="1011"/>
                    <a:pt x="4571" y="1045"/>
                    <a:pt x="4604" y="1078"/>
                  </a:cubicBezTo>
                  <a:cubicBezTo>
                    <a:pt x="4904" y="1278"/>
                    <a:pt x="5338" y="1678"/>
                    <a:pt x="6272" y="1712"/>
                  </a:cubicBezTo>
                  <a:lnTo>
                    <a:pt x="6439" y="1712"/>
                  </a:lnTo>
                  <a:cubicBezTo>
                    <a:pt x="7673" y="1712"/>
                    <a:pt x="8307" y="1078"/>
                    <a:pt x="8307" y="1078"/>
                  </a:cubicBezTo>
                  <a:cubicBezTo>
                    <a:pt x="8474" y="911"/>
                    <a:pt x="8474" y="678"/>
                    <a:pt x="8307" y="511"/>
                  </a:cubicBezTo>
                  <a:cubicBezTo>
                    <a:pt x="8223" y="428"/>
                    <a:pt x="8115" y="386"/>
                    <a:pt x="8007" y="386"/>
                  </a:cubicBezTo>
                  <a:cubicBezTo>
                    <a:pt x="7898" y="386"/>
                    <a:pt x="7790" y="428"/>
                    <a:pt x="7706" y="511"/>
                  </a:cubicBezTo>
                  <a:cubicBezTo>
                    <a:pt x="7706" y="543"/>
                    <a:pt x="7307" y="913"/>
                    <a:pt x="6419" y="913"/>
                  </a:cubicBezTo>
                  <a:cubicBezTo>
                    <a:pt x="6382" y="913"/>
                    <a:pt x="6344" y="913"/>
                    <a:pt x="6305" y="911"/>
                  </a:cubicBezTo>
                  <a:cubicBezTo>
                    <a:pt x="5638" y="878"/>
                    <a:pt x="5338" y="611"/>
                    <a:pt x="5104" y="444"/>
                  </a:cubicBezTo>
                  <a:cubicBezTo>
                    <a:pt x="4938" y="344"/>
                    <a:pt x="4771" y="211"/>
                    <a:pt x="4537" y="177"/>
                  </a:cubicBezTo>
                  <a:cubicBezTo>
                    <a:pt x="4486" y="163"/>
                    <a:pt x="4432" y="156"/>
                    <a:pt x="4375" y="156"/>
                  </a:cubicBezTo>
                  <a:cubicBezTo>
                    <a:pt x="4172" y="156"/>
                    <a:pt x="3938" y="240"/>
                    <a:pt x="3703" y="344"/>
                  </a:cubicBezTo>
                  <a:cubicBezTo>
                    <a:pt x="3470" y="411"/>
                    <a:pt x="3203" y="511"/>
                    <a:pt x="3036" y="511"/>
                  </a:cubicBezTo>
                  <a:cubicBezTo>
                    <a:pt x="2970" y="511"/>
                    <a:pt x="2936" y="444"/>
                    <a:pt x="2803" y="378"/>
                  </a:cubicBezTo>
                  <a:cubicBezTo>
                    <a:pt x="2565" y="229"/>
                    <a:pt x="2273" y="0"/>
                    <a:pt x="1715" y="0"/>
                  </a:cubicBezTo>
                  <a:close/>
                </a:path>
              </a:pathLst>
            </a:custGeom>
            <a:solidFill>
              <a:srgbClr val="130C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5"/>
            <p:cNvSpPr/>
            <p:nvPr/>
          </p:nvSpPr>
          <p:spPr>
            <a:xfrm>
              <a:off x="3187450" y="878575"/>
              <a:ext cx="950700" cy="590800"/>
            </a:xfrm>
            <a:custGeom>
              <a:rect b="b" l="l" r="r" t="t"/>
              <a:pathLst>
                <a:path extrusionOk="0" h="23632" w="38028">
                  <a:moveTo>
                    <a:pt x="5538" y="0"/>
                  </a:moveTo>
                  <a:cubicBezTo>
                    <a:pt x="2936" y="0"/>
                    <a:pt x="701" y="1835"/>
                    <a:pt x="167" y="4337"/>
                  </a:cubicBezTo>
                  <a:cubicBezTo>
                    <a:pt x="100" y="4704"/>
                    <a:pt x="34" y="5071"/>
                    <a:pt x="34" y="5471"/>
                  </a:cubicBezTo>
                  <a:cubicBezTo>
                    <a:pt x="0" y="7572"/>
                    <a:pt x="1168" y="9374"/>
                    <a:pt x="2936" y="10341"/>
                  </a:cubicBezTo>
                  <a:cubicBezTo>
                    <a:pt x="2636" y="11242"/>
                    <a:pt x="2469" y="12242"/>
                    <a:pt x="2469" y="13243"/>
                  </a:cubicBezTo>
                  <a:cubicBezTo>
                    <a:pt x="2469" y="14678"/>
                    <a:pt x="2769" y="15945"/>
                    <a:pt x="3303" y="17179"/>
                  </a:cubicBezTo>
                  <a:cubicBezTo>
                    <a:pt x="3636" y="17947"/>
                    <a:pt x="4103" y="18714"/>
                    <a:pt x="4637" y="19381"/>
                  </a:cubicBezTo>
                  <a:cubicBezTo>
                    <a:pt x="5971" y="21049"/>
                    <a:pt x="7873" y="22250"/>
                    <a:pt x="10041" y="22750"/>
                  </a:cubicBezTo>
                  <a:cubicBezTo>
                    <a:pt x="12386" y="23367"/>
                    <a:pt x="14635" y="23632"/>
                    <a:pt x="16766" y="23632"/>
                  </a:cubicBezTo>
                  <a:cubicBezTo>
                    <a:pt x="29487" y="23632"/>
                    <a:pt x="38028" y="14211"/>
                    <a:pt x="38028" y="14211"/>
                  </a:cubicBezTo>
                  <a:lnTo>
                    <a:pt x="16445" y="4437"/>
                  </a:lnTo>
                  <a:lnTo>
                    <a:pt x="8039" y="567"/>
                  </a:lnTo>
                  <a:cubicBezTo>
                    <a:pt x="7873" y="467"/>
                    <a:pt x="7773" y="401"/>
                    <a:pt x="7606" y="367"/>
                  </a:cubicBezTo>
                  <a:lnTo>
                    <a:pt x="7539" y="367"/>
                  </a:lnTo>
                  <a:cubicBezTo>
                    <a:pt x="6939" y="100"/>
                    <a:pt x="6272" y="0"/>
                    <a:pt x="5538" y="0"/>
                  </a:cubicBezTo>
                  <a:close/>
                </a:path>
              </a:pathLst>
            </a:custGeom>
            <a:solidFill>
              <a:srgbClr val="C40E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5"/>
            <p:cNvSpPr/>
            <p:nvPr/>
          </p:nvSpPr>
          <p:spPr>
            <a:xfrm>
              <a:off x="4098925" y="1233825"/>
              <a:ext cx="381125" cy="279400"/>
            </a:xfrm>
            <a:custGeom>
              <a:rect b="b" l="l" r="r" t="t"/>
              <a:pathLst>
                <a:path extrusionOk="0" h="11176" w="15245">
                  <a:moveTo>
                    <a:pt x="1569" y="1"/>
                  </a:moveTo>
                  <a:lnTo>
                    <a:pt x="968" y="534"/>
                  </a:lnTo>
                  <a:lnTo>
                    <a:pt x="1" y="1502"/>
                  </a:lnTo>
                  <a:lnTo>
                    <a:pt x="8440" y="11008"/>
                  </a:lnTo>
                  <a:lnTo>
                    <a:pt x="8607" y="11175"/>
                  </a:lnTo>
                  <a:lnTo>
                    <a:pt x="15245" y="5571"/>
                  </a:lnTo>
                  <a:lnTo>
                    <a:pt x="1569" y="1"/>
                  </a:lnTo>
                  <a:close/>
                </a:path>
              </a:pathLst>
            </a:custGeom>
            <a:solidFill>
              <a:srgbClr val="C40E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5"/>
            <p:cNvSpPr/>
            <p:nvPr/>
          </p:nvSpPr>
          <p:spPr>
            <a:xfrm>
              <a:off x="3449300" y="1040600"/>
              <a:ext cx="725550" cy="256100"/>
            </a:xfrm>
            <a:custGeom>
              <a:rect b="b" l="l" r="r" t="t"/>
              <a:pathLst>
                <a:path extrusionOk="0" h="10244" w="29022">
                  <a:moveTo>
                    <a:pt x="5154" y="0"/>
                  </a:moveTo>
                  <a:cubicBezTo>
                    <a:pt x="4260" y="0"/>
                    <a:pt x="3374" y="195"/>
                    <a:pt x="2502" y="724"/>
                  </a:cubicBezTo>
                  <a:cubicBezTo>
                    <a:pt x="1001" y="1625"/>
                    <a:pt x="1" y="3293"/>
                    <a:pt x="1" y="5061"/>
                  </a:cubicBezTo>
                  <a:cubicBezTo>
                    <a:pt x="1" y="7796"/>
                    <a:pt x="2169" y="10065"/>
                    <a:pt x="4871" y="10231"/>
                  </a:cubicBezTo>
                  <a:cubicBezTo>
                    <a:pt x="5252" y="10239"/>
                    <a:pt x="5632" y="10243"/>
                    <a:pt x="6011" y="10243"/>
                  </a:cubicBezTo>
                  <a:cubicBezTo>
                    <a:pt x="18405" y="10243"/>
                    <a:pt x="29021" y="6128"/>
                    <a:pt x="29021" y="6128"/>
                  </a:cubicBezTo>
                  <a:cubicBezTo>
                    <a:pt x="28221" y="5928"/>
                    <a:pt x="27453" y="5728"/>
                    <a:pt x="26686" y="5495"/>
                  </a:cubicBezTo>
                  <a:cubicBezTo>
                    <a:pt x="23517" y="4627"/>
                    <a:pt x="20282" y="3793"/>
                    <a:pt x="17079" y="2926"/>
                  </a:cubicBezTo>
                  <a:cubicBezTo>
                    <a:pt x="14144" y="2126"/>
                    <a:pt x="11209" y="1325"/>
                    <a:pt x="8240" y="558"/>
                  </a:cubicBezTo>
                  <a:cubicBezTo>
                    <a:pt x="7208" y="255"/>
                    <a:pt x="6176" y="0"/>
                    <a:pt x="5154" y="0"/>
                  </a:cubicBezTo>
                  <a:close/>
                </a:path>
              </a:pathLst>
            </a:custGeom>
            <a:solidFill>
              <a:srgbClr val="DB1F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5"/>
            <p:cNvSpPr/>
            <p:nvPr/>
          </p:nvSpPr>
          <p:spPr>
            <a:xfrm>
              <a:off x="3187450" y="967800"/>
              <a:ext cx="170150" cy="340275"/>
            </a:xfrm>
            <a:custGeom>
              <a:rect b="b" l="l" r="r" t="t"/>
              <a:pathLst>
                <a:path extrusionOk="0" h="13611" w="6806">
                  <a:moveTo>
                    <a:pt x="4537" y="1"/>
                  </a:moveTo>
                  <a:lnTo>
                    <a:pt x="4537" y="1"/>
                  </a:lnTo>
                  <a:cubicBezTo>
                    <a:pt x="3436" y="870"/>
                    <a:pt x="2496" y="1155"/>
                    <a:pt x="1732" y="1155"/>
                  </a:cubicBezTo>
                  <a:cubicBezTo>
                    <a:pt x="1060" y="1155"/>
                    <a:pt x="524" y="935"/>
                    <a:pt x="134" y="701"/>
                  </a:cubicBezTo>
                  <a:cubicBezTo>
                    <a:pt x="34" y="1101"/>
                    <a:pt x="0" y="1468"/>
                    <a:pt x="0" y="1869"/>
                  </a:cubicBezTo>
                  <a:cubicBezTo>
                    <a:pt x="0" y="4003"/>
                    <a:pt x="1168" y="5805"/>
                    <a:pt x="2936" y="6772"/>
                  </a:cubicBezTo>
                  <a:cubicBezTo>
                    <a:pt x="2636" y="7673"/>
                    <a:pt x="2469" y="8673"/>
                    <a:pt x="2469" y="9674"/>
                  </a:cubicBezTo>
                  <a:cubicBezTo>
                    <a:pt x="2469" y="11109"/>
                    <a:pt x="2769" y="12376"/>
                    <a:pt x="3303" y="13610"/>
                  </a:cubicBezTo>
                  <a:cubicBezTo>
                    <a:pt x="2169" y="10041"/>
                    <a:pt x="4203" y="6839"/>
                    <a:pt x="4203" y="6839"/>
                  </a:cubicBezTo>
                  <a:cubicBezTo>
                    <a:pt x="5538" y="5505"/>
                    <a:pt x="4037" y="3803"/>
                    <a:pt x="4037" y="3803"/>
                  </a:cubicBezTo>
                  <a:cubicBezTo>
                    <a:pt x="6805" y="2169"/>
                    <a:pt x="4537" y="1"/>
                    <a:pt x="4537" y="1"/>
                  </a:cubicBezTo>
                  <a:close/>
                </a:path>
              </a:pathLst>
            </a:custGeom>
            <a:solidFill>
              <a:srgbClr val="130C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5"/>
            <p:cNvSpPr/>
            <p:nvPr/>
          </p:nvSpPr>
          <p:spPr>
            <a:xfrm>
              <a:off x="3207450" y="790725"/>
              <a:ext cx="296925" cy="152925"/>
            </a:xfrm>
            <a:custGeom>
              <a:rect b="b" l="l" r="r" t="t"/>
              <a:pathLst>
                <a:path extrusionOk="0" h="6117" w="11877">
                  <a:moveTo>
                    <a:pt x="10978" y="1"/>
                  </a:moveTo>
                  <a:cubicBezTo>
                    <a:pt x="8285" y="1"/>
                    <a:pt x="5652" y="1166"/>
                    <a:pt x="3370" y="2547"/>
                  </a:cubicBezTo>
                  <a:cubicBezTo>
                    <a:pt x="2670" y="2947"/>
                    <a:pt x="2002" y="3381"/>
                    <a:pt x="1435" y="3948"/>
                  </a:cubicBezTo>
                  <a:cubicBezTo>
                    <a:pt x="868" y="4548"/>
                    <a:pt x="168" y="5349"/>
                    <a:pt x="1" y="6116"/>
                  </a:cubicBezTo>
                  <a:cubicBezTo>
                    <a:pt x="568" y="5916"/>
                    <a:pt x="1402" y="5616"/>
                    <a:pt x="2002" y="5416"/>
                  </a:cubicBezTo>
                  <a:cubicBezTo>
                    <a:pt x="2670" y="5149"/>
                    <a:pt x="3337" y="5015"/>
                    <a:pt x="4004" y="4915"/>
                  </a:cubicBezTo>
                  <a:cubicBezTo>
                    <a:pt x="4213" y="4876"/>
                    <a:pt x="4438" y="4862"/>
                    <a:pt x="4666" y="4862"/>
                  </a:cubicBezTo>
                  <a:cubicBezTo>
                    <a:pt x="5019" y="4862"/>
                    <a:pt x="5381" y="4895"/>
                    <a:pt x="5705" y="4915"/>
                  </a:cubicBezTo>
                  <a:cubicBezTo>
                    <a:pt x="5943" y="4915"/>
                    <a:pt x="6179" y="4913"/>
                    <a:pt x="6412" y="4913"/>
                  </a:cubicBezTo>
                  <a:cubicBezTo>
                    <a:pt x="6994" y="4913"/>
                    <a:pt x="7559" y="4930"/>
                    <a:pt x="8107" y="5049"/>
                  </a:cubicBezTo>
                  <a:cubicBezTo>
                    <a:pt x="7940" y="4248"/>
                    <a:pt x="8407" y="3281"/>
                    <a:pt x="8907" y="2680"/>
                  </a:cubicBezTo>
                  <a:cubicBezTo>
                    <a:pt x="9441" y="2013"/>
                    <a:pt x="10208" y="1513"/>
                    <a:pt x="11042" y="1279"/>
                  </a:cubicBezTo>
                  <a:cubicBezTo>
                    <a:pt x="10813" y="1214"/>
                    <a:pt x="10588" y="1184"/>
                    <a:pt x="10365" y="1184"/>
                  </a:cubicBezTo>
                  <a:cubicBezTo>
                    <a:pt x="9906" y="1184"/>
                    <a:pt x="9457" y="1311"/>
                    <a:pt x="9007" y="1513"/>
                  </a:cubicBezTo>
                  <a:cubicBezTo>
                    <a:pt x="9875" y="746"/>
                    <a:pt x="10842" y="412"/>
                    <a:pt x="11876" y="45"/>
                  </a:cubicBezTo>
                  <a:cubicBezTo>
                    <a:pt x="11576" y="15"/>
                    <a:pt x="11277" y="1"/>
                    <a:pt x="10978" y="1"/>
                  </a:cubicBezTo>
                  <a:close/>
                </a:path>
              </a:pathLst>
            </a:custGeom>
            <a:solidFill>
              <a:srgbClr val="C40E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5"/>
            <p:cNvSpPr/>
            <p:nvPr/>
          </p:nvSpPr>
          <p:spPr>
            <a:xfrm>
              <a:off x="4098925" y="1247175"/>
              <a:ext cx="211025" cy="261875"/>
            </a:xfrm>
            <a:custGeom>
              <a:rect b="b" l="l" r="r" t="t"/>
              <a:pathLst>
                <a:path extrusionOk="0" h="10475" w="8441">
                  <a:moveTo>
                    <a:pt x="968" y="0"/>
                  </a:moveTo>
                  <a:lnTo>
                    <a:pt x="1" y="968"/>
                  </a:lnTo>
                  <a:lnTo>
                    <a:pt x="8440" y="10474"/>
                  </a:lnTo>
                  <a:lnTo>
                    <a:pt x="968" y="0"/>
                  </a:lnTo>
                  <a:close/>
                </a:path>
              </a:pathLst>
            </a:custGeom>
            <a:solidFill>
              <a:srgbClr val="130C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5"/>
            <p:cNvSpPr/>
            <p:nvPr/>
          </p:nvSpPr>
          <p:spPr>
            <a:xfrm>
              <a:off x="3257500" y="1007825"/>
              <a:ext cx="37550" cy="36725"/>
            </a:xfrm>
            <a:custGeom>
              <a:rect b="b" l="l" r="r" t="t"/>
              <a:pathLst>
                <a:path extrusionOk="0" h="1469" w="1502">
                  <a:moveTo>
                    <a:pt x="734" y="1"/>
                  </a:moveTo>
                  <a:cubicBezTo>
                    <a:pt x="334" y="1"/>
                    <a:pt x="0" y="301"/>
                    <a:pt x="0" y="735"/>
                  </a:cubicBezTo>
                  <a:cubicBezTo>
                    <a:pt x="0" y="1135"/>
                    <a:pt x="334" y="1468"/>
                    <a:pt x="734" y="1468"/>
                  </a:cubicBezTo>
                  <a:cubicBezTo>
                    <a:pt x="1168" y="1468"/>
                    <a:pt x="1501" y="1135"/>
                    <a:pt x="1501" y="735"/>
                  </a:cubicBezTo>
                  <a:cubicBezTo>
                    <a:pt x="1501" y="301"/>
                    <a:pt x="1168" y="1"/>
                    <a:pt x="734" y="1"/>
                  </a:cubicBezTo>
                  <a:close/>
                </a:path>
              </a:pathLst>
            </a:custGeom>
            <a:solidFill>
              <a:srgbClr val="3B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5"/>
            <p:cNvSpPr/>
            <p:nvPr/>
          </p:nvSpPr>
          <p:spPr>
            <a:xfrm>
              <a:off x="3275000" y="1013675"/>
              <a:ext cx="13375" cy="12525"/>
            </a:xfrm>
            <a:custGeom>
              <a:rect b="b" l="l" r="r" t="t"/>
              <a:pathLst>
                <a:path extrusionOk="0" h="501" w="535">
                  <a:moveTo>
                    <a:pt x="268" y="0"/>
                  </a:moveTo>
                  <a:cubicBezTo>
                    <a:pt x="134" y="0"/>
                    <a:pt x="1" y="134"/>
                    <a:pt x="1" y="267"/>
                  </a:cubicBezTo>
                  <a:cubicBezTo>
                    <a:pt x="1" y="367"/>
                    <a:pt x="168" y="501"/>
                    <a:pt x="301" y="501"/>
                  </a:cubicBezTo>
                  <a:cubicBezTo>
                    <a:pt x="435" y="501"/>
                    <a:pt x="535" y="367"/>
                    <a:pt x="535" y="267"/>
                  </a:cubicBezTo>
                  <a:cubicBezTo>
                    <a:pt x="535" y="67"/>
                    <a:pt x="368" y="0"/>
                    <a:pt x="2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5"/>
            <p:cNvSpPr/>
            <p:nvPr/>
          </p:nvSpPr>
          <p:spPr>
            <a:xfrm>
              <a:off x="3265825" y="1029500"/>
              <a:ext cx="8375" cy="8375"/>
            </a:xfrm>
            <a:custGeom>
              <a:rect b="b" l="l" r="r" t="t"/>
              <a:pathLst>
                <a:path extrusionOk="0" h="335" w="335">
                  <a:moveTo>
                    <a:pt x="168" y="1"/>
                  </a:moveTo>
                  <a:cubicBezTo>
                    <a:pt x="68" y="1"/>
                    <a:pt x="1" y="68"/>
                    <a:pt x="1" y="168"/>
                  </a:cubicBezTo>
                  <a:cubicBezTo>
                    <a:pt x="1" y="234"/>
                    <a:pt x="68" y="335"/>
                    <a:pt x="168" y="335"/>
                  </a:cubicBezTo>
                  <a:cubicBezTo>
                    <a:pt x="234" y="335"/>
                    <a:pt x="335" y="234"/>
                    <a:pt x="335" y="168"/>
                  </a:cubicBezTo>
                  <a:cubicBezTo>
                    <a:pt x="335" y="68"/>
                    <a:pt x="234" y="1"/>
                    <a:pt x="1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5"/>
            <p:cNvSpPr/>
            <p:nvPr/>
          </p:nvSpPr>
          <p:spPr>
            <a:xfrm>
              <a:off x="3112400" y="1041175"/>
              <a:ext cx="154300" cy="86100"/>
            </a:xfrm>
            <a:custGeom>
              <a:rect b="b" l="l" r="r" t="t"/>
              <a:pathLst>
                <a:path extrusionOk="0" h="3444" w="6172">
                  <a:moveTo>
                    <a:pt x="4537" y="1"/>
                  </a:moveTo>
                  <a:lnTo>
                    <a:pt x="0" y="3270"/>
                  </a:lnTo>
                  <a:cubicBezTo>
                    <a:pt x="0" y="3270"/>
                    <a:pt x="1374" y="3443"/>
                    <a:pt x="2681" y="3443"/>
                  </a:cubicBezTo>
                  <a:cubicBezTo>
                    <a:pt x="3597" y="3443"/>
                    <a:pt x="4480" y="3358"/>
                    <a:pt x="4837" y="3070"/>
                  </a:cubicBezTo>
                  <a:cubicBezTo>
                    <a:pt x="6171" y="2002"/>
                    <a:pt x="4537" y="1"/>
                    <a:pt x="4537" y="1"/>
                  </a:cubicBezTo>
                  <a:close/>
                </a:path>
              </a:pathLst>
            </a:custGeom>
            <a:solidFill>
              <a:srgbClr val="B00C0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5"/>
            <p:cNvSpPr/>
            <p:nvPr/>
          </p:nvSpPr>
          <p:spPr>
            <a:xfrm>
              <a:off x="3112400" y="1026175"/>
              <a:ext cx="141775" cy="95925"/>
            </a:xfrm>
            <a:custGeom>
              <a:rect b="b" l="l" r="r" t="t"/>
              <a:pathLst>
                <a:path extrusionOk="0" h="3837" w="5671">
                  <a:moveTo>
                    <a:pt x="3002" y="1"/>
                  </a:moveTo>
                  <a:cubicBezTo>
                    <a:pt x="3002" y="1"/>
                    <a:pt x="1301" y="868"/>
                    <a:pt x="0" y="3837"/>
                  </a:cubicBezTo>
                  <a:lnTo>
                    <a:pt x="4437" y="1668"/>
                  </a:lnTo>
                  <a:cubicBezTo>
                    <a:pt x="4437" y="1668"/>
                    <a:pt x="5671" y="334"/>
                    <a:pt x="3002" y="1"/>
                  </a:cubicBezTo>
                  <a:close/>
                </a:path>
              </a:pathLst>
            </a:custGeom>
            <a:solidFill>
              <a:srgbClr val="D541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 name="Google Shape;434;p25"/>
          <p:cNvGrpSpPr/>
          <p:nvPr/>
        </p:nvGrpSpPr>
        <p:grpSpPr>
          <a:xfrm>
            <a:off x="2848104" y="1396638"/>
            <a:ext cx="1266775" cy="842850"/>
            <a:chOff x="3162425" y="2330725"/>
            <a:chExt cx="1266775" cy="842850"/>
          </a:xfrm>
        </p:grpSpPr>
        <p:sp>
          <p:nvSpPr>
            <p:cNvPr id="435" name="Google Shape;435;p25"/>
            <p:cNvSpPr/>
            <p:nvPr/>
          </p:nvSpPr>
          <p:spPr>
            <a:xfrm>
              <a:off x="4045550" y="2881675"/>
              <a:ext cx="383650" cy="238525"/>
            </a:xfrm>
            <a:custGeom>
              <a:rect b="b" l="l" r="r" t="t"/>
              <a:pathLst>
                <a:path extrusionOk="0" h="9541" w="15346">
                  <a:moveTo>
                    <a:pt x="2369" y="0"/>
                  </a:moveTo>
                  <a:lnTo>
                    <a:pt x="2369" y="0"/>
                  </a:lnTo>
                  <a:cubicBezTo>
                    <a:pt x="2403" y="1034"/>
                    <a:pt x="2069" y="1768"/>
                    <a:pt x="1669" y="2269"/>
                  </a:cubicBezTo>
                  <a:cubicBezTo>
                    <a:pt x="968" y="3103"/>
                    <a:pt x="1" y="3303"/>
                    <a:pt x="1" y="3303"/>
                  </a:cubicBezTo>
                  <a:lnTo>
                    <a:pt x="8874" y="8540"/>
                  </a:lnTo>
                  <a:lnTo>
                    <a:pt x="7840" y="6171"/>
                  </a:lnTo>
                  <a:lnTo>
                    <a:pt x="15012" y="9541"/>
                  </a:lnTo>
                  <a:lnTo>
                    <a:pt x="15012" y="9541"/>
                  </a:lnTo>
                  <a:lnTo>
                    <a:pt x="14311" y="7673"/>
                  </a:lnTo>
                  <a:lnTo>
                    <a:pt x="15345" y="6638"/>
                  </a:lnTo>
                  <a:lnTo>
                    <a:pt x="2369" y="0"/>
                  </a:lnTo>
                  <a:close/>
                </a:path>
              </a:pathLst>
            </a:custGeom>
            <a:solidFill>
              <a:srgbClr val="4C4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5"/>
            <p:cNvSpPr/>
            <p:nvPr/>
          </p:nvSpPr>
          <p:spPr>
            <a:xfrm>
              <a:off x="3619425" y="2820175"/>
              <a:ext cx="162650" cy="326700"/>
            </a:xfrm>
            <a:custGeom>
              <a:rect b="b" l="l" r="r" t="t"/>
              <a:pathLst>
                <a:path extrusionOk="0" h="13068" w="6506">
                  <a:moveTo>
                    <a:pt x="6051" y="1"/>
                  </a:moveTo>
                  <a:cubicBezTo>
                    <a:pt x="5887" y="1"/>
                    <a:pt x="5722" y="82"/>
                    <a:pt x="5671" y="259"/>
                  </a:cubicBezTo>
                  <a:lnTo>
                    <a:pt x="67" y="12468"/>
                  </a:lnTo>
                  <a:cubicBezTo>
                    <a:pt x="0" y="12668"/>
                    <a:pt x="67" y="12935"/>
                    <a:pt x="267" y="13001"/>
                  </a:cubicBezTo>
                  <a:cubicBezTo>
                    <a:pt x="334" y="13068"/>
                    <a:pt x="401" y="13068"/>
                    <a:pt x="434" y="13068"/>
                  </a:cubicBezTo>
                  <a:cubicBezTo>
                    <a:pt x="601" y="13068"/>
                    <a:pt x="734" y="12968"/>
                    <a:pt x="834" y="12801"/>
                  </a:cubicBezTo>
                  <a:lnTo>
                    <a:pt x="6405" y="592"/>
                  </a:lnTo>
                  <a:cubicBezTo>
                    <a:pt x="6505" y="359"/>
                    <a:pt x="6405" y="125"/>
                    <a:pt x="6205" y="25"/>
                  </a:cubicBezTo>
                  <a:cubicBezTo>
                    <a:pt x="6156" y="9"/>
                    <a:pt x="6104" y="1"/>
                    <a:pt x="6051" y="1"/>
                  </a:cubicBezTo>
                  <a:close/>
                </a:path>
              </a:pathLst>
            </a:custGeom>
            <a:solidFill>
              <a:srgbClr val="1011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5"/>
            <p:cNvSpPr/>
            <p:nvPr/>
          </p:nvSpPr>
          <p:spPr>
            <a:xfrm>
              <a:off x="3466825" y="3122450"/>
              <a:ext cx="298550" cy="51125"/>
            </a:xfrm>
            <a:custGeom>
              <a:rect b="b" l="l" r="r" t="t"/>
              <a:pathLst>
                <a:path extrusionOk="0" h="2045" w="11942">
                  <a:moveTo>
                    <a:pt x="2413" y="1"/>
                  </a:moveTo>
                  <a:cubicBezTo>
                    <a:pt x="2335" y="1"/>
                    <a:pt x="2254" y="4"/>
                    <a:pt x="2168" y="10"/>
                  </a:cubicBezTo>
                  <a:cubicBezTo>
                    <a:pt x="934" y="43"/>
                    <a:pt x="467" y="677"/>
                    <a:pt x="167" y="1044"/>
                  </a:cubicBezTo>
                  <a:lnTo>
                    <a:pt x="133" y="1077"/>
                  </a:lnTo>
                  <a:cubicBezTo>
                    <a:pt x="0" y="1244"/>
                    <a:pt x="33" y="1544"/>
                    <a:pt x="200" y="1677"/>
                  </a:cubicBezTo>
                  <a:cubicBezTo>
                    <a:pt x="261" y="1726"/>
                    <a:pt x="341" y="1748"/>
                    <a:pt x="423" y="1748"/>
                  </a:cubicBezTo>
                  <a:cubicBezTo>
                    <a:pt x="565" y="1748"/>
                    <a:pt x="716" y="1683"/>
                    <a:pt x="801" y="1577"/>
                  </a:cubicBezTo>
                  <a:lnTo>
                    <a:pt x="834" y="1544"/>
                  </a:lnTo>
                  <a:cubicBezTo>
                    <a:pt x="1101" y="1210"/>
                    <a:pt x="1334" y="877"/>
                    <a:pt x="2168" y="844"/>
                  </a:cubicBezTo>
                  <a:cubicBezTo>
                    <a:pt x="2226" y="841"/>
                    <a:pt x="2281" y="839"/>
                    <a:pt x="2333" y="839"/>
                  </a:cubicBezTo>
                  <a:cubicBezTo>
                    <a:pt x="2887" y="839"/>
                    <a:pt x="3162" y="994"/>
                    <a:pt x="3436" y="1177"/>
                  </a:cubicBezTo>
                  <a:cubicBezTo>
                    <a:pt x="3669" y="1344"/>
                    <a:pt x="3936" y="1511"/>
                    <a:pt x="4303" y="1511"/>
                  </a:cubicBezTo>
                  <a:cubicBezTo>
                    <a:pt x="4338" y="1514"/>
                    <a:pt x="4374" y="1515"/>
                    <a:pt x="4410" y="1515"/>
                  </a:cubicBezTo>
                  <a:cubicBezTo>
                    <a:pt x="4790" y="1515"/>
                    <a:pt x="5242" y="1363"/>
                    <a:pt x="5637" y="1210"/>
                  </a:cubicBezTo>
                  <a:cubicBezTo>
                    <a:pt x="5871" y="1144"/>
                    <a:pt x="6204" y="1010"/>
                    <a:pt x="6338" y="1010"/>
                  </a:cubicBezTo>
                  <a:cubicBezTo>
                    <a:pt x="6371" y="1044"/>
                    <a:pt x="6538" y="1144"/>
                    <a:pt x="6638" y="1210"/>
                  </a:cubicBezTo>
                  <a:cubicBezTo>
                    <a:pt x="7038" y="1511"/>
                    <a:pt x="7639" y="1978"/>
                    <a:pt x="8940" y="2044"/>
                  </a:cubicBezTo>
                  <a:lnTo>
                    <a:pt x="9173" y="2044"/>
                  </a:lnTo>
                  <a:cubicBezTo>
                    <a:pt x="10842" y="2044"/>
                    <a:pt x="11677" y="1210"/>
                    <a:pt x="11771" y="1210"/>
                  </a:cubicBezTo>
                  <a:cubicBezTo>
                    <a:pt x="11772" y="1210"/>
                    <a:pt x="11774" y="1210"/>
                    <a:pt x="11775" y="1210"/>
                  </a:cubicBezTo>
                  <a:cubicBezTo>
                    <a:pt x="11942" y="1044"/>
                    <a:pt x="11942" y="777"/>
                    <a:pt x="11775" y="610"/>
                  </a:cubicBezTo>
                  <a:cubicBezTo>
                    <a:pt x="11692" y="527"/>
                    <a:pt x="11583" y="485"/>
                    <a:pt x="11475" y="485"/>
                  </a:cubicBezTo>
                  <a:cubicBezTo>
                    <a:pt x="11366" y="485"/>
                    <a:pt x="11258" y="527"/>
                    <a:pt x="11175" y="610"/>
                  </a:cubicBezTo>
                  <a:cubicBezTo>
                    <a:pt x="11144" y="672"/>
                    <a:pt x="10564" y="1254"/>
                    <a:pt x="9301" y="1254"/>
                  </a:cubicBezTo>
                  <a:cubicBezTo>
                    <a:pt x="9207" y="1254"/>
                    <a:pt x="9109" y="1251"/>
                    <a:pt x="9006" y="1244"/>
                  </a:cubicBezTo>
                  <a:cubicBezTo>
                    <a:pt x="7972" y="1210"/>
                    <a:pt x="7539" y="877"/>
                    <a:pt x="7172" y="577"/>
                  </a:cubicBezTo>
                  <a:cubicBezTo>
                    <a:pt x="6972" y="410"/>
                    <a:pt x="6772" y="243"/>
                    <a:pt x="6505" y="210"/>
                  </a:cubicBezTo>
                  <a:cubicBezTo>
                    <a:pt x="6462" y="205"/>
                    <a:pt x="6418" y="203"/>
                    <a:pt x="6374" y="203"/>
                  </a:cubicBezTo>
                  <a:cubicBezTo>
                    <a:pt x="6075" y="203"/>
                    <a:pt x="5748" y="298"/>
                    <a:pt x="5371" y="443"/>
                  </a:cubicBezTo>
                  <a:cubicBezTo>
                    <a:pt x="5037" y="577"/>
                    <a:pt x="4670" y="710"/>
                    <a:pt x="4370" y="710"/>
                  </a:cubicBezTo>
                  <a:cubicBezTo>
                    <a:pt x="4203" y="710"/>
                    <a:pt x="4136" y="643"/>
                    <a:pt x="3936" y="510"/>
                  </a:cubicBezTo>
                  <a:cubicBezTo>
                    <a:pt x="3632" y="297"/>
                    <a:pt x="3217" y="1"/>
                    <a:pt x="2413" y="1"/>
                  </a:cubicBezTo>
                  <a:close/>
                </a:path>
              </a:pathLst>
            </a:custGeom>
            <a:solidFill>
              <a:srgbClr val="1011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5"/>
            <p:cNvSpPr/>
            <p:nvPr/>
          </p:nvSpPr>
          <p:spPr>
            <a:xfrm>
              <a:off x="3275850" y="2330725"/>
              <a:ext cx="896500" cy="656650"/>
            </a:xfrm>
            <a:custGeom>
              <a:rect b="b" l="l" r="r" t="t"/>
              <a:pathLst>
                <a:path extrusionOk="0" h="26266" w="35860">
                  <a:moveTo>
                    <a:pt x="5516" y="0"/>
                  </a:moveTo>
                  <a:cubicBezTo>
                    <a:pt x="5150" y="0"/>
                    <a:pt x="4970" y="56"/>
                    <a:pt x="4970" y="56"/>
                  </a:cubicBezTo>
                  <a:cubicBezTo>
                    <a:pt x="3369" y="156"/>
                    <a:pt x="1835" y="990"/>
                    <a:pt x="968" y="2324"/>
                  </a:cubicBezTo>
                  <a:cubicBezTo>
                    <a:pt x="934" y="2391"/>
                    <a:pt x="868" y="2491"/>
                    <a:pt x="801" y="2524"/>
                  </a:cubicBezTo>
                  <a:cubicBezTo>
                    <a:pt x="367" y="3292"/>
                    <a:pt x="167" y="4126"/>
                    <a:pt x="100" y="4959"/>
                  </a:cubicBezTo>
                  <a:cubicBezTo>
                    <a:pt x="67" y="5226"/>
                    <a:pt x="0" y="5560"/>
                    <a:pt x="0" y="5860"/>
                  </a:cubicBezTo>
                  <a:lnTo>
                    <a:pt x="0" y="6060"/>
                  </a:lnTo>
                  <a:cubicBezTo>
                    <a:pt x="0" y="6794"/>
                    <a:pt x="0" y="7495"/>
                    <a:pt x="67" y="8162"/>
                  </a:cubicBezTo>
                  <a:cubicBezTo>
                    <a:pt x="67" y="9863"/>
                    <a:pt x="100" y="11564"/>
                    <a:pt x="334" y="13232"/>
                  </a:cubicBezTo>
                  <a:cubicBezTo>
                    <a:pt x="334" y="13365"/>
                    <a:pt x="367" y="13532"/>
                    <a:pt x="434" y="13666"/>
                  </a:cubicBezTo>
                  <a:cubicBezTo>
                    <a:pt x="1635" y="21038"/>
                    <a:pt x="5171" y="22839"/>
                    <a:pt x="5171" y="22839"/>
                  </a:cubicBezTo>
                  <a:cubicBezTo>
                    <a:pt x="8499" y="25472"/>
                    <a:pt x="14025" y="26265"/>
                    <a:pt x="19455" y="26265"/>
                  </a:cubicBezTo>
                  <a:cubicBezTo>
                    <a:pt x="20010" y="26265"/>
                    <a:pt x="20564" y="26257"/>
                    <a:pt x="21115" y="26241"/>
                  </a:cubicBezTo>
                  <a:cubicBezTo>
                    <a:pt x="28787" y="26041"/>
                    <a:pt x="35859" y="24407"/>
                    <a:pt x="35859" y="24407"/>
                  </a:cubicBezTo>
                  <a:lnTo>
                    <a:pt x="18013" y="8329"/>
                  </a:lnTo>
                  <a:cubicBezTo>
                    <a:pt x="10924" y="791"/>
                    <a:pt x="6895" y="0"/>
                    <a:pt x="5516" y="0"/>
                  </a:cubicBezTo>
                  <a:close/>
                </a:path>
              </a:pathLst>
            </a:custGeom>
            <a:solidFill>
              <a:srgbClr val="4C4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5"/>
            <p:cNvSpPr/>
            <p:nvPr/>
          </p:nvSpPr>
          <p:spPr>
            <a:xfrm>
              <a:off x="3275850" y="2380650"/>
              <a:ext cx="236850" cy="291725"/>
            </a:xfrm>
            <a:custGeom>
              <a:rect b="b" l="l" r="r" t="t"/>
              <a:pathLst>
                <a:path extrusionOk="0" h="11669" w="9474">
                  <a:moveTo>
                    <a:pt x="5367" y="1"/>
                  </a:moveTo>
                  <a:cubicBezTo>
                    <a:pt x="2800" y="1"/>
                    <a:pt x="1368" y="1528"/>
                    <a:pt x="1368" y="1528"/>
                  </a:cubicBezTo>
                  <a:lnTo>
                    <a:pt x="100" y="2996"/>
                  </a:lnTo>
                  <a:cubicBezTo>
                    <a:pt x="67" y="3229"/>
                    <a:pt x="0" y="3563"/>
                    <a:pt x="0" y="3863"/>
                  </a:cubicBezTo>
                  <a:lnTo>
                    <a:pt x="0" y="4063"/>
                  </a:lnTo>
                  <a:cubicBezTo>
                    <a:pt x="0" y="4797"/>
                    <a:pt x="0" y="5498"/>
                    <a:pt x="67" y="6165"/>
                  </a:cubicBezTo>
                  <a:cubicBezTo>
                    <a:pt x="67" y="7866"/>
                    <a:pt x="100" y="9567"/>
                    <a:pt x="334" y="11235"/>
                  </a:cubicBezTo>
                  <a:cubicBezTo>
                    <a:pt x="334" y="11368"/>
                    <a:pt x="367" y="11535"/>
                    <a:pt x="434" y="11669"/>
                  </a:cubicBezTo>
                  <a:lnTo>
                    <a:pt x="3503" y="10868"/>
                  </a:lnTo>
                  <a:lnTo>
                    <a:pt x="5437" y="2462"/>
                  </a:lnTo>
                  <a:lnTo>
                    <a:pt x="9474" y="1195"/>
                  </a:lnTo>
                  <a:cubicBezTo>
                    <a:pt x="7895" y="307"/>
                    <a:pt x="6517" y="1"/>
                    <a:pt x="5367" y="1"/>
                  </a:cubicBezTo>
                  <a:close/>
                </a:path>
              </a:pathLst>
            </a:custGeom>
            <a:solidFill>
              <a:srgbClr val="3634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5"/>
            <p:cNvSpPr/>
            <p:nvPr/>
          </p:nvSpPr>
          <p:spPr>
            <a:xfrm>
              <a:off x="3275850" y="2389650"/>
              <a:ext cx="110100" cy="106775"/>
            </a:xfrm>
            <a:custGeom>
              <a:rect b="b" l="l" r="r" t="t"/>
              <a:pathLst>
                <a:path extrusionOk="0" h="4271" w="4404">
                  <a:moveTo>
                    <a:pt x="934" y="1"/>
                  </a:moveTo>
                  <a:cubicBezTo>
                    <a:pt x="901" y="101"/>
                    <a:pt x="834" y="167"/>
                    <a:pt x="767" y="201"/>
                  </a:cubicBezTo>
                  <a:cubicBezTo>
                    <a:pt x="234" y="1168"/>
                    <a:pt x="67" y="2336"/>
                    <a:pt x="0" y="3503"/>
                  </a:cubicBezTo>
                  <a:lnTo>
                    <a:pt x="0" y="3703"/>
                  </a:lnTo>
                  <a:lnTo>
                    <a:pt x="1635" y="4270"/>
                  </a:lnTo>
                  <a:cubicBezTo>
                    <a:pt x="1668" y="4104"/>
                    <a:pt x="4403" y="1835"/>
                    <a:pt x="934" y="1"/>
                  </a:cubicBezTo>
                  <a:close/>
                </a:path>
              </a:pathLst>
            </a:custGeom>
            <a:solidFill>
              <a:srgbClr val="E3EC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5"/>
            <p:cNvSpPr/>
            <p:nvPr/>
          </p:nvSpPr>
          <p:spPr>
            <a:xfrm>
              <a:off x="3162425" y="2434675"/>
              <a:ext cx="165150" cy="60075"/>
            </a:xfrm>
            <a:custGeom>
              <a:rect b="b" l="l" r="r" t="t"/>
              <a:pathLst>
                <a:path extrusionOk="0" h="2403" w="6606">
                  <a:moveTo>
                    <a:pt x="4704" y="1"/>
                  </a:moveTo>
                  <a:lnTo>
                    <a:pt x="1" y="2269"/>
                  </a:lnTo>
                  <a:lnTo>
                    <a:pt x="6172" y="2403"/>
                  </a:lnTo>
                  <a:cubicBezTo>
                    <a:pt x="6605" y="1369"/>
                    <a:pt x="5471" y="801"/>
                    <a:pt x="5271" y="468"/>
                  </a:cubicBezTo>
                  <a:cubicBezTo>
                    <a:pt x="5038" y="134"/>
                    <a:pt x="4704" y="1"/>
                    <a:pt x="4704" y="1"/>
                  </a:cubicBezTo>
                  <a:close/>
                </a:path>
              </a:pathLst>
            </a:custGeom>
            <a:solidFill>
              <a:srgbClr val="1011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5"/>
            <p:cNvSpPr/>
            <p:nvPr/>
          </p:nvSpPr>
          <p:spPr>
            <a:xfrm>
              <a:off x="4045550" y="2938375"/>
              <a:ext cx="221850" cy="156800"/>
            </a:xfrm>
            <a:custGeom>
              <a:rect b="b" l="l" r="r" t="t"/>
              <a:pathLst>
                <a:path extrusionOk="0" h="6272" w="8874">
                  <a:moveTo>
                    <a:pt x="1702" y="1"/>
                  </a:moveTo>
                  <a:cubicBezTo>
                    <a:pt x="1002" y="835"/>
                    <a:pt x="1" y="1035"/>
                    <a:pt x="1" y="1035"/>
                  </a:cubicBezTo>
                  <a:lnTo>
                    <a:pt x="8874" y="6272"/>
                  </a:lnTo>
                  <a:lnTo>
                    <a:pt x="7840" y="3903"/>
                  </a:lnTo>
                  <a:lnTo>
                    <a:pt x="1702" y="1"/>
                  </a:lnTo>
                  <a:close/>
                </a:path>
              </a:pathLst>
            </a:custGeom>
            <a:solidFill>
              <a:srgbClr val="1011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5"/>
            <p:cNvSpPr/>
            <p:nvPr/>
          </p:nvSpPr>
          <p:spPr>
            <a:xfrm>
              <a:off x="3283350" y="2529750"/>
              <a:ext cx="519550" cy="456775"/>
            </a:xfrm>
            <a:custGeom>
              <a:rect b="b" l="l" r="r" t="t"/>
              <a:pathLst>
                <a:path extrusionOk="0" h="18271" w="20782">
                  <a:moveTo>
                    <a:pt x="4704" y="1"/>
                  </a:moveTo>
                  <a:cubicBezTo>
                    <a:pt x="2135" y="1"/>
                    <a:pt x="0" y="2069"/>
                    <a:pt x="0" y="4704"/>
                  </a:cubicBezTo>
                  <a:cubicBezTo>
                    <a:pt x="34" y="4904"/>
                    <a:pt x="34" y="5071"/>
                    <a:pt x="34" y="5238"/>
                  </a:cubicBezTo>
                  <a:cubicBezTo>
                    <a:pt x="1135" y="12943"/>
                    <a:pt x="4837" y="14845"/>
                    <a:pt x="4837" y="14845"/>
                  </a:cubicBezTo>
                  <a:cubicBezTo>
                    <a:pt x="8166" y="17477"/>
                    <a:pt x="13691" y="18271"/>
                    <a:pt x="19122" y="18271"/>
                  </a:cubicBezTo>
                  <a:cubicBezTo>
                    <a:pt x="19677" y="18271"/>
                    <a:pt x="20231" y="18262"/>
                    <a:pt x="20782" y="18247"/>
                  </a:cubicBezTo>
                  <a:cubicBezTo>
                    <a:pt x="20182" y="17580"/>
                    <a:pt x="19614" y="16913"/>
                    <a:pt x="19014" y="16212"/>
                  </a:cubicBezTo>
                  <a:cubicBezTo>
                    <a:pt x="16379" y="13077"/>
                    <a:pt x="13877" y="9841"/>
                    <a:pt x="11542" y="6439"/>
                  </a:cubicBezTo>
                  <a:cubicBezTo>
                    <a:pt x="9841" y="4003"/>
                    <a:pt x="9174" y="1"/>
                    <a:pt x="4704" y="1"/>
                  </a:cubicBezTo>
                  <a:close/>
                </a:path>
              </a:pathLst>
            </a:custGeom>
            <a:solidFill>
              <a:srgbClr val="E65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5"/>
            <p:cNvSpPr/>
            <p:nvPr/>
          </p:nvSpPr>
          <p:spPr>
            <a:xfrm>
              <a:off x="3387600" y="2401325"/>
              <a:ext cx="58400" cy="58400"/>
            </a:xfrm>
            <a:custGeom>
              <a:rect b="b" l="l" r="r" t="t"/>
              <a:pathLst>
                <a:path extrusionOk="0" h="2336" w="2336">
                  <a:moveTo>
                    <a:pt x="1168" y="1"/>
                  </a:moveTo>
                  <a:cubicBezTo>
                    <a:pt x="500" y="1"/>
                    <a:pt x="0" y="534"/>
                    <a:pt x="0" y="1168"/>
                  </a:cubicBezTo>
                  <a:cubicBezTo>
                    <a:pt x="0" y="1835"/>
                    <a:pt x="534" y="2336"/>
                    <a:pt x="1168" y="2336"/>
                  </a:cubicBezTo>
                  <a:cubicBezTo>
                    <a:pt x="1835" y="2336"/>
                    <a:pt x="2335" y="1802"/>
                    <a:pt x="2335" y="1168"/>
                  </a:cubicBezTo>
                  <a:cubicBezTo>
                    <a:pt x="2335" y="534"/>
                    <a:pt x="1835" y="34"/>
                    <a:pt x="1168" y="1"/>
                  </a:cubicBezTo>
                  <a:close/>
                </a:path>
              </a:pathLst>
            </a:custGeom>
            <a:solidFill>
              <a:srgbClr val="190A0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5"/>
            <p:cNvSpPr/>
            <p:nvPr/>
          </p:nvSpPr>
          <p:spPr>
            <a:xfrm>
              <a:off x="3416775" y="2411325"/>
              <a:ext cx="19200" cy="19225"/>
            </a:xfrm>
            <a:custGeom>
              <a:rect b="b" l="l" r="r" t="t"/>
              <a:pathLst>
                <a:path extrusionOk="0" h="769" w="768">
                  <a:moveTo>
                    <a:pt x="368" y="1"/>
                  </a:moveTo>
                  <a:cubicBezTo>
                    <a:pt x="167" y="1"/>
                    <a:pt x="1" y="168"/>
                    <a:pt x="1" y="401"/>
                  </a:cubicBezTo>
                  <a:cubicBezTo>
                    <a:pt x="1" y="601"/>
                    <a:pt x="167" y="768"/>
                    <a:pt x="368" y="768"/>
                  </a:cubicBezTo>
                  <a:cubicBezTo>
                    <a:pt x="601" y="768"/>
                    <a:pt x="768" y="601"/>
                    <a:pt x="768" y="401"/>
                  </a:cubicBezTo>
                  <a:cubicBezTo>
                    <a:pt x="768" y="168"/>
                    <a:pt x="601" y="1"/>
                    <a:pt x="3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5"/>
            <p:cNvSpPr/>
            <p:nvPr/>
          </p:nvSpPr>
          <p:spPr>
            <a:xfrm>
              <a:off x="3402600" y="2435525"/>
              <a:ext cx="12525" cy="12525"/>
            </a:xfrm>
            <a:custGeom>
              <a:rect b="b" l="l" r="r" t="t"/>
              <a:pathLst>
                <a:path extrusionOk="0" h="501" w="501">
                  <a:moveTo>
                    <a:pt x="234" y="0"/>
                  </a:moveTo>
                  <a:cubicBezTo>
                    <a:pt x="67" y="0"/>
                    <a:pt x="1" y="134"/>
                    <a:pt x="1" y="267"/>
                  </a:cubicBezTo>
                  <a:cubicBezTo>
                    <a:pt x="1" y="434"/>
                    <a:pt x="101" y="501"/>
                    <a:pt x="234" y="501"/>
                  </a:cubicBezTo>
                  <a:cubicBezTo>
                    <a:pt x="401" y="501"/>
                    <a:pt x="501" y="367"/>
                    <a:pt x="501" y="267"/>
                  </a:cubicBezTo>
                  <a:cubicBezTo>
                    <a:pt x="501" y="100"/>
                    <a:pt x="401" y="0"/>
                    <a:pt x="2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5"/>
            <p:cNvSpPr/>
            <p:nvPr/>
          </p:nvSpPr>
          <p:spPr>
            <a:xfrm>
              <a:off x="3460975" y="2508900"/>
              <a:ext cx="643825" cy="397825"/>
            </a:xfrm>
            <a:custGeom>
              <a:rect b="b" l="l" r="r" t="t"/>
              <a:pathLst>
                <a:path extrusionOk="0" h="15913" w="25753">
                  <a:moveTo>
                    <a:pt x="5204" y="1"/>
                  </a:moveTo>
                  <a:cubicBezTo>
                    <a:pt x="3436" y="1"/>
                    <a:pt x="1902" y="835"/>
                    <a:pt x="935" y="2169"/>
                  </a:cubicBezTo>
                  <a:cubicBezTo>
                    <a:pt x="367" y="3036"/>
                    <a:pt x="1" y="4104"/>
                    <a:pt x="1" y="5271"/>
                  </a:cubicBezTo>
                  <a:cubicBezTo>
                    <a:pt x="1" y="7072"/>
                    <a:pt x="901" y="8707"/>
                    <a:pt x="2269" y="9608"/>
                  </a:cubicBezTo>
                  <a:cubicBezTo>
                    <a:pt x="2436" y="9741"/>
                    <a:pt x="2569" y="9841"/>
                    <a:pt x="2736" y="9908"/>
                  </a:cubicBezTo>
                  <a:cubicBezTo>
                    <a:pt x="3069" y="10108"/>
                    <a:pt x="3370" y="10275"/>
                    <a:pt x="3703" y="10441"/>
                  </a:cubicBezTo>
                  <a:cubicBezTo>
                    <a:pt x="13410" y="15879"/>
                    <a:pt x="25419" y="15912"/>
                    <a:pt x="25752" y="15912"/>
                  </a:cubicBezTo>
                  <a:cubicBezTo>
                    <a:pt x="22617" y="13244"/>
                    <a:pt x="19448" y="10575"/>
                    <a:pt x="16346" y="7906"/>
                  </a:cubicBezTo>
                  <a:cubicBezTo>
                    <a:pt x="15378" y="7072"/>
                    <a:pt x="14411" y="6272"/>
                    <a:pt x="13443" y="5505"/>
                  </a:cubicBezTo>
                  <a:lnTo>
                    <a:pt x="13410" y="5438"/>
                  </a:lnTo>
                  <a:cubicBezTo>
                    <a:pt x="12443" y="4671"/>
                    <a:pt x="11542" y="3870"/>
                    <a:pt x="10608" y="3003"/>
                  </a:cubicBezTo>
                  <a:cubicBezTo>
                    <a:pt x="9107" y="1568"/>
                    <a:pt x="7406" y="1"/>
                    <a:pt x="5204" y="1"/>
                  </a:cubicBezTo>
                  <a:close/>
                </a:path>
              </a:pathLst>
            </a:custGeom>
            <a:solidFill>
              <a:srgbClr val="605F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5"/>
            <p:cNvSpPr/>
            <p:nvPr/>
          </p:nvSpPr>
          <p:spPr>
            <a:xfrm>
              <a:off x="3512675" y="2646500"/>
              <a:ext cx="592950" cy="261050"/>
            </a:xfrm>
            <a:custGeom>
              <a:rect b="b" l="l" r="r" t="t"/>
              <a:pathLst>
                <a:path extrusionOk="0" h="10442" w="23718">
                  <a:moveTo>
                    <a:pt x="11375" y="1"/>
                  </a:moveTo>
                  <a:cubicBezTo>
                    <a:pt x="11376" y="1"/>
                    <a:pt x="13277" y="4004"/>
                    <a:pt x="15011" y="5571"/>
                  </a:cubicBezTo>
                  <a:lnTo>
                    <a:pt x="5204" y="1"/>
                  </a:lnTo>
                  <a:lnTo>
                    <a:pt x="5204" y="1"/>
                  </a:lnTo>
                  <a:cubicBezTo>
                    <a:pt x="5271" y="101"/>
                    <a:pt x="6872" y="4370"/>
                    <a:pt x="10675" y="6505"/>
                  </a:cubicBezTo>
                  <a:lnTo>
                    <a:pt x="1" y="1335"/>
                  </a:lnTo>
                  <a:lnTo>
                    <a:pt x="1" y="1335"/>
                  </a:lnTo>
                  <a:cubicBezTo>
                    <a:pt x="1" y="1335"/>
                    <a:pt x="368" y="3003"/>
                    <a:pt x="1669" y="5004"/>
                  </a:cubicBezTo>
                  <a:cubicBezTo>
                    <a:pt x="11375" y="10408"/>
                    <a:pt x="23384" y="10441"/>
                    <a:pt x="23718" y="10441"/>
                  </a:cubicBezTo>
                  <a:lnTo>
                    <a:pt x="11442" y="34"/>
                  </a:lnTo>
                  <a:lnTo>
                    <a:pt x="11375" y="1"/>
                  </a:lnTo>
                  <a:close/>
                </a:path>
              </a:pathLst>
            </a:custGeom>
            <a:solidFill>
              <a:srgbClr val="E3EC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 name="Google Shape;449;p25"/>
          <p:cNvGrpSpPr/>
          <p:nvPr/>
        </p:nvGrpSpPr>
        <p:grpSpPr>
          <a:xfrm>
            <a:off x="7284363" y="1324700"/>
            <a:ext cx="1118325" cy="1072450"/>
            <a:chOff x="4934525" y="681775"/>
            <a:chExt cx="1118325" cy="1072450"/>
          </a:xfrm>
        </p:grpSpPr>
        <p:sp>
          <p:nvSpPr>
            <p:cNvPr id="450" name="Google Shape;450;p25"/>
            <p:cNvSpPr/>
            <p:nvPr/>
          </p:nvSpPr>
          <p:spPr>
            <a:xfrm>
              <a:off x="5327300" y="1353175"/>
              <a:ext cx="77600" cy="223425"/>
            </a:xfrm>
            <a:custGeom>
              <a:rect b="b" l="l" r="r" t="t"/>
              <a:pathLst>
                <a:path extrusionOk="0" h="8937" w="3104">
                  <a:moveTo>
                    <a:pt x="2594" y="0"/>
                  </a:moveTo>
                  <a:cubicBezTo>
                    <a:pt x="2415" y="0"/>
                    <a:pt x="2262" y="138"/>
                    <a:pt x="2236" y="297"/>
                  </a:cubicBezTo>
                  <a:lnTo>
                    <a:pt x="101" y="8436"/>
                  </a:lnTo>
                  <a:cubicBezTo>
                    <a:pt x="1" y="8636"/>
                    <a:pt x="168" y="8903"/>
                    <a:pt x="401" y="8936"/>
                  </a:cubicBezTo>
                  <a:lnTo>
                    <a:pt x="501" y="8936"/>
                  </a:lnTo>
                  <a:cubicBezTo>
                    <a:pt x="735" y="8936"/>
                    <a:pt x="901" y="8803"/>
                    <a:pt x="901" y="8636"/>
                  </a:cubicBezTo>
                  <a:lnTo>
                    <a:pt x="3003" y="530"/>
                  </a:lnTo>
                  <a:cubicBezTo>
                    <a:pt x="3103" y="297"/>
                    <a:pt x="2936" y="63"/>
                    <a:pt x="2736" y="30"/>
                  </a:cubicBezTo>
                  <a:cubicBezTo>
                    <a:pt x="2688" y="9"/>
                    <a:pt x="2640" y="0"/>
                    <a:pt x="2594" y="0"/>
                  </a:cubicBezTo>
                  <a:close/>
                </a:path>
              </a:pathLst>
            </a:custGeom>
            <a:solidFill>
              <a:srgbClr val="9472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5"/>
            <p:cNvSpPr/>
            <p:nvPr/>
          </p:nvSpPr>
          <p:spPr>
            <a:xfrm>
              <a:off x="5233075" y="1554050"/>
              <a:ext cx="199325" cy="40050"/>
            </a:xfrm>
            <a:custGeom>
              <a:rect b="b" l="l" r="r" t="t"/>
              <a:pathLst>
                <a:path extrusionOk="0" h="1602" w="7973">
                  <a:moveTo>
                    <a:pt x="1401" y="1"/>
                  </a:moveTo>
                  <a:cubicBezTo>
                    <a:pt x="534" y="34"/>
                    <a:pt x="167" y="501"/>
                    <a:pt x="0" y="735"/>
                  </a:cubicBezTo>
                  <a:lnTo>
                    <a:pt x="334" y="1035"/>
                  </a:lnTo>
                  <a:lnTo>
                    <a:pt x="701" y="1235"/>
                  </a:lnTo>
                  <a:cubicBezTo>
                    <a:pt x="868" y="1035"/>
                    <a:pt x="1001" y="835"/>
                    <a:pt x="1502" y="835"/>
                  </a:cubicBezTo>
                  <a:cubicBezTo>
                    <a:pt x="1902" y="835"/>
                    <a:pt x="2069" y="901"/>
                    <a:pt x="2235" y="1035"/>
                  </a:cubicBezTo>
                  <a:cubicBezTo>
                    <a:pt x="2369" y="1168"/>
                    <a:pt x="2569" y="1268"/>
                    <a:pt x="2869" y="1268"/>
                  </a:cubicBezTo>
                  <a:cubicBezTo>
                    <a:pt x="3169" y="1268"/>
                    <a:pt x="3503" y="1202"/>
                    <a:pt x="3770" y="1068"/>
                  </a:cubicBezTo>
                  <a:cubicBezTo>
                    <a:pt x="3903" y="1035"/>
                    <a:pt x="4103" y="935"/>
                    <a:pt x="4170" y="935"/>
                  </a:cubicBezTo>
                  <a:cubicBezTo>
                    <a:pt x="4170" y="935"/>
                    <a:pt x="4237" y="1001"/>
                    <a:pt x="4270" y="1035"/>
                  </a:cubicBezTo>
                  <a:cubicBezTo>
                    <a:pt x="4537" y="1235"/>
                    <a:pt x="5004" y="1568"/>
                    <a:pt x="5871" y="1602"/>
                  </a:cubicBezTo>
                  <a:lnTo>
                    <a:pt x="6038" y="1602"/>
                  </a:lnTo>
                  <a:cubicBezTo>
                    <a:pt x="7206" y="1602"/>
                    <a:pt x="7739" y="1035"/>
                    <a:pt x="7839" y="1001"/>
                  </a:cubicBezTo>
                  <a:cubicBezTo>
                    <a:pt x="7973" y="835"/>
                    <a:pt x="7973" y="568"/>
                    <a:pt x="7839" y="401"/>
                  </a:cubicBezTo>
                  <a:cubicBezTo>
                    <a:pt x="7756" y="318"/>
                    <a:pt x="7648" y="276"/>
                    <a:pt x="7539" y="276"/>
                  </a:cubicBezTo>
                  <a:cubicBezTo>
                    <a:pt x="7431" y="276"/>
                    <a:pt x="7322" y="318"/>
                    <a:pt x="7239" y="401"/>
                  </a:cubicBezTo>
                  <a:cubicBezTo>
                    <a:pt x="7208" y="432"/>
                    <a:pt x="6893" y="775"/>
                    <a:pt x="6110" y="775"/>
                  </a:cubicBezTo>
                  <a:cubicBezTo>
                    <a:pt x="6045" y="775"/>
                    <a:pt x="5976" y="773"/>
                    <a:pt x="5905" y="768"/>
                  </a:cubicBezTo>
                  <a:cubicBezTo>
                    <a:pt x="5271" y="735"/>
                    <a:pt x="5004" y="534"/>
                    <a:pt x="4771" y="368"/>
                  </a:cubicBezTo>
                  <a:cubicBezTo>
                    <a:pt x="4670" y="268"/>
                    <a:pt x="4504" y="167"/>
                    <a:pt x="4270" y="101"/>
                  </a:cubicBezTo>
                  <a:cubicBezTo>
                    <a:pt x="4245" y="97"/>
                    <a:pt x="4219" y="95"/>
                    <a:pt x="4193" y="95"/>
                  </a:cubicBezTo>
                  <a:cubicBezTo>
                    <a:pt x="3979" y="95"/>
                    <a:pt x="3741" y="208"/>
                    <a:pt x="3503" y="268"/>
                  </a:cubicBezTo>
                  <a:cubicBezTo>
                    <a:pt x="3236" y="368"/>
                    <a:pt x="3036" y="434"/>
                    <a:pt x="2869" y="434"/>
                  </a:cubicBezTo>
                  <a:cubicBezTo>
                    <a:pt x="2836" y="401"/>
                    <a:pt x="2769" y="401"/>
                    <a:pt x="2669" y="334"/>
                  </a:cubicBezTo>
                  <a:cubicBezTo>
                    <a:pt x="2402" y="201"/>
                    <a:pt x="2069" y="1"/>
                    <a:pt x="1401" y="1"/>
                  </a:cubicBezTo>
                  <a:close/>
                </a:path>
              </a:pathLst>
            </a:custGeom>
            <a:solidFill>
              <a:srgbClr val="9472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5"/>
            <p:cNvSpPr/>
            <p:nvPr/>
          </p:nvSpPr>
          <p:spPr>
            <a:xfrm>
              <a:off x="5620850" y="1381425"/>
              <a:ext cx="432000" cy="372800"/>
            </a:xfrm>
            <a:custGeom>
              <a:rect b="b" l="l" r="r" t="t"/>
              <a:pathLst>
                <a:path extrusionOk="0" h="14912" w="17280">
                  <a:moveTo>
                    <a:pt x="1702" y="1"/>
                  </a:moveTo>
                  <a:lnTo>
                    <a:pt x="1235" y="601"/>
                  </a:lnTo>
                  <a:lnTo>
                    <a:pt x="101" y="1935"/>
                  </a:lnTo>
                  <a:lnTo>
                    <a:pt x="1" y="2069"/>
                  </a:lnTo>
                  <a:lnTo>
                    <a:pt x="14611" y="14911"/>
                  </a:lnTo>
                  <a:lnTo>
                    <a:pt x="15045" y="14144"/>
                  </a:lnTo>
                  <a:lnTo>
                    <a:pt x="17280" y="14144"/>
                  </a:lnTo>
                  <a:lnTo>
                    <a:pt x="17280" y="10808"/>
                  </a:lnTo>
                  <a:lnTo>
                    <a:pt x="1702" y="1"/>
                  </a:lnTo>
                  <a:close/>
                </a:path>
              </a:pathLst>
            </a:custGeom>
            <a:solidFill>
              <a:srgbClr val="AEC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5"/>
            <p:cNvSpPr/>
            <p:nvPr/>
          </p:nvSpPr>
          <p:spPr>
            <a:xfrm>
              <a:off x="5620850" y="1381425"/>
              <a:ext cx="432000" cy="372800"/>
            </a:xfrm>
            <a:custGeom>
              <a:rect b="b" l="l" r="r" t="t"/>
              <a:pathLst>
                <a:path extrusionOk="0" h="14912" w="17280">
                  <a:moveTo>
                    <a:pt x="1702" y="1"/>
                  </a:moveTo>
                  <a:lnTo>
                    <a:pt x="1235" y="601"/>
                  </a:lnTo>
                  <a:lnTo>
                    <a:pt x="16045" y="12977"/>
                  </a:lnTo>
                  <a:lnTo>
                    <a:pt x="14911" y="12977"/>
                  </a:lnTo>
                  <a:lnTo>
                    <a:pt x="101" y="1935"/>
                  </a:lnTo>
                  <a:lnTo>
                    <a:pt x="1" y="2069"/>
                  </a:lnTo>
                  <a:lnTo>
                    <a:pt x="14611" y="14911"/>
                  </a:lnTo>
                  <a:lnTo>
                    <a:pt x="15045" y="14144"/>
                  </a:lnTo>
                  <a:lnTo>
                    <a:pt x="17280" y="14144"/>
                  </a:lnTo>
                  <a:lnTo>
                    <a:pt x="17280" y="10808"/>
                  </a:lnTo>
                  <a:lnTo>
                    <a:pt x="1702" y="1"/>
                  </a:lnTo>
                  <a:close/>
                </a:path>
              </a:pathLst>
            </a:custGeom>
            <a:solidFill>
              <a:srgbClr val="9BB2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5"/>
            <p:cNvSpPr/>
            <p:nvPr/>
          </p:nvSpPr>
          <p:spPr>
            <a:xfrm>
              <a:off x="4984575" y="681775"/>
              <a:ext cx="730525" cy="786725"/>
            </a:xfrm>
            <a:custGeom>
              <a:rect b="b" l="l" r="r" t="t"/>
              <a:pathLst>
                <a:path extrusionOk="0" h="31469" w="29221">
                  <a:moveTo>
                    <a:pt x="9974" y="0"/>
                  </a:moveTo>
                  <a:lnTo>
                    <a:pt x="9974" y="0"/>
                  </a:lnTo>
                  <a:cubicBezTo>
                    <a:pt x="3669" y="2068"/>
                    <a:pt x="1868" y="6438"/>
                    <a:pt x="1434" y="7839"/>
                  </a:cubicBezTo>
                  <a:cubicBezTo>
                    <a:pt x="1334" y="8139"/>
                    <a:pt x="1301" y="8306"/>
                    <a:pt x="1301" y="8306"/>
                  </a:cubicBezTo>
                  <a:cubicBezTo>
                    <a:pt x="967" y="9006"/>
                    <a:pt x="767" y="9774"/>
                    <a:pt x="767" y="10608"/>
                  </a:cubicBezTo>
                  <a:cubicBezTo>
                    <a:pt x="767" y="12609"/>
                    <a:pt x="1835" y="14377"/>
                    <a:pt x="3503" y="15244"/>
                  </a:cubicBezTo>
                  <a:cubicBezTo>
                    <a:pt x="1368" y="16946"/>
                    <a:pt x="0" y="19547"/>
                    <a:pt x="0" y="22449"/>
                  </a:cubicBezTo>
                  <a:cubicBezTo>
                    <a:pt x="0" y="27429"/>
                    <a:pt x="4169" y="31468"/>
                    <a:pt x="9042" y="31468"/>
                  </a:cubicBezTo>
                  <a:cubicBezTo>
                    <a:pt x="9196" y="31468"/>
                    <a:pt x="9351" y="31464"/>
                    <a:pt x="9507" y="31456"/>
                  </a:cubicBezTo>
                  <a:cubicBezTo>
                    <a:pt x="13043" y="31289"/>
                    <a:pt x="16645" y="31156"/>
                    <a:pt x="20181" y="30989"/>
                  </a:cubicBezTo>
                  <a:cubicBezTo>
                    <a:pt x="23183" y="30889"/>
                    <a:pt x="26219" y="30755"/>
                    <a:pt x="29221" y="30622"/>
                  </a:cubicBezTo>
                  <a:cubicBezTo>
                    <a:pt x="29221" y="30622"/>
                    <a:pt x="22883" y="18480"/>
                    <a:pt x="15611" y="11041"/>
                  </a:cubicBezTo>
                  <a:cubicBezTo>
                    <a:pt x="13877" y="9273"/>
                    <a:pt x="12142" y="7772"/>
                    <a:pt x="10374" y="6772"/>
                  </a:cubicBezTo>
                  <a:cubicBezTo>
                    <a:pt x="8173" y="5237"/>
                    <a:pt x="9974" y="0"/>
                    <a:pt x="9974" y="0"/>
                  </a:cubicBezTo>
                  <a:close/>
                </a:path>
              </a:pathLst>
            </a:custGeom>
            <a:solidFill>
              <a:srgbClr val="E2DF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5"/>
            <p:cNvSpPr/>
            <p:nvPr/>
          </p:nvSpPr>
          <p:spPr>
            <a:xfrm>
              <a:off x="5124675" y="992350"/>
              <a:ext cx="582100" cy="439150"/>
            </a:xfrm>
            <a:custGeom>
              <a:rect b="b" l="l" r="r" t="t"/>
              <a:pathLst>
                <a:path extrusionOk="0" h="17566" w="23284">
                  <a:moveTo>
                    <a:pt x="5068" y="1"/>
                  </a:moveTo>
                  <a:cubicBezTo>
                    <a:pt x="4805" y="1"/>
                    <a:pt x="4539" y="18"/>
                    <a:pt x="4270" y="53"/>
                  </a:cubicBezTo>
                  <a:cubicBezTo>
                    <a:pt x="1901" y="520"/>
                    <a:pt x="0" y="2321"/>
                    <a:pt x="0" y="4823"/>
                  </a:cubicBezTo>
                  <a:cubicBezTo>
                    <a:pt x="0" y="6657"/>
                    <a:pt x="967" y="8225"/>
                    <a:pt x="2502" y="9059"/>
                  </a:cubicBezTo>
                  <a:cubicBezTo>
                    <a:pt x="2835" y="9226"/>
                    <a:pt x="3169" y="9393"/>
                    <a:pt x="3536" y="9493"/>
                  </a:cubicBezTo>
                  <a:lnTo>
                    <a:pt x="6772" y="10827"/>
                  </a:lnTo>
                  <a:lnTo>
                    <a:pt x="23283" y="17565"/>
                  </a:lnTo>
                  <a:cubicBezTo>
                    <a:pt x="22916" y="16665"/>
                    <a:pt x="22416" y="15731"/>
                    <a:pt x="21916" y="14863"/>
                  </a:cubicBezTo>
                  <a:cubicBezTo>
                    <a:pt x="19681" y="10827"/>
                    <a:pt x="16745" y="7024"/>
                    <a:pt x="13176" y="4056"/>
                  </a:cubicBezTo>
                  <a:cubicBezTo>
                    <a:pt x="12876" y="3822"/>
                    <a:pt x="12576" y="3622"/>
                    <a:pt x="12275" y="3355"/>
                  </a:cubicBezTo>
                  <a:cubicBezTo>
                    <a:pt x="10206" y="1803"/>
                    <a:pt x="7803" y="1"/>
                    <a:pt x="5068" y="1"/>
                  </a:cubicBezTo>
                  <a:close/>
                </a:path>
              </a:pathLst>
            </a:custGeom>
            <a:solidFill>
              <a:srgbClr val="9BB2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5"/>
            <p:cNvSpPr/>
            <p:nvPr/>
          </p:nvSpPr>
          <p:spPr>
            <a:xfrm>
              <a:off x="5295625" y="1095400"/>
              <a:ext cx="412825" cy="337750"/>
            </a:xfrm>
            <a:custGeom>
              <a:rect b="b" l="l" r="r" t="t"/>
              <a:pathLst>
                <a:path extrusionOk="0" h="13510" w="16513">
                  <a:moveTo>
                    <a:pt x="6371" y="0"/>
                  </a:moveTo>
                  <a:lnTo>
                    <a:pt x="6371" y="0"/>
                  </a:lnTo>
                  <a:cubicBezTo>
                    <a:pt x="6405" y="1034"/>
                    <a:pt x="6105" y="2102"/>
                    <a:pt x="5571" y="3036"/>
                  </a:cubicBezTo>
                  <a:cubicBezTo>
                    <a:pt x="4704" y="4437"/>
                    <a:pt x="3269" y="5437"/>
                    <a:pt x="1735" y="6105"/>
                  </a:cubicBezTo>
                  <a:cubicBezTo>
                    <a:pt x="1168" y="6371"/>
                    <a:pt x="567" y="6572"/>
                    <a:pt x="0" y="6738"/>
                  </a:cubicBezTo>
                  <a:lnTo>
                    <a:pt x="16512" y="13510"/>
                  </a:lnTo>
                  <a:cubicBezTo>
                    <a:pt x="16112" y="12576"/>
                    <a:pt x="15611" y="11675"/>
                    <a:pt x="15111" y="10775"/>
                  </a:cubicBezTo>
                  <a:cubicBezTo>
                    <a:pt x="12876" y="6738"/>
                    <a:pt x="9941" y="2936"/>
                    <a:pt x="6371" y="0"/>
                  </a:cubicBezTo>
                  <a:close/>
                </a:path>
              </a:pathLst>
            </a:custGeom>
            <a:solidFill>
              <a:srgbClr val="AEC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5"/>
            <p:cNvSpPr/>
            <p:nvPr/>
          </p:nvSpPr>
          <p:spPr>
            <a:xfrm>
              <a:off x="5020425" y="683425"/>
              <a:ext cx="354450" cy="275225"/>
            </a:xfrm>
            <a:custGeom>
              <a:rect b="b" l="l" r="r" t="t"/>
              <a:pathLst>
                <a:path extrusionOk="0" h="11009" w="14178">
                  <a:moveTo>
                    <a:pt x="8540" y="1"/>
                  </a:moveTo>
                  <a:cubicBezTo>
                    <a:pt x="2235" y="2036"/>
                    <a:pt x="434" y="6405"/>
                    <a:pt x="0" y="7840"/>
                  </a:cubicBezTo>
                  <a:lnTo>
                    <a:pt x="5004" y="7840"/>
                  </a:lnTo>
                  <a:cubicBezTo>
                    <a:pt x="5338" y="7840"/>
                    <a:pt x="5604" y="7906"/>
                    <a:pt x="5871" y="8073"/>
                  </a:cubicBezTo>
                  <a:cubicBezTo>
                    <a:pt x="6405" y="8407"/>
                    <a:pt x="6739" y="9007"/>
                    <a:pt x="6605" y="9674"/>
                  </a:cubicBezTo>
                  <a:cubicBezTo>
                    <a:pt x="6572" y="9975"/>
                    <a:pt x="6405" y="10308"/>
                    <a:pt x="6071" y="10575"/>
                  </a:cubicBezTo>
                  <a:cubicBezTo>
                    <a:pt x="6071" y="10575"/>
                    <a:pt x="7120" y="10479"/>
                    <a:pt x="8628" y="10479"/>
                  </a:cubicBezTo>
                  <a:cubicBezTo>
                    <a:pt x="10200" y="10479"/>
                    <a:pt x="12271" y="10583"/>
                    <a:pt x="14177" y="11009"/>
                  </a:cubicBezTo>
                  <a:cubicBezTo>
                    <a:pt x="12443" y="9241"/>
                    <a:pt x="10708" y="7740"/>
                    <a:pt x="8940" y="6739"/>
                  </a:cubicBezTo>
                  <a:cubicBezTo>
                    <a:pt x="6739" y="5205"/>
                    <a:pt x="8540" y="1"/>
                    <a:pt x="8540" y="1"/>
                  </a:cubicBezTo>
                  <a:close/>
                </a:path>
              </a:pathLst>
            </a:custGeom>
            <a:solidFill>
              <a:srgbClr val="9BB2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5"/>
            <p:cNvSpPr/>
            <p:nvPr/>
          </p:nvSpPr>
          <p:spPr>
            <a:xfrm>
              <a:off x="4997075" y="879400"/>
              <a:ext cx="84250" cy="88425"/>
            </a:xfrm>
            <a:custGeom>
              <a:rect b="b" l="l" r="r" t="t"/>
              <a:pathLst>
                <a:path extrusionOk="0" h="3537" w="3370">
                  <a:moveTo>
                    <a:pt x="934" y="1"/>
                  </a:moveTo>
                  <a:cubicBezTo>
                    <a:pt x="0" y="1535"/>
                    <a:pt x="334" y="3370"/>
                    <a:pt x="334" y="3370"/>
                  </a:cubicBezTo>
                  <a:lnTo>
                    <a:pt x="2602" y="3537"/>
                  </a:lnTo>
                  <a:cubicBezTo>
                    <a:pt x="1802" y="2569"/>
                    <a:pt x="2035" y="1468"/>
                    <a:pt x="2669" y="1235"/>
                  </a:cubicBezTo>
                  <a:cubicBezTo>
                    <a:pt x="3303" y="1035"/>
                    <a:pt x="3369" y="1"/>
                    <a:pt x="3369" y="1"/>
                  </a:cubicBezTo>
                  <a:close/>
                </a:path>
              </a:pathLst>
            </a:custGeom>
            <a:solidFill>
              <a:srgbClr val="272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5"/>
            <p:cNvSpPr/>
            <p:nvPr/>
          </p:nvSpPr>
          <p:spPr>
            <a:xfrm>
              <a:off x="5102150" y="898400"/>
              <a:ext cx="52550" cy="50300"/>
            </a:xfrm>
            <a:custGeom>
              <a:rect b="b" l="l" r="r" t="t"/>
              <a:pathLst>
                <a:path extrusionOk="0" h="2012" w="2102">
                  <a:moveTo>
                    <a:pt x="1018" y="1"/>
                  </a:moveTo>
                  <a:cubicBezTo>
                    <a:pt x="530" y="1"/>
                    <a:pt x="96" y="383"/>
                    <a:pt x="34" y="909"/>
                  </a:cubicBezTo>
                  <a:cubicBezTo>
                    <a:pt x="0" y="1442"/>
                    <a:pt x="401" y="1943"/>
                    <a:pt x="934" y="2009"/>
                  </a:cubicBezTo>
                  <a:cubicBezTo>
                    <a:pt x="957" y="2011"/>
                    <a:pt x="978" y="2011"/>
                    <a:pt x="1000" y="2011"/>
                  </a:cubicBezTo>
                  <a:cubicBezTo>
                    <a:pt x="1537" y="2011"/>
                    <a:pt x="1971" y="1622"/>
                    <a:pt x="2035" y="1109"/>
                  </a:cubicBezTo>
                  <a:cubicBezTo>
                    <a:pt x="2102" y="542"/>
                    <a:pt x="1702" y="41"/>
                    <a:pt x="1135" y="8"/>
                  </a:cubicBezTo>
                  <a:cubicBezTo>
                    <a:pt x="1096" y="3"/>
                    <a:pt x="1057" y="1"/>
                    <a:pt x="1018" y="1"/>
                  </a:cubicBezTo>
                  <a:close/>
                </a:path>
              </a:pathLst>
            </a:custGeom>
            <a:solidFill>
              <a:srgbClr val="272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5"/>
            <p:cNvSpPr/>
            <p:nvPr/>
          </p:nvSpPr>
          <p:spPr>
            <a:xfrm>
              <a:off x="5127175" y="907750"/>
              <a:ext cx="16700" cy="16700"/>
            </a:xfrm>
            <a:custGeom>
              <a:rect b="b" l="l" r="r" t="t"/>
              <a:pathLst>
                <a:path extrusionOk="0" h="668" w="668">
                  <a:moveTo>
                    <a:pt x="334" y="1"/>
                  </a:moveTo>
                  <a:cubicBezTo>
                    <a:pt x="167" y="1"/>
                    <a:pt x="0" y="101"/>
                    <a:pt x="0" y="334"/>
                  </a:cubicBezTo>
                  <a:cubicBezTo>
                    <a:pt x="0" y="468"/>
                    <a:pt x="167" y="668"/>
                    <a:pt x="334" y="668"/>
                  </a:cubicBezTo>
                  <a:cubicBezTo>
                    <a:pt x="500" y="668"/>
                    <a:pt x="667" y="535"/>
                    <a:pt x="667" y="334"/>
                  </a:cubicBezTo>
                  <a:cubicBezTo>
                    <a:pt x="667" y="101"/>
                    <a:pt x="500" y="1"/>
                    <a:pt x="3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5"/>
            <p:cNvSpPr/>
            <p:nvPr/>
          </p:nvSpPr>
          <p:spPr>
            <a:xfrm>
              <a:off x="5116325" y="928600"/>
              <a:ext cx="10025" cy="10050"/>
            </a:xfrm>
            <a:custGeom>
              <a:rect b="b" l="l" r="r" t="t"/>
              <a:pathLst>
                <a:path extrusionOk="0" h="402" w="401">
                  <a:moveTo>
                    <a:pt x="201" y="1"/>
                  </a:moveTo>
                  <a:cubicBezTo>
                    <a:pt x="67" y="1"/>
                    <a:pt x="0" y="67"/>
                    <a:pt x="0" y="201"/>
                  </a:cubicBezTo>
                  <a:cubicBezTo>
                    <a:pt x="0" y="334"/>
                    <a:pt x="67" y="401"/>
                    <a:pt x="201" y="401"/>
                  </a:cubicBezTo>
                  <a:cubicBezTo>
                    <a:pt x="334" y="401"/>
                    <a:pt x="401" y="334"/>
                    <a:pt x="401" y="201"/>
                  </a:cubicBezTo>
                  <a:cubicBezTo>
                    <a:pt x="401" y="67"/>
                    <a:pt x="267" y="1"/>
                    <a:pt x="2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5"/>
            <p:cNvSpPr/>
            <p:nvPr/>
          </p:nvSpPr>
          <p:spPr>
            <a:xfrm>
              <a:off x="4934525" y="900250"/>
              <a:ext cx="130125" cy="72900"/>
            </a:xfrm>
            <a:custGeom>
              <a:rect b="b" l="l" r="r" t="t"/>
              <a:pathLst>
                <a:path extrusionOk="0" h="2916" w="5205">
                  <a:moveTo>
                    <a:pt x="3170" y="1"/>
                  </a:moveTo>
                  <a:cubicBezTo>
                    <a:pt x="3170" y="1"/>
                    <a:pt x="1302" y="1402"/>
                    <a:pt x="1" y="1502"/>
                  </a:cubicBezTo>
                  <a:cubicBezTo>
                    <a:pt x="1" y="1502"/>
                    <a:pt x="981" y="2915"/>
                    <a:pt x="3450" y="2915"/>
                  </a:cubicBezTo>
                  <a:cubicBezTo>
                    <a:pt x="3968" y="2915"/>
                    <a:pt x="4551" y="2853"/>
                    <a:pt x="5204" y="2703"/>
                  </a:cubicBezTo>
                  <a:cubicBezTo>
                    <a:pt x="5204" y="2703"/>
                    <a:pt x="3703" y="1835"/>
                    <a:pt x="3603" y="1268"/>
                  </a:cubicBezTo>
                  <a:cubicBezTo>
                    <a:pt x="3436" y="734"/>
                    <a:pt x="3870" y="1"/>
                    <a:pt x="3170" y="1"/>
                  </a:cubicBezTo>
                  <a:close/>
                </a:path>
              </a:pathLst>
            </a:custGeom>
            <a:solidFill>
              <a:srgbClr val="7994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 name="Google Shape;463;p25"/>
          <p:cNvGrpSpPr/>
          <p:nvPr/>
        </p:nvGrpSpPr>
        <p:grpSpPr>
          <a:xfrm>
            <a:off x="624975" y="1411450"/>
            <a:ext cx="1351000" cy="832275"/>
            <a:chOff x="3120725" y="3753975"/>
            <a:chExt cx="1351000" cy="832275"/>
          </a:xfrm>
        </p:grpSpPr>
        <p:sp>
          <p:nvSpPr>
            <p:cNvPr id="464" name="Google Shape;464;p25"/>
            <p:cNvSpPr/>
            <p:nvPr/>
          </p:nvSpPr>
          <p:spPr>
            <a:xfrm>
              <a:off x="3632775" y="4311350"/>
              <a:ext cx="117600" cy="254875"/>
            </a:xfrm>
            <a:custGeom>
              <a:rect b="b" l="l" r="r" t="t"/>
              <a:pathLst>
                <a:path extrusionOk="0" h="10195" w="4704">
                  <a:moveTo>
                    <a:pt x="4241" y="1"/>
                  </a:moveTo>
                  <a:cubicBezTo>
                    <a:pt x="4069" y="1"/>
                    <a:pt x="3889" y="102"/>
                    <a:pt x="3836" y="288"/>
                  </a:cubicBezTo>
                  <a:lnTo>
                    <a:pt x="67" y="9595"/>
                  </a:lnTo>
                  <a:cubicBezTo>
                    <a:pt x="0" y="9828"/>
                    <a:pt x="134" y="10062"/>
                    <a:pt x="334" y="10162"/>
                  </a:cubicBezTo>
                  <a:cubicBezTo>
                    <a:pt x="400" y="10195"/>
                    <a:pt x="467" y="10195"/>
                    <a:pt x="500" y="10195"/>
                  </a:cubicBezTo>
                  <a:cubicBezTo>
                    <a:pt x="667" y="10195"/>
                    <a:pt x="834" y="10128"/>
                    <a:pt x="867" y="9895"/>
                  </a:cubicBezTo>
                  <a:lnTo>
                    <a:pt x="4637" y="555"/>
                  </a:lnTo>
                  <a:cubicBezTo>
                    <a:pt x="4703" y="355"/>
                    <a:pt x="4570" y="88"/>
                    <a:pt x="4370" y="21"/>
                  </a:cubicBezTo>
                  <a:cubicBezTo>
                    <a:pt x="4329" y="7"/>
                    <a:pt x="4285" y="1"/>
                    <a:pt x="4241" y="1"/>
                  </a:cubicBezTo>
                  <a:close/>
                </a:path>
              </a:pathLst>
            </a:custGeom>
            <a:solidFill>
              <a:srgbClr val="1011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5"/>
            <p:cNvSpPr/>
            <p:nvPr/>
          </p:nvSpPr>
          <p:spPr>
            <a:xfrm>
              <a:off x="3521025" y="4542025"/>
              <a:ext cx="229350" cy="44225"/>
            </a:xfrm>
            <a:custGeom>
              <a:rect b="b" l="l" r="r" t="t"/>
              <a:pathLst>
                <a:path extrusionOk="0" h="1769" w="9174">
                  <a:moveTo>
                    <a:pt x="1601" y="1"/>
                  </a:moveTo>
                  <a:cubicBezTo>
                    <a:pt x="601" y="67"/>
                    <a:pt x="200" y="568"/>
                    <a:pt x="0" y="835"/>
                  </a:cubicBezTo>
                  <a:lnTo>
                    <a:pt x="300" y="1135"/>
                  </a:lnTo>
                  <a:lnTo>
                    <a:pt x="667" y="1335"/>
                  </a:lnTo>
                  <a:cubicBezTo>
                    <a:pt x="868" y="1101"/>
                    <a:pt x="1034" y="835"/>
                    <a:pt x="1635" y="835"/>
                  </a:cubicBezTo>
                  <a:cubicBezTo>
                    <a:pt x="1679" y="832"/>
                    <a:pt x="1720" y="830"/>
                    <a:pt x="1760" y="830"/>
                  </a:cubicBezTo>
                  <a:cubicBezTo>
                    <a:pt x="2170" y="830"/>
                    <a:pt x="2353" y="980"/>
                    <a:pt x="2535" y="1101"/>
                  </a:cubicBezTo>
                  <a:cubicBezTo>
                    <a:pt x="2702" y="1235"/>
                    <a:pt x="2936" y="1402"/>
                    <a:pt x="3269" y="1402"/>
                  </a:cubicBezTo>
                  <a:cubicBezTo>
                    <a:pt x="3603" y="1402"/>
                    <a:pt x="3970" y="1268"/>
                    <a:pt x="4303" y="1135"/>
                  </a:cubicBezTo>
                  <a:cubicBezTo>
                    <a:pt x="4470" y="1068"/>
                    <a:pt x="4704" y="968"/>
                    <a:pt x="4804" y="968"/>
                  </a:cubicBezTo>
                  <a:cubicBezTo>
                    <a:pt x="4804" y="968"/>
                    <a:pt x="4870" y="1068"/>
                    <a:pt x="4970" y="1101"/>
                  </a:cubicBezTo>
                  <a:cubicBezTo>
                    <a:pt x="5271" y="1335"/>
                    <a:pt x="5771" y="1735"/>
                    <a:pt x="6772" y="1769"/>
                  </a:cubicBezTo>
                  <a:lnTo>
                    <a:pt x="6972" y="1769"/>
                  </a:lnTo>
                  <a:cubicBezTo>
                    <a:pt x="8340" y="1769"/>
                    <a:pt x="8973" y="1101"/>
                    <a:pt x="9007" y="1001"/>
                  </a:cubicBezTo>
                  <a:cubicBezTo>
                    <a:pt x="9173" y="835"/>
                    <a:pt x="9173" y="601"/>
                    <a:pt x="9007" y="434"/>
                  </a:cubicBezTo>
                  <a:cubicBezTo>
                    <a:pt x="8923" y="351"/>
                    <a:pt x="8823" y="309"/>
                    <a:pt x="8723" y="309"/>
                  </a:cubicBezTo>
                  <a:cubicBezTo>
                    <a:pt x="8623" y="309"/>
                    <a:pt x="8523" y="351"/>
                    <a:pt x="8440" y="434"/>
                  </a:cubicBezTo>
                  <a:cubicBezTo>
                    <a:pt x="8377" y="465"/>
                    <a:pt x="7995" y="874"/>
                    <a:pt x="7049" y="874"/>
                  </a:cubicBezTo>
                  <a:cubicBezTo>
                    <a:pt x="6982" y="874"/>
                    <a:pt x="6912" y="872"/>
                    <a:pt x="6838" y="868"/>
                  </a:cubicBezTo>
                  <a:cubicBezTo>
                    <a:pt x="6105" y="835"/>
                    <a:pt x="5771" y="601"/>
                    <a:pt x="5504" y="368"/>
                  </a:cubicBezTo>
                  <a:cubicBezTo>
                    <a:pt x="5337" y="267"/>
                    <a:pt x="5171" y="134"/>
                    <a:pt x="4937" y="101"/>
                  </a:cubicBezTo>
                  <a:cubicBezTo>
                    <a:pt x="4637" y="101"/>
                    <a:pt x="4337" y="167"/>
                    <a:pt x="4003" y="301"/>
                  </a:cubicBezTo>
                  <a:cubicBezTo>
                    <a:pt x="3703" y="434"/>
                    <a:pt x="3469" y="501"/>
                    <a:pt x="3269" y="501"/>
                  </a:cubicBezTo>
                  <a:cubicBezTo>
                    <a:pt x="3169" y="501"/>
                    <a:pt x="3136" y="468"/>
                    <a:pt x="2969" y="368"/>
                  </a:cubicBezTo>
                  <a:cubicBezTo>
                    <a:pt x="2702" y="234"/>
                    <a:pt x="2335" y="1"/>
                    <a:pt x="1601" y="1"/>
                  </a:cubicBezTo>
                  <a:close/>
                </a:path>
              </a:pathLst>
            </a:custGeom>
            <a:solidFill>
              <a:srgbClr val="1011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5"/>
            <p:cNvSpPr/>
            <p:nvPr/>
          </p:nvSpPr>
          <p:spPr>
            <a:xfrm>
              <a:off x="3210800" y="3755625"/>
              <a:ext cx="981550" cy="686025"/>
            </a:xfrm>
            <a:custGeom>
              <a:rect b="b" l="l" r="r" t="t"/>
              <a:pathLst>
                <a:path extrusionOk="0" h="27441" w="39262">
                  <a:moveTo>
                    <a:pt x="5738" y="1"/>
                  </a:moveTo>
                  <a:cubicBezTo>
                    <a:pt x="2569" y="1"/>
                    <a:pt x="0" y="2569"/>
                    <a:pt x="0" y="5738"/>
                  </a:cubicBezTo>
                  <a:cubicBezTo>
                    <a:pt x="0" y="6072"/>
                    <a:pt x="34" y="6372"/>
                    <a:pt x="67" y="6706"/>
                  </a:cubicBezTo>
                  <a:cubicBezTo>
                    <a:pt x="401" y="8574"/>
                    <a:pt x="1602" y="10108"/>
                    <a:pt x="3236" y="10909"/>
                  </a:cubicBezTo>
                  <a:cubicBezTo>
                    <a:pt x="3003" y="11442"/>
                    <a:pt x="3269" y="12676"/>
                    <a:pt x="3369" y="13210"/>
                  </a:cubicBezTo>
                  <a:cubicBezTo>
                    <a:pt x="3603" y="15045"/>
                    <a:pt x="4170" y="16846"/>
                    <a:pt x="5004" y="18514"/>
                  </a:cubicBezTo>
                  <a:cubicBezTo>
                    <a:pt x="7765" y="24036"/>
                    <a:pt x="14238" y="27440"/>
                    <a:pt x="20464" y="27440"/>
                  </a:cubicBezTo>
                  <a:cubicBezTo>
                    <a:pt x="21610" y="27440"/>
                    <a:pt x="22747" y="27325"/>
                    <a:pt x="23851" y="27087"/>
                  </a:cubicBezTo>
                  <a:cubicBezTo>
                    <a:pt x="25552" y="26720"/>
                    <a:pt x="27186" y="26086"/>
                    <a:pt x="28721" y="25285"/>
                  </a:cubicBezTo>
                  <a:cubicBezTo>
                    <a:pt x="31423" y="23884"/>
                    <a:pt x="33925" y="21950"/>
                    <a:pt x="36226" y="19948"/>
                  </a:cubicBezTo>
                  <a:cubicBezTo>
                    <a:pt x="36560" y="19681"/>
                    <a:pt x="39262" y="17046"/>
                    <a:pt x="39262" y="17046"/>
                  </a:cubicBezTo>
                  <a:lnTo>
                    <a:pt x="30756" y="12543"/>
                  </a:lnTo>
                  <a:lnTo>
                    <a:pt x="8773" y="835"/>
                  </a:lnTo>
                  <a:cubicBezTo>
                    <a:pt x="8740" y="835"/>
                    <a:pt x="8740" y="768"/>
                    <a:pt x="8707" y="768"/>
                  </a:cubicBezTo>
                  <a:cubicBezTo>
                    <a:pt x="8506" y="668"/>
                    <a:pt x="8273" y="534"/>
                    <a:pt x="8073" y="434"/>
                  </a:cubicBezTo>
                  <a:lnTo>
                    <a:pt x="8039" y="434"/>
                  </a:lnTo>
                  <a:cubicBezTo>
                    <a:pt x="7339" y="134"/>
                    <a:pt x="6538" y="1"/>
                    <a:pt x="5738" y="1"/>
                  </a:cubicBezTo>
                  <a:close/>
                </a:path>
              </a:pathLst>
            </a:custGeom>
            <a:solidFill>
              <a:srgbClr val="EDE5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5"/>
            <p:cNvSpPr/>
            <p:nvPr/>
          </p:nvSpPr>
          <p:spPr>
            <a:xfrm>
              <a:off x="3210800" y="3753975"/>
              <a:ext cx="222675" cy="175250"/>
            </a:xfrm>
            <a:custGeom>
              <a:rect b="b" l="l" r="r" t="t"/>
              <a:pathLst>
                <a:path extrusionOk="0" h="7010" w="8907">
                  <a:moveTo>
                    <a:pt x="5738" y="0"/>
                  </a:moveTo>
                  <a:cubicBezTo>
                    <a:pt x="2569" y="0"/>
                    <a:pt x="0" y="2602"/>
                    <a:pt x="0" y="5771"/>
                  </a:cubicBezTo>
                  <a:cubicBezTo>
                    <a:pt x="0" y="6104"/>
                    <a:pt x="34" y="6405"/>
                    <a:pt x="67" y="6738"/>
                  </a:cubicBezTo>
                  <a:cubicBezTo>
                    <a:pt x="577" y="6870"/>
                    <a:pt x="1248" y="7009"/>
                    <a:pt x="1946" y="7009"/>
                  </a:cubicBezTo>
                  <a:cubicBezTo>
                    <a:pt x="2664" y="7009"/>
                    <a:pt x="3411" y="6861"/>
                    <a:pt x="4037" y="6405"/>
                  </a:cubicBezTo>
                  <a:cubicBezTo>
                    <a:pt x="5905" y="5004"/>
                    <a:pt x="4904" y="3669"/>
                    <a:pt x="5604" y="3169"/>
                  </a:cubicBezTo>
                  <a:cubicBezTo>
                    <a:pt x="5782" y="3048"/>
                    <a:pt x="5967" y="3011"/>
                    <a:pt x="6161" y="3011"/>
                  </a:cubicBezTo>
                  <a:cubicBezTo>
                    <a:pt x="6470" y="3011"/>
                    <a:pt x="6801" y="3105"/>
                    <a:pt x="7159" y="3105"/>
                  </a:cubicBezTo>
                  <a:cubicBezTo>
                    <a:pt x="7505" y="3105"/>
                    <a:pt x="7875" y="3017"/>
                    <a:pt x="8273" y="2669"/>
                  </a:cubicBezTo>
                  <a:cubicBezTo>
                    <a:pt x="8707" y="2302"/>
                    <a:pt x="8907" y="1601"/>
                    <a:pt x="8707" y="801"/>
                  </a:cubicBezTo>
                  <a:cubicBezTo>
                    <a:pt x="8506" y="667"/>
                    <a:pt x="8273" y="567"/>
                    <a:pt x="8073" y="467"/>
                  </a:cubicBezTo>
                  <a:lnTo>
                    <a:pt x="8039" y="467"/>
                  </a:lnTo>
                  <a:cubicBezTo>
                    <a:pt x="7339" y="167"/>
                    <a:pt x="6538" y="0"/>
                    <a:pt x="5738" y="0"/>
                  </a:cubicBezTo>
                  <a:close/>
                </a:path>
              </a:pathLst>
            </a:custGeom>
            <a:solidFill>
              <a:srgbClr val="00010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5"/>
            <p:cNvSpPr/>
            <p:nvPr/>
          </p:nvSpPr>
          <p:spPr>
            <a:xfrm>
              <a:off x="3120725" y="3889050"/>
              <a:ext cx="125125" cy="95925"/>
            </a:xfrm>
            <a:custGeom>
              <a:rect b="b" l="l" r="r" t="t"/>
              <a:pathLst>
                <a:path extrusionOk="0" h="3837" w="5005">
                  <a:moveTo>
                    <a:pt x="3603" y="1"/>
                  </a:moveTo>
                  <a:lnTo>
                    <a:pt x="1" y="3837"/>
                  </a:lnTo>
                  <a:lnTo>
                    <a:pt x="4637" y="3704"/>
                  </a:lnTo>
                  <a:cubicBezTo>
                    <a:pt x="4637" y="3704"/>
                    <a:pt x="5004" y="2202"/>
                    <a:pt x="4771" y="1769"/>
                  </a:cubicBezTo>
                  <a:cubicBezTo>
                    <a:pt x="4504" y="1369"/>
                    <a:pt x="3970" y="1102"/>
                    <a:pt x="3603" y="1"/>
                  </a:cubicBezTo>
                  <a:close/>
                </a:path>
              </a:pathLst>
            </a:custGeom>
            <a:solidFill>
              <a:srgbClr val="B374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5"/>
            <p:cNvSpPr/>
            <p:nvPr/>
          </p:nvSpPr>
          <p:spPr>
            <a:xfrm>
              <a:off x="3917975" y="4044175"/>
              <a:ext cx="553750" cy="206000"/>
            </a:xfrm>
            <a:custGeom>
              <a:rect b="b" l="l" r="r" t="t"/>
              <a:pathLst>
                <a:path extrusionOk="0" h="8240" w="22150">
                  <a:moveTo>
                    <a:pt x="634" y="0"/>
                  </a:moveTo>
                  <a:lnTo>
                    <a:pt x="0" y="1902"/>
                  </a:lnTo>
                  <a:lnTo>
                    <a:pt x="9807" y="7306"/>
                  </a:lnTo>
                  <a:lnTo>
                    <a:pt x="20648" y="8240"/>
                  </a:lnTo>
                  <a:lnTo>
                    <a:pt x="20648" y="7306"/>
                  </a:lnTo>
                  <a:lnTo>
                    <a:pt x="22149" y="5071"/>
                  </a:lnTo>
                  <a:lnTo>
                    <a:pt x="10141" y="5071"/>
                  </a:lnTo>
                  <a:lnTo>
                    <a:pt x="634" y="0"/>
                  </a:lnTo>
                  <a:close/>
                </a:path>
              </a:pathLst>
            </a:custGeom>
            <a:solidFill>
              <a:srgbClr val="1B1B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5"/>
            <p:cNvSpPr/>
            <p:nvPr/>
          </p:nvSpPr>
          <p:spPr>
            <a:xfrm>
              <a:off x="3493500" y="3874050"/>
              <a:ext cx="732225" cy="332875"/>
            </a:xfrm>
            <a:custGeom>
              <a:rect b="b" l="l" r="r" t="t"/>
              <a:pathLst>
                <a:path extrusionOk="0" h="13315" w="29289">
                  <a:moveTo>
                    <a:pt x="6071" y="0"/>
                  </a:moveTo>
                  <a:cubicBezTo>
                    <a:pt x="2736" y="0"/>
                    <a:pt x="0" y="2669"/>
                    <a:pt x="0" y="6005"/>
                  </a:cubicBezTo>
                  <a:cubicBezTo>
                    <a:pt x="0" y="7339"/>
                    <a:pt x="434" y="8607"/>
                    <a:pt x="1201" y="9607"/>
                  </a:cubicBezTo>
                  <a:cubicBezTo>
                    <a:pt x="2035" y="10675"/>
                    <a:pt x="3136" y="11475"/>
                    <a:pt x="4470" y="11842"/>
                  </a:cubicBezTo>
                  <a:cubicBezTo>
                    <a:pt x="7204" y="12926"/>
                    <a:pt x="10374" y="13315"/>
                    <a:pt x="13516" y="13315"/>
                  </a:cubicBezTo>
                  <a:cubicBezTo>
                    <a:pt x="21493" y="13315"/>
                    <a:pt x="29288" y="10808"/>
                    <a:pt x="29288" y="10808"/>
                  </a:cubicBezTo>
                  <a:lnTo>
                    <a:pt x="11075" y="1802"/>
                  </a:lnTo>
                  <a:lnTo>
                    <a:pt x="8607" y="601"/>
                  </a:lnTo>
                  <a:cubicBezTo>
                    <a:pt x="7873" y="201"/>
                    <a:pt x="6972" y="0"/>
                    <a:pt x="6071" y="0"/>
                  </a:cubicBezTo>
                  <a:close/>
                </a:path>
              </a:pathLst>
            </a:custGeom>
            <a:solidFill>
              <a:srgbClr val="FCEF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5"/>
            <p:cNvSpPr/>
            <p:nvPr/>
          </p:nvSpPr>
          <p:spPr>
            <a:xfrm>
              <a:off x="3285850" y="4028325"/>
              <a:ext cx="642975" cy="413325"/>
            </a:xfrm>
            <a:custGeom>
              <a:rect b="b" l="l" r="r" t="t"/>
              <a:pathLst>
                <a:path extrusionOk="0" h="16533" w="25719">
                  <a:moveTo>
                    <a:pt x="234" y="1"/>
                  </a:moveTo>
                  <a:lnTo>
                    <a:pt x="234" y="1"/>
                  </a:lnTo>
                  <a:cubicBezTo>
                    <a:pt x="1" y="534"/>
                    <a:pt x="267" y="1768"/>
                    <a:pt x="367" y="2302"/>
                  </a:cubicBezTo>
                  <a:cubicBezTo>
                    <a:pt x="601" y="4137"/>
                    <a:pt x="1168" y="5938"/>
                    <a:pt x="2002" y="7606"/>
                  </a:cubicBezTo>
                  <a:cubicBezTo>
                    <a:pt x="4763" y="13128"/>
                    <a:pt x="11236" y="16532"/>
                    <a:pt x="17462" y="16532"/>
                  </a:cubicBezTo>
                  <a:cubicBezTo>
                    <a:pt x="18608" y="16532"/>
                    <a:pt x="19745" y="16417"/>
                    <a:pt x="20849" y="16179"/>
                  </a:cubicBezTo>
                  <a:cubicBezTo>
                    <a:pt x="22550" y="15812"/>
                    <a:pt x="24184" y="15178"/>
                    <a:pt x="25719" y="14377"/>
                  </a:cubicBezTo>
                  <a:lnTo>
                    <a:pt x="25719" y="14377"/>
                  </a:lnTo>
                  <a:cubicBezTo>
                    <a:pt x="24665" y="14484"/>
                    <a:pt x="23451" y="14548"/>
                    <a:pt x="22072" y="14548"/>
                  </a:cubicBezTo>
                  <a:cubicBezTo>
                    <a:pt x="20004" y="14548"/>
                    <a:pt x="17566" y="14404"/>
                    <a:pt x="14744" y="14044"/>
                  </a:cubicBezTo>
                  <a:cubicBezTo>
                    <a:pt x="3236" y="12476"/>
                    <a:pt x="601" y="801"/>
                    <a:pt x="601" y="801"/>
                  </a:cubicBezTo>
                  <a:cubicBezTo>
                    <a:pt x="2269" y="701"/>
                    <a:pt x="3069" y="534"/>
                    <a:pt x="3069" y="534"/>
                  </a:cubicBezTo>
                  <a:cubicBezTo>
                    <a:pt x="1602" y="534"/>
                    <a:pt x="234" y="1"/>
                    <a:pt x="234" y="1"/>
                  </a:cubicBezTo>
                  <a:close/>
                </a:path>
              </a:pathLst>
            </a:custGeom>
            <a:solidFill>
              <a:srgbClr val="5C490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5"/>
            <p:cNvSpPr/>
            <p:nvPr/>
          </p:nvSpPr>
          <p:spPr>
            <a:xfrm>
              <a:off x="3928800" y="4069200"/>
              <a:ext cx="263550" cy="318575"/>
            </a:xfrm>
            <a:custGeom>
              <a:rect b="b" l="l" r="r" t="t"/>
              <a:pathLst>
                <a:path extrusionOk="0" h="12743" w="10542">
                  <a:moveTo>
                    <a:pt x="2036" y="0"/>
                  </a:moveTo>
                  <a:lnTo>
                    <a:pt x="2036" y="0"/>
                  </a:lnTo>
                  <a:cubicBezTo>
                    <a:pt x="3737" y="6338"/>
                    <a:pt x="1" y="12742"/>
                    <a:pt x="1" y="12742"/>
                  </a:cubicBezTo>
                  <a:cubicBezTo>
                    <a:pt x="2703" y="11341"/>
                    <a:pt x="5205" y="9407"/>
                    <a:pt x="7506" y="7405"/>
                  </a:cubicBezTo>
                  <a:cubicBezTo>
                    <a:pt x="7840" y="7138"/>
                    <a:pt x="10542" y="4503"/>
                    <a:pt x="10542" y="4503"/>
                  </a:cubicBezTo>
                  <a:lnTo>
                    <a:pt x="2036" y="0"/>
                  </a:lnTo>
                  <a:close/>
                </a:path>
              </a:pathLst>
            </a:custGeom>
            <a:solidFill>
              <a:srgbClr val="D0D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5"/>
            <p:cNvSpPr/>
            <p:nvPr/>
          </p:nvSpPr>
          <p:spPr>
            <a:xfrm>
              <a:off x="3523525" y="3919925"/>
              <a:ext cx="702200" cy="287250"/>
            </a:xfrm>
            <a:custGeom>
              <a:rect b="b" l="l" r="r" t="t"/>
              <a:pathLst>
                <a:path extrusionOk="0" h="11490" w="28088">
                  <a:moveTo>
                    <a:pt x="9874" y="0"/>
                  </a:moveTo>
                  <a:cubicBezTo>
                    <a:pt x="9716" y="3008"/>
                    <a:pt x="7364" y="7848"/>
                    <a:pt x="1050" y="7848"/>
                  </a:cubicBezTo>
                  <a:cubicBezTo>
                    <a:pt x="712" y="7848"/>
                    <a:pt x="362" y="7835"/>
                    <a:pt x="0" y="7806"/>
                  </a:cubicBezTo>
                  <a:lnTo>
                    <a:pt x="0" y="7806"/>
                  </a:lnTo>
                  <a:cubicBezTo>
                    <a:pt x="834" y="8873"/>
                    <a:pt x="1935" y="9674"/>
                    <a:pt x="3269" y="10041"/>
                  </a:cubicBezTo>
                  <a:cubicBezTo>
                    <a:pt x="4937" y="10674"/>
                    <a:pt x="6738" y="11108"/>
                    <a:pt x="8573" y="11308"/>
                  </a:cubicBezTo>
                  <a:cubicBezTo>
                    <a:pt x="9407" y="11375"/>
                    <a:pt x="10241" y="11442"/>
                    <a:pt x="11075" y="11475"/>
                  </a:cubicBezTo>
                  <a:cubicBezTo>
                    <a:pt x="11418" y="11485"/>
                    <a:pt x="11761" y="11489"/>
                    <a:pt x="12104" y="11489"/>
                  </a:cubicBezTo>
                  <a:cubicBezTo>
                    <a:pt x="20140" y="11489"/>
                    <a:pt x="28087" y="8973"/>
                    <a:pt x="28087" y="8973"/>
                  </a:cubicBezTo>
                  <a:lnTo>
                    <a:pt x="16612" y="3336"/>
                  </a:lnTo>
                  <a:lnTo>
                    <a:pt x="14978" y="2535"/>
                  </a:lnTo>
                  <a:lnTo>
                    <a:pt x="9874" y="0"/>
                  </a:lnTo>
                  <a:close/>
                </a:path>
              </a:pathLst>
            </a:custGeom>
            <a:solidFill>
              <a:srgbClr val="00010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5"/>
            <p:cNvSpPr/>
            <p:nvPr/>
          </p:nvSpPr>
          <p:spPr>
            <a:xfrm>
              <a:off x="3737850" y="3982450"/>
              <a:ext cx="201000" cy="224350"/>
            </a:xfrm>
            <a:custGeom>
              <a:rect b="b" l="l" r="r" t="t"/>
              <a:pathLst>
                <a:path extrusionOk="0" h="8974" w="8040">
                  <a:moveTo>
                    <a:pt x="6405" y="1"/>
                  </a:moveTo>
                  <a:cubicBezTo>
                    <a:pt x="6038" y="2303"/>
                    <a:pt x="4670" y="6272"/>
                    <a:pt x="0" y="8807"/>
                  </a:cubicBezTo>
                  <a:cubicBezTo>
                    <a:pt x="834" y="8874"/>
                    <a:pt x="1668" y="8941"/>
                    <a:pt x="2502" y="8974"/>
                  </a:cubicBezTo>
                  <a:cubicBezTo>
                    <a:pt x="4670" y="7506"/>
                    <a:pt x="7072" y="5038"/>
                    <a:pt x="8039" y="801"/>
                  </a:cubicBezTo>
                  <a:lnTo>
                    <a:pt x="6405" y="1"/>
                  </a:lnTo>
                  <a:close/>
                </a:path>
              </a:pathLst>
            </a:custGeom>
            <a:solidFill>
              <a:srgbClr val="D0D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5"/>
            <p:cNvSpPr/>
            <p:nvPr/>
          </p:nvSpPr>
          <p:spPr>
            <a:xfrm>
              <a:off x="3298350" y="3880575"/>
              <a:ext cx="60900" cy="58575"/>
            </a:xfrm>
            <a:custGeom>
              <a:rect b="b" l="l" r="r" t="t"/>
              <a:pathLst>
                <a:path extrusionOk="0" h="2343" w="2436">
                  <a:moveTo>
                    <a:pt x="1188" y="0"/>
                  </a:moveTo>
                  <a:cubicBezTo>
                    <a:pt x="602" y="0"/>
                    <a:pt x="97" y="478"/>
                    <a:pt x="34" y="1074"/>
                  </a:cubicBezTo>
                  <a:cubicBezTo>
                    <a:pt x="1" y="1708"/>
                    <a:pt x="468" y="2275"/>
                    <a:pt x="1135" y="2341"/>
                  </a:cubicBezTo>
                  <a:cubicBezTo>
                    <a:pt x="1156" y="2342"/>
                    <a:pt x="1178" y="2343"/>
                    <a:pt x="1199" y="2343"/>
                  </a:cubicBezTo>
                  <a:cubicBezTo>
                    <a:pt x="1806" y="2343"/>
                    <a:pt x="2337" y="1885"/>
                    <a:pt x="2369" y="1241"/>
                  </a:cubicBezTo>
                  <a:cubicBezTo>
                    <a:pt x="2436" y="607"/>
                    <a:pt x="1936" y="40"/>
                    <a:pt x="1302" y="6"/>
                  </a:cubicBezTo>
                  <a:cubicBezTo>
                    <a:pt x="1264" y="2"/>
                    <a:pt x="1226" y="0"/>
                    <a:pt x="1188" y="0"/>
                  </a:cubicBezTo>
                  <a:close/>
                </a:path>
              </a:pathLst>
            </a:custGeom>
            <a:solidFill>
              <a:srgbClr val="3F3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5"/>
            <p:cNvSpPr/>
            <p:nvPr/>
          </p:nvSpPr>
          <p:spPr>
            <a:xfrm>
              <a:off x="3325875" y="3889050"/>
              <a:ext cx="20875" cy="20875"/>
            </a:xfrm>
            <a:custGeom>
              <a:rect b="b" l="l" r="r" t="t"/>
              <a:pathLst>
                <a:path extrusionOk="0" h="835" w="835">
                  <a:moveTo>
                    <a:pt x="434" y="1"/>
                  </a:moveTo>
                  <a:cubicBezTo>
                    <a:pt x="167" y="1"/>
                    <a:pt x="1" y="201"/>
                    <a:pt x="1" y="401"/>
                  </a:cubicBezTo>
                  <a:cubicBezTo>
                    <a:pt x="1" y="668"/>
                    <a:pt x="234" y="835"/>
                    <a:pt x="434" y="835"/>
                  </a:cubicBezTo>
                  <a:cubicBezTo>
                    <a:pt x="668" y="835"/>
                    <a:pt x="835" y="601"/>
                    <a:pt x="835" y="401"/>
                  </a:cubicBezTo>
                  <a:cubicBezTo>
                    <a:pt x="835" y="201"/>
                    <a:pt x="668" y="34"/>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5"/>
            <p:cNvSpPr/>
            <p:nvPr/>
          </p:nvSpPr>
          <p:spPr>
            <a:xfrm>
              <a:off x="3313375" y="3914075"/>
              <a:ext cx="12525" cy="12525"/>
            </a:xfrm>
            <a:custGeom>
              <a:rect b="b" l="l" r="r" t="t"/>
              <a:pathLst>
                <a:path extrusionOk="0" h="501" w="501">
                  <a:moveTo>
                    <a:pt x="267" y="1"/>
                  </a:moveTo>
                  <a:cubicBezTo>
                    <a:pt x="134" y="1"/>
                    <a:pt x="0" y="101"/>
                    <a:pt x="0" y="234"/>
                  </a:cubicBezTo>
                  <a:cubicBezTo>
                    <a:pt x="0" y="368"/>
                    <a:pt x="134" y="501"/>
                    <a:pt x="267" y="501"/>
                  </a:cubicBezTo>
                  <a:cubicBezTo>
                    <a:pt x="401" y="501"/>
                    <a:pt x="501" y="368"/>
                    <a:pt x="501" y="234"/>
                  </a:cubicBezTo>
                  <a:cubicBezTo>
                    <a:pt x="501" y="101"/>
                    <a:pt x="434" y="1"/>
                    <a:pt x="26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26"/>
          <p:cNvSpPr txBox="1"/>
          <p:nvPr>
            <p:ph type="title"/>
          </p:nvPr>
        </p:nvSpPr>
        <p:spPr>
          <a:xfrm>
            <a:off x="448975" y="410350"/>
            <a:ext cx="8237700" cy="24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References</a:t>
            </a:r>
            <a:endParaRPr/>
          </a:p>
        </p:txBody>
      </p:sp>
      <p:sp>
        <p:nvSpPr>
          <p:cNvPr id="483" name="Google Shape;483;p26"/>
          <p:cNvSpPr txBox="1"/>
          <p:nvPr/>
        </p:nvSpPr>
        <p:spPr>
          <a:xfrm>
            <a:off x="3412100" y="1107525"/>
            <a:ext cx="4291200" cy="1495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t/>
            </a:r>
            <a:endParaRPr sz="1200">
              <a:solidFill>
                <a:schemeClr val="dk1"/>
              </a:solidFill>
              <a:latin typeface="Roboto"/>
              <a:ea typeface="Roboto"/>
              <a:cs typeface="Roboto"/>
              <a:sym typeface="Roboto"/>
            </a:endParaRPr>
          </a:p>
        </p:txBody>
      </p:sp>
      <p:grpSp>
        <p:nvGrpSpPr>
          <p:cNvPr id="484" name="Google Shape;484;p26"/>
          <p:cNvGrpSpPr/>
          <p:nvPr/>
        </p:nvGrpSpPr>
        <p:grpSpPr>
          <a:xfrm>
            <a:off x="1163888" y="828675"/>
            <a:ext cx="1321946" cy="4000483"/>
            <a:chOff x="1163888" y="828675"/>
            <a:chExt cx="1321946" cy="4000483"/>
          </a:xfrm>
        </p:grpSpPr>
        <p:sp>
          <p:nvSpPr>
            <p:cNvPr id="485" name="Google Shape;485;p26"/>
            <p:cNvSpPr/>
            <p:nvPr/>
          </p:nvSpPr>
          <p:spPr>
            <a:xfrm>
              <a:off x="1863138" y="828675"/>
              <a:ext cx="490930" cy="4000483"/>
            </a:xfrm>
            <a:custGeom>
              <a:rect b="b" l="l" r="r" t="t"/>
              <a:pathLst>
                <a:path extrusionOk="0" h="113982" w="15898">
                  <a:moveTo>
                    <a:pt x="4121" y="1"/>
                  </a:moveTo>
                  <a:cubicBezTo>
                    <a:pt x="3876" y="1"/>
                    <a:pt x="3739" y="2"/>
                    <a:pt x="3739" y="2"/>
                  </a:cubicBezTo>
                  <a:cubicBezTo>
                    <a:pt x="3739" y="2"/>
                    <a:pt x="5016" y="31188"/>
                    <a:pt x="4620" y="44987"/>
                  </a:cubicBezTo>
                  <a:cubicBezTo>
                    <a:pt x="4256" y="58817"/>
                    <a:pt x="0" y="111219"/>
                    <a:pt x="0" y="111219"/>
                  </a:cubicBezTo>
                  <a:cubicBezTo>
                    <a:pt x="1810" y="113373"/>
                    <a:pt x="4361" y="113981"/>
                    <a:pt x="6667" y="113981"/>
                  </a:cubicBezTo>
                  <a:cubicBezTo>
                    <a:pt x="9666" y="113981"/>
                    <a:pt x="12250" y="112952"/>
                    <a:pt x="12250" y="112952"/>
                  </a:cubicBezTo>
                  <a:cubicBezTo>
                    <a:pt x="12250" y="112952"/>
                    <a:pt x="15897" y="72130"/>
                    <a:pt x="15350" y="52069"/>
                  </a:cubicBezTo>
                  <a:cubicBezTo>
                    <a:pt x="14773" y="32008"/>
                    <a:pt x="14773" y="792"/>
                    <a:pt x="14773" y="792"/>
                  </a:cubicBezTo>
                  <a:cubicBezTo>
                    <a:pt x="12804" y="47"/>
                    <a:pt x="5833" y="1"/>
                    <a:pt x="412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6"/>
            <p:cNvSpPr/>
            <p:nvPr/>
          </p:nvSpPr>
          <p:spPr>
            <a:xfrm>
              <a:off x="1179853" y="1704390"/>
              <a:ext cx="519062" cy="116819"/>
            </a:xfrm>
            <a:custGeom>
              <a:rect b="b" l="l" r="r" t="t"/>
              <a:pathLst>
                <a:path extrusionOk="0" h="3783" w="16809">
                  <a:moveTo>
                    <a:pt x="13252" y="1"/>
                  </a:moveTo>
                  <a:cubicBezTo>
                    <a:pt x="12455" y="1"/>
                    <a:pt x="11602" y="56"/>
                    <a:pt x="10791" y="165"/>
                  </a:cubicBezTo>
                  <a:lnTo>
                    <a:pt x="11216" y="1259"/>
                  </a:lnTo>
                  <a:lnTo>
                    <a:pt x="10517" y="317"/>
                  </a:lnTo>
                  <a:lnTo>
                    <a:pt x="10365" y="135"/>
                  </a:lnTo>
                  <a:cubicBezTo>
                    <a:pt x="10365" y="135"/>
                    <a:pt x="8207" y="347"/>
                    <a:pt x="6414" y="530"/>
                  </a:cubicBezTo>
                  <a:lnTo>
                    <a:pt x="6657" y="1563"/>
                  </a:lnTo>
                  <a:lnTo>
                    <a:pt x="6079" y="499"/>
                  </a:lnTo>
                  <a:cubicBezTo>
                    <a:pt x="6079" y="499"/>
                    <a:pt x="4499" y="655"/>
                    <a:pt x="4065" y="655"/>
                  </a:cubicBezTo>
                  <a:cubicBezTo>
                    <a:pt x="4029" y="655"/>
                    <a:pt x="4001" y="654"/>
                    <a:pt x="3982" y="651"/>
                  </a:cubicBezTo>
                  <a:lnTo>
                    <a:pt x="3982" y="651"/>
                  </a:lnTo>
                  <a:lnTo>
                    <a:pt x="4377" y="1715"/>
                  </a:lnTo>
                  <a:lnTo>
                    <a:pt x="3617" y="621"/>
                  </a:lnTo>
                  <a:cubicBezTo>
                    <a:pt x="3617" y="621"/>
                    <a:pt x="3415" y="607"/>
                    <a:pt x="3108" y="607"/>
                  </a:cubicBezTo>
                  <a:cubicBezTo>
                    <a:pt x="2955" y="607"/>
                    <a:pt x="2776" y="611"/>
                    <a:pt x="2584" y="621"/>
                  </a:cubicBezTo>
                  <a:cubicBezTo>
                    <a:pt x="1550" y="682"/>
                    <a:pt x="91" y="1047"/>
                    <a:pt x="0" y="2171"/>
                  </a:cubicBezTo>
                  <a:lnTo>
                    <a:pt x="0" y="2323"/>
                  </a:lnTo>
                  <a:cubicBezTo>
                    <a:pt x="31" y="3509"/>
                    <a:pt x="1611" y="3721"/>
                    <a:pt x="2614" y="3782"/>
                  </a:cubicBezTo>
                  <a:cubicBezTo>
                    <a:pt x="3009" y="3782"/>
                    <a:pt x="3313" y="3721"/>
                    <a:pt x="3465" y="3721"/>
                  </a:cubicBezTo>
                  <a:lnTo>
                    <a:pt x="4225" y="2627"/>
                  </a:lnTo>
                  <a:lnTo>
                    <a:pt x="3952" y="3782"/>
                  </a:lnTo>
                  <a:cubicBezTo>
                    <a:pt x="3952" y="3782"/>
                    <a:pt x="6566" y="3661"/>
                    <a:pt x="8450" y="3326"/>
                  </a:cubicBezTo>
                  <a:lnTo>
                    <a:pt x="8936" y="2414"/>
                  </a:lnTo>
                  <a:lnTo>
                    <a:pt x="8967" y="3265"/>
                  </a:lnTo>
                  <a:cubicBezTo>
                    <a:pt x="8967" y="3265"/>
                    <a:pt x="11399" y="2931"/>
                    <a:pt x="12493" y="2657"/>
                  </a:cubicBezTo>
                  <a:cubicBezTo>
                    <a:pt x="12493" y="2657"/>
                    <a:pt x="12706" y="2293"/>
                    <a:pt x="12736" y="1867"/>
                  </a:cubicBezTo>
                  <a:cubicBezTo>
                    <a:pt x="12736" y="1867"/>
                    <a:pt x="12766" y="2262"/>
                    <a:pt x="12858" y="2657"/>
                  </a:cubicBezTo>
                  <a:cubicBezTo>
                    <a:pt x="12858" y="2657"/>
                    <a:pt x="16809" y="2019"/>
                    <a:pt x="16687" y="895"/>
                  </a:cubicBezTo>
                  <a:cubicBezTo>
                    <a:pt x="16666" y="299"/>
                    <a:pt x="15111" y="1"/>
                    <a:pt x="13252" y="1"/>
                  </a:cubicBezTo>
                  <a:close/>
                </a:path>
              </a:pathLst>
            </a:custGeom>
            <a:solidFill>
              <a:srgbClr val="E888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6"/>
            <p:cNvSpPr/>
            <p:nvPr/>
          </p:nvSpPr>
          <p:spPr>
            <a:xfrm>
              <a:off x="1182663" y="1723535"/>
              <a:ext cx="80751" cy="97673"/>
            </a:xfrm>
            <a:custGeom>
              <a:rect b="b" l="l" r="r" t="t"/>
              <a:pathLst>
                <a:path extrusionOk="0" h="3163" w="2615">
                  <a:moveTo>
                    <a:pt x="2554" y="1"/>
                  </a:moveTo>
                  <a:lnTo>
                    <a:pt x="2554" y="1"/>
                  </a:lnTo>
                  <a:cubicBezTo>
                    <a:pt x="1551" y="62"/>
                    <a:pt x="61" y="427"/>
                    <a:pt x="0" y="1551"/>
                  </a:cubicBezTo>
                  <a:lnTo>
                    <a:pt x="0" y="1703"/>
                  </a:lnTo>
                  <a:cubicBezTo>
                    <a:pt x="31" y="2889"/>
                    <a:pt x="1581" y="3132"/>
                    <a:pt x="2614" y="3162"/>
                  </a:cubicBezTo>
                  <a:cubicBezTo>
                    <a:pt x="2554" y="2737"/>
                    <a:pt x="2523" y="2281"/>
                    <a:pt x="2523" y="1855"/>
                  </a:cubicBezTo>
                  <a:cubicBezTo>
                    <a:pt x="2493" y="1065"/>
                    <a:pt x="2523" y="427"/>
                    <a:pt x="2554" y="1"/>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6"/>
            <p:cNvSpPr/>
            <p:nvPr/>
          </p:nvSpPr>
          <p:spPr>
            <a:xfrm>
              <a:off x="1179853" y="1704081"/>
              <a:ext cx="519062" cy="117128"/>
            </a:xfrm>
            <a:custGeom>
              <a:rect b="b" l="l" r="r" t="t"/>
              <a:pathLst>
                <a:path extrusionOk="0" h="3793" w="16809">
                  <a:moveTo>
                    <a:pt x="13106" y="0"/>
                  </a:moveTo>
                  <a:cubicBezTo>
                    <a:pt x="12321" y="0"/>
                    <a:pt x="11481" y="49"/>
                    <a:pt x="10669" y="145"/>
                  </a:cubicBezTo>
                  <a:lnTo>
                    <a:pt x="11095" y="1239"/>
                  </a:lnTo>
                  <a:lnTo>
                    <a:pt x="10426" y="297"/>
                  </a:lnTo>
                  <a:cubicBezTo>
                    <a:pt x="10061" y="631"/>
                    <a:pt x="9727" y="965"/>
                    <a:pt x="9301" y="1239"/>
                  </a:cubicBezTo>
                  <a:cubicBezTo>
                    <a:pt x="8298" y="1908"/>
                    <a:pt x="6991" y="2151"/>
                    <a:pt x="5745" y="2303"/>
                  </a:cubicBezTo>
                  <a:cubicBezTo>
                    <a:pt x="4681" y="2424"/>
                    <a:pt x="3587" y="2485"/>
                    <a:pt x="2523" y="2485"/>
                  </a:cubicBezTo>
                  <a:cubicBezTo>
                    <a:pt x="1854" y="2485"/>
                    <a:pt x="1186" y="2455"/>
                    <a:pt x="486" y="2424"/>
                  </a:cubicBezTo>
                  <a:cubicBezTo>
                    <a:pt x="335" y="2424"/>
                    <a:pt x="152" y="2364"/>
                    <a:pt x="0" y="2333"/>
                  </a:cubicBezTo>
                  <a:lnTo>
                    <a:pt x="0" y="2333"/>
                  </a:lnTo>
                  <a:cubicBezTo>
                    <a:pt x="31" y="3519"/>
                    <a:pt x="1611" y="3731"/>
                    <a:pt x="2614" y="3792"/>
                  </a:cubicBezTo>
                  <a:cubicBezTo>
                    <a:pt x="3009" y="3792"/>
                    <a:pt x="3313" y="3731"/>
                    <a:pt x="3465" y="3731"/>
                  </a:cubicBezTo>
                  <a:lnTo>
                    <a:pt x="4225" y="2637"/>
                  </a:lnTo>
                  <a:lnTo>
                    <a:pt x="3952" y="3792"/>
                  </a:lnTo>
                  <a:cubicBezTo>
                    <a:pt x="3952" y="3792"/>
                    <a:pt x="6566" y="3671"/>
                    <a:pt x="8450" y="3336"/>
                  </a:cubicBezTo>
                  <a:lnTo>
                    <a:pt x="8936" y="2424"/>
                  </a:lnTo>
                  <a:lnTo>
                    <a:pt x="8967" y="3275"/>
                  </a:lnTo>
                  <a:cubicBezTo>
                    <a:pt x="8967" y="3275"/>
                    <a:pt x="11399" y="2941"/>
                    <a:pt x="12493" y="2667"/>
                  </a:cubicBezTo>
                  <a:cubicBezTo>
                    <a:pt x="12493" y="2667"/>
                    <a:pt x="12706" y="2303"/>
                    <a:pt x="12736" y="1877"/>
                  </a:cubicBezTo>
                  <a:cubicBezTo>
                    <a:pt x="12736" y="1877"/>
                    <a:pt x="12766" y="2272"/>
                    <a:pt x="12858" y="2667"/>
                  </a:cubicBezTo>
                  <a:cubicBezTo>
                    <a:pt x="12858" y="2667"/>
                    <a:pt x="16809" y="2029"/>
                    <a:pt x="16687" y="905"/>
                  </a:cubicBezTo>
                  <a:cubicBezTo>
                    <a:pt x="16666" y="298"/>
                    <a:pt x="15054" y="0"/>
                    <a:pt x="13106" y="0"/>
                  </a:cubicBez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6"/>
            <p:cNvSpPr/>
            <p:nvPr/>
          </p:nvSpPr>
          <p:spPr>
            <a:xfrm>
              <a:off x="1164814" y="1583374"/>
              <a:ext cx="520976" cy="151405"/>
            </a:xfrm>
            <a:custGeom>
              <a:rect b="b" l="l" r="r" t="t"/>
              <a:pathLst>
                <a:path extrusionOk="0" h="4903" w="16871">
                  <a:moveTo>
                    <a:pt x="2141" y="0"/>
                  </a:moveTo>
                  <a:cubicBezTo>
                    <a:pt x="1555" y="0"/>
                    <a:pt x="984" y="129"/>
                    <a:pt x="639" y="528"/>
                  </a:cubicBezTo>
                  <a:cubicBezTo>
                    <a:pt x="578" y="619"/>
                    <a:pt x="457" y="771"/>
                    <a:pt x="396" y="923"/>
                  </a:cubicBezTo>
                  <a:cubicBezTo>
                    <a:pt x="1" y="2200"/>
                    <a:pt x="1460" y="2868"/>
                    <a:pt x="2493" y="3172"/>
                  </a:cubicBezTo>
                  <a:cubicBezTo>
                    <a:pt x="2828" y="3263"/>
                    <a:pt x="3132" y="3324"/>
                    <a:pt x="3284" y="3355"/>
                  </a:cubicBezTo>
                  <a:lnTo>
                    <a:pt x="4317" y="2503"/>
                  </a:lnTo>
                  <a:lnTo>
                    <a:pt x="3739" y="3507"/>
                  </a:lnTo>
                  <a:cubicBezTo>
                    <a:pt x="3739" y="3507"/>
                    <a:pt x="6293" y="4114"/>
                    <a:pt x="8208" y="4266"/>
                  </a:cubicBezTo>
                  <a:lnTo>
                    <a:pt x="8937" y="3507"/>
                  </a:lnTo>
                  <a:lnTo>
                    <a:pt x="8724" y="4358"/>
                  </a:lnTo>
                  <a:cubicBezTo>
                    <a:pt x="8724" y="4358"/>
                    <a:pt x="11156" y="4692"/>
                    <a:pt x="12311" y="4722"/>
                  </a:cubicBezTo>
                  <a:cubicBezTo>
                    <a:pt x="12311" y="4722"/>
                    <a:pt x="12534" y="4475"/>
                    <a:pt x="12689" y="4159"/>
                  </a:cubicBezTo>
                  <a:lnTo>
                    <a:pt x="12689" y="4159"/>
                  </a:lnTo>
                  <a:cubicBezTo>
                    <a:pt x="12657" y="4293"/>
                    <a:pt x="12636" y="4539"/>
                    <a:pt x="12615" y="4814"/>
                  </a:cubicBezTo>
                  <a:cubicBezTo>
                    <a:pt x="12615" y="4814"/>
                    <a:pt x="13390" y="4902"/>
                    <a:pt x="14272" y="4902"/>
                  </a:cubicBezTo>
                  <a:cubicBezTo>
                    <a:pt x="15389" y="4902"/>
                    <a:pt x="16677" y="4760"/>
                    <a:pt x="16779" y="4114"/>
                  </a:cubicBezTo>
                  <a:cubicBezTo>
                    <a:pt x="16870" y="3537"/>
                    <a:pt x="15320" y="2777"/>
                    <a:pt x="13405" y="2291"/>
                  </a:cubicBezTo>
                  <a:cubicBezTo>
                    <a:pt x="12706" y="2108"/>
                    <a:pt x="12007" y="1987"/>
                    <a:pt x="11278" y="1896"/>
                  </a:cubicBezTo>
                  <a:lnTo>
                    <a:pt x="11278" y="1896"/>
                  </a:lnTo>
                  <a:lnTo>
                    <a:pt x="11399" y="3020"/>
                  </a:lnTo>
                  <a:lnTo>
                    <a:pt x="11399" y="3020"/>
                  </a:lnTo>
                  <a:lnTo>
                    <a:pt x="10882" y="1744"/>
                  </a:lnTo>
                  <a:cubicBezTo>
                    <a:pt x="10882" y="1744"/>
                    <a:pt x="8785" y="1379"/>
                    <a:pt x="6992" y="1075"/>
                  </a:cubicBezTo>
                  <a:lnTo>
                    <a:pt x="6901" y="2139"/>
                  </a:lnTo>
                  <a:lnTo>
                    <a:pt x="6688" y="984"/>
                  </a:lnTo>
                  <a:cubicBezTo>
                    <a:pt x="6688" y="984"/>
                    <a:pt x="4864" y="619"/>
                    <a:pt x="4621" y="558"/>
                  </a:cubicBezTo>
                  <a:lnTo>
                    <a:pt x="4621" y="558"/>
                  </a:lnTo>
                  <a:lnTo>
                    <a:pt x="4743" y="1652"/>
                  </a:lnTo>
                  <a:lnTo>
                    <a:pt x="4287" y="406"/>
                  </a:lnTo>
                  <a:cubicBezTo>
                    <a:pt x="4287" y="406"/>
                    <a:pt x="3861" y="254"/>
                    <a:pt x="3284" y="133"/>
                  </a:cubicBezTo>
                  <a:cubicBezTo>
                    <a:pt x="2940" y="59"/>
                    <a:pt x="2538" y="0"/>
                    <a:pt x="2141" y="0"/>
                  </a:cubicBezTo>
                  <a:close/>
                </a:path>
              </a:pathLst>
            </a:custGeom>
            <a:solidFill>
              <a:srgbClr val="E888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6"/>
            <p:cNvSpPr/>
            <p:nvPr/>
          </p:nvSpPr>
          <p:spPr>
            <a:xfrm>
              <a:off x="1163888" y="1583713"/>
              <a:ext cx="103263" cy="97643"/>
            </a:xfrm>
            <a:custGeom>
              <a:rect b="b" l="l" r="r" t="t"/>
              <a:pathLst>
                <a:path extrusionOk="0" h="3162" w="3344">
                  <a:moveTo>
                    <a:pt x="2136" y="0"/>
                  </a:moveTo>
                  <a:cubicBezTo>
                    <a:pt x="1555" y="0"/>
                    <a:pt x="993" y="114"/>
                    <a:pt x="639" y="486"/>
                  </a:cubicBezTo>
                  <a:cubicBezTo>
                    <a:pt x="548" y="608"/>
                    <a:pt x="426" y="760"/>
                    <a:pt x="396" y="912"/>
                  </a:cubicBezTo>
                  <a:cubicBezTo>
                    <a:pt x="0" y="2189"/>
                    <a:pt x="1459" y="2857"/>
                    <a:pt x="2493" y="3161"/>
                  </a:cubicBezTo>
                  <a:cubicBezTo>
                    <a:pt x="2584" y="2736"/>
                    <a:pt x="2645" y="2341"/>
                    <a:pt x="2766" y="1945"/>
                  </a:cubicBezTo>
                  <a:cubicBezTo>
                    <a:pt x="2979" y="1155"/>
                    <a:pt x="3162" y="486"/>
                    <a:pt x="3344" y="122"/>
                  </a:cubicBezTo>
                  <a:cubicBezTo>
                    <a:pt x="2977" y="58"/>
                    <a:pt x="2551" y="0"/>
                    <a:pt x="2136" y="0"/>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6"/>
            <p:cNvSpPr/>
            <p:nvPr/>
          </p:nvSpPr>
          <p:spPr>
            <a:xfrm>
              <a:off x="1164814" y="1599647"/>
              <a:ext cx="520976" cy="135131"/>
            </a:xfrm>
            <a:custGeom>
              <a:rect b="b" l="l" r="r" t="t"/>
              <a:pathLst>
                <a:path extrusionOk="0" h="4376" w="16871">
                  <a:moveTo>
                    <a:pt x="639" y="1"/>
                  </a:moveTo>
                  <a:cubicBezTo>
                    <a:pt x="578" y="92"/>
                    <a:pt x="457" y="244"/>
                    <a:pt x="396" y="396"/>
                  </a:cubicBezTo>
                  <a:cubicBezTo>
                    <a:pt x="1" y="1673"/>
                    <a:pt x="1460" y="2341"/>
                    <a:pt x="2493" y="2645"/>
                  </a:cubicBezTo>
                  <a:cubicBezTo>
                    <a:pt x="2828" y="2736"/>
                    <a:pt x="3132" y="2797"/>
                    <a:pt x="3284" y="2828"/>
                  </a:cubicBezTo>
                  <a:lnTo>
                    <a:pt x="4317" y="1976"/>
                  </a:lnTo>
                  <a:lnTo>
                    <a:pt x="3739" y="2980"/>
                  </a:lnTo>
                  <a:cubicBezTo>
                    <a:pt x="3739" y="2980"/>
                    <a:pt x="6293" y="3587"/>
                    <a:pt x="8208" y="3739"/>
                  </a:cubicBezTo>
                  <a:lnTo>
                    <a:pt x="8937" y="2980"/>
                  </a:lnTo>
                  <a:lnTo>
                    <a:pt x="8724" y="3831"/>
                  </a:lnTo>
                  <a:cubicBezTo>
                    <a:pt x="8724" y="3831"/>
                    <a:pt x="11156" y="4165"/>
                    <a:pt x="12311" y="4195"/>
                  </a:cubicBezTo>
                  <a:cubicBezTo>
                    <a:pt x="12311" y="4195"/>
                    <a:pt x="12534" y="3948"/>
                    <a:pt x="12689" y="3632"/>
                  </a:cubicBezTo>
                  <a:lnTo>
                    <a:pt x="12689" y="3632"/>
                  </a:lnTo>
                  <a:cubicBezTo>
                    <a:pt x="12657" y="3766"/>
                    <a:pt x="12636" y="4012"/>
                    <a:pt x="12615" y="4287"/>
                  </a:cubicBezTo>
                  <a:cubicBezTo>
                    <a:pt x="12615" y="4287"/>
                    <a:pt x="13390" y="4375"/>
                    <a:pt x="14272" y="4375"/>
                  </a:cubicBezTo>
                  <a:cubicBezTo>
                    <a:pt x="15389" y="4375"/>
                    <a:pt x="16677" y="4233"/>
                    <a:pt x="16779" y="3587"/>
                  </a:cubicBezTo>
                  <a:cubicBezTo>
                    <a:pt x="16870" y="3010"/>
                    <a:pt x="15320" y="2250"/>
                    <a:pt x="13436" y="1764"/>
                  </a:cubicBezTo>
                  <a:cubicBezTo>
                    <a:pt x="12406" y="2294"/>
                    <a:pt x="11318" y="2738"/>
                    <a:pt x="10174" y="2738"/>
                  </a:cubicBezTo>
                  <a:cubicBezTo>
                    <a:pt x="10137" y="2738"/>
                    <a:pt x="10099" y="2737"/>
                    <a:pt x="10062" y="2736"/>
                  </a:cubicBezTo>
                  <a:cubicBezTo>
                    <a:pt x="8968" y="2645"/>
                    <a:pt x="7934" y="2159"/>
                    <a:pt x="6870" y="1976"/>
                  </a:cubicBezTo>
                  <a:cubicBezTo>
                    <a:pt x="6110" y="1855"/>
                    <a:pt x="5381" y="1855"/>
                    <a:pt x="4621" y="1764"/>
                  </a:cubicBezTo>
                  <a:cubicBezTo>
                    <a:pt x="4013" y="1733"/>
                    <a:pt x="3375" y="1612"/>
                    <a:pt x="2767" y="1429"/>
                  </a:cubicBezTo>
                  <a:cubicBezTo>
                    <a:pt x="2372" y="1369"/>
                    <a:pt x="2037" y="1217"/>
                    <a:pt x="1703" y="1004"/>
                  </a:cubicBezTo>
                  <a:cubicBezTo>
                    <a:pt x="1247" y="761"/>
                    <a:pt x="943" y="487"/>
                    <a:pt x="670" y="62"/>
                  </a:cubicBezTo>
                  <a:cubicBezTo>
                    <a:pt x="639" y="31"/>
                    <a:pt x="639" y="31"/>
                    <a:pt x="639" y="1"/>
                  </a:cubicBez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6"/>
            <p:cNvSpPr/>
            <p:nvPr/>
          </p:nvSpPr>
          <p:spPr>
            <a:xfrm>
              <a:off x="1234293" y="1498579"/>
              <a:ext cx="492783" cy="254235"/>
            </a:xfrm>
            <a:custGeom>
              <a:rect b="b" l="l" r="r" t="t"/>
              <a:pathLst>
                <a:path extrusionOk="0" h="8233" w="15958">
                  <a:moveTo>
                    <a:pt x="1728" y="0"/>
                  </a:moveTo>
                  <a:cubicBezTo>
                    <a:pt x="1560" y="0"/>
                    <a:pt x="1397" y="16"/>
                    <a:pt x="1246" y="52"/>
                  </a:cubicBezTo>
                  <a:cubicBezTo>
                    <a:pt x="821" y="173"/>
                    <a:pt x="486" y="417"/>
                    <a:pt x="334" y="903"/>
                  </a:cubicBezTo>
                  <a:cubicBezTo>
                    <a:pt x="0" y="1997"/>
                    <a:pt x="1246" y="2818"/>
                    <a:pt x="2189" y="3243"/>
                  </a:cubicBezTo>
                  <a:cubicBezTo>
                    <a:pt x="2736" y="3517"/>
                    <a:pt x="3131" y="3639"/>
                    <a:pt x="3131" y="3639"/>
                  </a:cubicBezTo>
                  <a:lnTo>
                    <a:pt x="4256" y="2879"/>
                  </a:lnTo>
                  <a:lnTo>
                    <a:pt x="3526" y="3699"/>
                  </a:lnTo>
                  <a:cubicBezTo>
                    <a:pt x="3739" y="3760"/>
                    <a:pt x="5411" y="4581"/>
                    <a:pt x="5411" y="4581"/>
                  </a:cubicBezTo>
                  <a:lnTo>
                    <a:pt x="6322" y="3791"/>
                  </a:lnTo>
                  <a:lnTo>
                    <a:pt x="5775" y="4672"/>
                  </a:lnTo>
                  <a:cubicBezTo>
                    <a:pt x="7356" y="5493"/>
                    <a:pt x="9301" y="6465"/>
                    <a:pt x="9301" y="6465"/>
                  </a:cubicBezTo>
                  <a:lnTo>
                    <a:pt x="10426" y="5705"/>
                  </a:lnTo>
                  <a:lnTo>
                    <a:pt x="10426" y="5705"/>
                  </a:lnTo>
                  <a:lnTo>
                    <a:pt x="9666" y="6557"/>
                  </a:lnTo>
                  <a:cubicBezTo>
                    <a:pt x="11458" y="7499"/>
                    <a:pt x="13633" y="8232"/>
                    <a:pt x="14732" y="8232"/>
                  </a:cubicBezTo>
                  <a:cubicBezTo>
                    <a:pt x="15086" y="8232"/>
                    <a:pt x="15329" y="8156"/>
                    <a:pt x="15411" y="7985"/>
                  </a:cubicBezTo>
                  <a:cubicBezTo>
                    <a:pt x="15958" y="6952"/>
                    <a:pt x="12462" y="4976"/>
                    <a:pt x="12402" y="4976"/>
                  </a:cubicBezTo>
                  <a:cubicBezTo>
                    <a:pt x="12189" y="5341"/>
                    <a:pt x="12037" y="5675"/>
                    <a:pt x="12037" y="5675"/>
                  </a:cubicBezTo>
                  <a:cubicBezTo>
                    <a:pt x="12128" y="5280"/>
                    <a:pt x="12098" y="4854"/>
                    <a:pt x="12098" y="4854"/>
                  </a:cubicBezTo>
                  <a:cubicBezTo>
                    <a:pt x="11915" y="4733"/>
                    <a:pt x="11642" y="4550"/>
                    <a:pt x="11368" y="4398"/>
                  </a:cubicBezTo>
                  <a:cubicBezTo>
                    <a:pt x="10365" y="3760"/>
                    <a:pt x="8997" y="3031"/>
                    <a:pt x="8997" y="3031"/>
                  </a:cubicBezTo>
                  <a:lnTo>
                    <a:pt x="8693" y="3821"/>
                  </a:lnTo>
                  <a:lnTo>
                    <a:pt x="8572" y="2818"/>
                  </a:lnTo>
                  <a:cubicBezTo>
                    <a:pt x="6991" y="1815"/>
                    <a:pt x="4559" y="781"/>
                    <a:pt x="4559" y="781"/>
                  </a:cubicBezTo>
                  <a:lnTo>
                    <a:pt x="4407" y="1936"/>
                  </a:lnTo>
                  <a:lnTo>
                    <a:pt x="4104" y="629"/>
                  </a:lnTo>
                  <a:cubicBezTo>
                    <a:pt x="3952" y="569"/>
                    <a:pt x="3678" y="447"/>
                    <a:pt x="3344" y="325"/>
                  </a:cubicBezTo>
                  <a:cubicBezTo>
                    <a:pt x="2879" y="163"/>
                    <a:pt x="2273" y="0"/>
                    <a:pt x="1728" y="0"/>
                  </a:cubicBezTo>
                  <a:close/>
                </a:path>
              </a:pathLst>
            </a:custGeom>
            <a:solidFill>
              <a:srgbClr val="E888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6"/>
            <p:cNvSpPr/>
            <p:nvPr/>
          </p:nvSpPr>
          <p:spPr>
            <a:xfrm>
              <a:off x="1234293" y="1497745"/>
              <a:ext cx="103263" cy="100051"/>
            </a:xfrm>
            <a:custGeom>
              <a:rect b="b" l="l" r="r" t="t"/>
              <a:pathLst>
                <a:path extrusionOk="0" h="3240" w="3344">
                  <a:moveTo>
                    <a:pt x="1694" y="1"/>
                  </a:moveTo>
                  <a:cubicBezTo>
                    <a:pt x="1538" y="1"/>
                    <a:pt x="1387" y="15"/>
                    <a:pt x="1246" y="48"/>
                  </a:cubicBezTo>
                  <a:cubicBezTo>
                    <a:pt x="821" y="170"/>
                    <a:pt x="486" y="413"/>
                    <a:pt x="334" y="900"/>
                  </a:cubicBezTo>
                  <a:cubicBezTo>
                    <a:pt x="0" y="1994"/>
                    <a:pt x="1246" y="2784"/>
                    <a:pt x="2189" y="3240"/>
                  </a:cubicBezTo>
                  <a:cubicBezTo>
                    <a:pt x="2280" y="3027"/>
                    <a:pt x="2341" y="2693"/>
                    <a:pt x="2493" y="2267"/>
                  </a:cubicBezTo>
                  <a:cubicBezTo>
                    <a:pt x="2736" y="1690"/>
                    <a:pt x="2979" y="1021"/>
                    <a:pt x="3344" y="322"/>
                  </a:cubicBezTo>
                  <a:cubicBezTo>
                    <a:pt x="2870" y="180"/>
                    <a:pt x="2248" y="1"/>
                    <a:pt x="1694" y="1"/>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6"/>
            <p:cNvSpPr/>
            <p:nvPr/>
          </p:nvSpPr>
          <p:spPr>
            <a:xfrm>
              <a:off x="1234293" y="1500154"/>
              <a:ext cx="492660" cy="252660"/>
            </a:xfrm>
            <a:custGeom>
              <a:rect b="b" l="l" r="r" t="t"/>
              <a:pathLst>
                <a:path extrusionOk="0" h="8182" w="15954">
                  <a:moveTo>
                    <a:pt x="1246" y="1"/>
                  </a:moveTo>
                  <a:cubicBezTo>
                    <a:pt x="821" y="122"/>
                    <a:pt x="486" y="366"/>
                    <a:pt x="334" y="852"/>
                  </a:cubicBezTo>
                  <a:cubicBezTo>
                    <a:pt x="0" y="1946"/>
                    <a:pt x="1246" y="2767"/>
                    <a:pt x="2189" y="3192"/>
                  </a:cubicBezTo>
                  <a:cubicBezTo>
                    <a:pt x="2736" y="3466"/>
                    <a:pt x="3131" y="3588"/>
                    <a:pt x="3131" y="3588"/>
                  </a:cubicBezTo>
                  <a:lnTo>
                    <a:pt x="4230" y="2845"/>
                  </a:lnTo>
                  <a:lnTo>
                    <a:pt x="4230" y="2845"/>
                  </a:lnTo>
                  <a:cubicBezTo>
                    <a:pt x="4233" y="2845"/>
                    <a:pt x="4236" y="2846"/>
                    <a:pt x="4239" y="2847"/>
                  </a:cubicBezTo>
                  <a:lnTo>
                    <a:pt x="4239" y="2847"/>
                  </a:lnTo>
                  <a:lnTo>
                    <a:pt x="4256" y="2828"/>
                  </a:lnTo>
                  <a:lnTo>
                    <a:pt x="4230" y="2845"/>
                  </a:lnTo>
                  <a:lnTo>
                    <a:pt x="4230" y="2845"/>
                  </a:lnTo>
                  <a:cubicBezTo>
                    <a:pt x="3629" y="2703"/>
                    <a:pt x="3041" y="2540"/>
                    <a:pt x="2523" y="2250"/>
                  </a:cubicBezTo>
                  <a:cubicBezTo>
                    <a:pt x="2341" y="2129"/>
                    <a:pt x="2158" y="2037"/>
                    <a:pt x="2006" y="1916"/>
                  </a:cubicBezTo>
                  <a:cubicBezTo>
                    <a:pt x="1246" y="1308"/>
                    <a:pt x="1368" y="730"/>
                    <a:pt x="1246" y="1"/>
                  </a:cubicBezTo>
                  <a:close/>
                  <a:moveTo>
                    <a:pt x="4239" y="2847"/>
                  </a:moveTo>
                  <a:lnTo>
                    <a:pt x="3526" y="3648"/>
                  </a:lnTo>
                  <a:cubicBezTo>
                    <a:pt x="3739" y="3709"/>
                    <a:pt x="5411" y="4530"/>
                    <a:pt x="5411" y="4530"/>
                  </a:cubicBezTo>
                  <a:lnTo>
                    <a:pt x="6322" y="3740"/>
                  </a:lnTo>
                  <a:lnTo>
                    <a:pt x="5775" y="4621"/>
                  </a:lnTo>
                  <a:cubicBezTo>
                    <a:pt x="7356" y="5442"/>
                    <a:pt x="9301" y="6414"/>
                    <a:pt x="9301" y="6414"/>
                  </a:cubicBezTo>
                  <a:lnTo>
                    <a:pt x="10426" y="5654"/>
                  </a:lnTo>
                  <a:lnTo>
                    <a:pt x="10426" y="5654"/>
                  </a:lnTo>
                  <a:lnTo>
                    <a:pt x="9666" y="6506"/>
                  </a:lnTo>
                  <a:cubicBezTo>
                    <a:pt x="11458" y="7448"/>
                    <a:pt x="13633" y="8181"/>
                    <a:pt x="14732" y="8181"/>
                  </a:cubicBezTo>
                  <a:cubicBezTo>
                    <a:pt x="15086" y="8181"/>
                    <a:pt x="15329" y="8105"/>
                    <a:pt x="15411" y="7934"/>
                  </a:cubicBezTo>
                  <a:cubicBezTo>
                    <a:pt x="15954" y="6909"/>
                    <a:pt x="12515" y="4955"/>
                    <a:pt x="12493" y="4955"/>
                  </a:cubicBezTo>
                  <a:cubicBezTo>
                    <a:pt x="12492" y="4955"/>
                    <a:pt x="12493" y="4955"/>
                    <a:pt x="12493" y="4955"/>
                  </a:cubicBezTo>
                  <a:cubicBezTo>
                    <a:pt x="12250" y="5320"/>
                    <a:pt x="12098" y="5685"/>
                    <a:pt x="12098" y="5685"/>
                  </a:cubicBezTo>
                  <a:cubicBezTo>
                    <a:pt x="12219" y="5259"/>
                    <a:pt x="12189" y="4834"/>
                    <a:pt x="12189" y="4834"/>
                  </a:cubicBezTo>
                  <a:cubicBezTo>
                    <a:pt x="12006" y="4712"/>
                    <a:pt x="11733" y="4530"/>
                    <a:pt x="11459" y="4378"/>
                  </a:cubicBezTo>
                  <a:cubicBezTo>
                    <a:pt x="11034" y="4621"/>
                    <a:pt x="10669" y="4895"/>
                    <a:pt x="10274" y="5138"/>
                  </a:cubicBezTo>
                  <a:cubicBezTo>
                    <a:pt x="10091" y="5259"/>
                    <a:pt x="9940" y="5381"/>
                    <a:pt x="9727" y="5411"/>
                  </a:cubicBezTo>
                  <a:cubicBezTo>
                    <a:pt x="9703" y="5413"/>
                    <a:pt x="9680" y="5414"/>
                    <a:pt x="9657" y="5414"/>
                  </a:cubicBezTo>
                  <a:cubicBezTo>
                    <a:pt x="9323" y="5414"/>
                    <a:pt x="9042" y="5213"/>
                    <a:pt x="8815" y="4986"/>
                  </a:cubicBezTo>
                  <a:cubicBezTo>
                    <a:pt x="7690" y="4135"/>
                    <a:pt x="6444" y="3436"/>
                    <a:pt x="5076" y="3040"/>
                  </a:cubicBezTo>
                  <a:cubicBezTo>
                    <a:pt x="4798" y="2973"/>
                    <a:pt x="4517" y="2912"/>
                    <a:pt x="4239" y="2847"/>
                  </a:cubicBez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6"/>
            <p:cNvSpPr/>
            <p:nvPr/>
          </p:nvSpPr>
          <p:spPr>
            <a:xfrm>
              <a:off x="1279346" y="1333744"/>
              <a:ext cx="419567" cy="361852"/>
            </a:xfrm>
            <a:custGeom>
              <a:rect b="b" l="l" r="r" t="t"/>
              <a:pathLst>
                <a:path extrusionOk="0" h="11718" w="13587">
                  <a:moveTo>
                    <a:pt x="1667" y="1"/>
                  </a:moveTo>
                  <a:cubicBezTo>
                    <a:pt x="1365" y="1"/>
                    <a:pt x="1084" y="90"/>
                    <a:pt x="851" y="314"/>
                  </a:cubicBezTo>
                  <a:cubicBezTo>
                    <a:pt x="821" y="344"/>
                    <a:pt x="730" y="435"/>
                    <a:pt x="669" y="557"/>
                  </a:cubicBezTo>
                  <a:cubicBezTo>
                    <a:pt x="0" y="1499"/>
                    <a:pt x="1034" y="2685"/>
                    <a:pt x="1793" y="3353"/>
                  </a:cubicBezTo>
                  <a:cubicBezTo>
                    <a:pt x="2219" y="3748"/>
                    <a:pt x="2584" y="3961"/>
                    <a:pt x="2584" y="3961"/>
                  </a:cubicBezTo>
                  <a:lnTo>
                    <a:pt x="3769" y="3597"/>
                  </a:lnTo>
                  <a:lnTo>
                    <a:pt x="3921" y="3597"/>
                  </a:lnTo>
                  <a:lnTo>
                    <a:pt x="3830" y="3627"/>
                  </a:lnTo>
                  <a:lnTo>
                    <a:pt x="2979" y="4204"/>
                  </a:lnTo>
                  <a:cubicBezTo>
                    <a:pt x="3161" y="4296"/>
                    <a:pt x="4529" y="5572"/>
                    <a:pt x="4529" y="5572"/>
                  </a:cubicBezTo>
                  <a:lnTo>
                    <a:pt x="5441" y="5116"/>
                  </a:lnTo>
                  <a:lnTo>
                    <a:pt x="5593" y="5025"/>
                  </a:lnTo>
                  <a:lnTo>
                    <a:pt x="5593" y="5025"/>
                  </a:lnTo>
                  <a:lnTo>
                    <a:pt x="5471" y="5147"/>
                  </a:lnTo>
                  <a:lnTo>
                    <a:pt x="4803" y="5724"/>
                  </a:lnTo>
                  <a:cubicBezTo>
                    <a:pt x="6079" y="6940"/>
                    <a:pt x="7690" y="8399"/>
                    <a:pt x="7690" y="8399"/>
                  </a:cubicBezTo>
                  <a:lnTo>
                    <a:pt x="8632" y="8095"/>
                  </a:lnTo>
                  <a:lnTo>
                    <a:pt x="8967" y="8004"/>
                  </a:lnTo>
                  <a:lnTo>
                    <a:pt x="8724" y="8186"/>
                  </a:lnTo>
                  <a:lnTo>
                    <a:pt x="8025" y="8642"/>
                  </a:lnTo>
                  <a:cubicBezTo>
                    <a:pt x="9667" y="10258"/>
                    <a:pt x="11867" y="11718"/>
                    <a:pt x="12806" y="11718"/>
                  </a:cubicBezTo>
                  <a:cubicBezTo>
                    <a:pt x="12962" y="11718"/>
                    <a:pt x="13083" y="11677"/>
                    <a:pt x="13161" y="11591"/>
                  </a:cubicBezTo>
                  <a:cubicBezTo>
                    <a:pt x="13587" y="11135"/>
                    <a:pt x="12918" y="10040"/>
                    <a:pt x="12310" y="9159"/>
                  </a:cubicBezTo>
                  <a:cubicBezTo>
                    <a:pt x="11763" y="8460"/>
                    <a:pt x="11186" y="7882"/>
                    <a:pt x="11186" y="7882"/>
                  </a:cubicBezTo>
                  <a:cubicBezTo>
                    <a:pt x="10851" y="8186"/>
                    <a:pt x="10608" y="8460"/>
                    <a:pt x="10608" y="8460"/>
                  </a:cubicBezTo>
                  <a:cubicBezTo>
                    <a:pt x="10851" y="8095"/>
                    <a:pt x="10912" y="7700"/>
                    <a:pt x="10912" y="7700"/>
                  </a:cubicBezTo>
                  <a:cubicBezTo>
                    <a:pt x="10183" y="6818"/>
                    <a:pt x="8450" y="5055"/>
                    <a:pt x="8450" y="5055"/>
                  </a:cubicBezTo>
                  <a:lnTo>
                    <a:pt x="7903" y="5755"/>
                  </a:lnTo>
                  <a:lnTo>
                    <a:pt x="7903" y="5755"/>
                  </a:lnTo>
                  <a:lnTo>
                    <a:pt x="8055" y="4721"/>
                  </a:lnTo>
                  <a:cubicBezTo>
                    <a:pt x="6778" y="3323"/>
                    <a:pt x="4772" y="1651"/>
                    <a:pt x="4772" y="1651"/>
                  </a:cubicBezTo>
                  <a:lnTo>
                    <a:pt x="4255" y="2715"/>
                  </a:lnTo>
                  <a:lnTo>
                    <a:pt x="4347" y="1378"/>
                  </a:lnTo>
                  <a:cubicBezTo>
                    <a:pt x="4225" y="1256"/>
                    <a:pt x="4012" y="1074"/>
                    <a:pt x="3708" y="861"/>
                  </a:cubicBezTo>
                  <a:cubicBezTo>
                    <a:pt x="3139" y="460"/>
                    <a:pt x="2350" y="1"/>
                    <a:pt x="1667" y="1"/>
                  </a:cubicBezTo>
                  <a:close/>
                </a:path>
              </a:pathLst>
            </a:custGeom>
            <a:solidFill>
              <a:srgbClr val="E888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6"/>
            <p:cNvSpPr/>
            <p:nvPr/>
          </p:nvSpPr>
          <p:spPr>
            <a:xfrm>
              <a:off x="1279346" y="1333436"/>
              <a:ext cx="114534" cy="102923"/>
            </a:xfrm>
            <a:custGeom>
              <a:rect b="b" l="l" r="r" t="t"/>
              <a:pathLst>
                <a:path extrusionOk="0" h="3333" w="3709">
                  <a:moveTo>
                    <a:pt x="1657" y="1"/>
                  </a:moveTo>
                  <a:cubicBezTo>
                    <a:pt x="1363" y="1"/>
                    <a:pt x="1087" y="85"/>
                    <a:pt x="851" y="293"/>
                  </a:cubicBezTo>
                  <a:cubicBezTo>
                    <a:pt x="821" y="324"/>
                    <a:pt x="730" y="415"/>
                    <a:pt x="669" y="506"/>
                  </a:cubicBezTo>
                  <a:cubicBezTo>
                    <a:pt x="0" y="1479"/>
                    <a:pt x="1034" y="2634"/>
                    <a:pt x="1793" y="3333"/>
                  </a:cubicBezTo>
                  <a:cubicBezTo>
                    <a:pt x="1945" y="3090"/>
                    <a:pt x="2189" y="2755"/>
                    <a:pt x="2493" y="2330"/>
                  </a:cubicBezTo>
                  <a:cubicBezTo>
                    <a:pt x="2797" y="1874"/>
                    <a:pt x="3192" y="1357"/>
                    <a:pt x="3708" y="871"/>
                  </a:cubicBezTo>
                  <a:cubicBezTo>
                    <a:pt x="3133" y="466"/>
                    <a:pt x="2347" y="1"/>
                    <a:pt x="1657" y="1"/>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6"/>
            <p:cNvSpPr/>
            <p:nvPr/>
          </p:nvSpPr>
          <p:spPr>
            <a:xfrm>
              <a:off x="1279346" y="1343410"/>
              <a:ext cx="116418" cy="112681"/>
            </a:xfrm>
            <a:custGeom>
              <a:rect b="b" l="l" r="r" t="t"/>
              <a:pathLst>
                <a:path extrusionOk="0" h="3649" w="3770">
                  <a:moveTo>
                    <a:pt x="851" y="1"/>
                  </a:moveTo>
                  <a:cubicBezTo>
                    <a:pt x="821" y="31"/>
                    <a:pt x="730" y="122"/>
                    <a:pt x="669" y="244"/>
                  </a:cubicBezTo>
                  <a:cubicBezTo>
                    <a:pt x="0" y="1186"/>
                    <a:pt x="1034" y="2372"/>
                    <a:pt x="1793" y="3040"/>
                  </a:cubicBezTo>
                  <a:cubicBezTo>
                    <a:pt x="2219" y="3435"/>
                    <a:pt x="2584" y="3648"/>
                    <a:pt x="2584" y="3648"/>
                  </a:cubicBezTo>
                  <a:lnTo>
                    <a:pt x="3769" y="3284"/>
                  </a:lnTo>
                  <a:cubicBezTo>
                    <a:pt x="3435" y="2919"/>
                    <a:pt x="3100" y="2615"/>
                    <a:pt x="2736" y="2280"/>
                  </a:cubicBezTo>
                  <a:cubicBezTo>
                    <a:pt x="2675" y="2220"/>
                    <a:pt x="2553" y="2128"/>
                    <a:pt x="2493" y="2068"/>
                  </a:cubicBezTo>
                  <a:cubicBezTo>
                    <a:pt x="1763" y="1399"/>
                    <a:pt x="1125" y="882"/>
                    <a:pt x="851" y="1"/>
                  </a:cubicBez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6"/>
            <p:cNvSpPr/>
            <p:nvPr/>
          </p:nvSpPr>
          <p:spPr>
            <a:xfrm>
              <a:off x="1370378" y="1445713"/>
              <a:ext cx="76057" cy="60123"/>
            </a:xfrm>
            <a:custGeom>
              <a:rect b="b" l="l" r="r" t="t"/>
              <a:pathLst>
                <a:path extrusionOk="0" h="1947" w="2463">
                  <a:moveTo>
                    <a:pt x="852" y="1"/>
                  </a:moveTo>
                  <a:lnTo>
                    <a:pt x="0" y="578"/>
                  </a:lnTo>
                  <a:cubicBezTo>
                    <a:pt x="183" y="670"/>
                    <a:pt x="1551" y="1946"/>
                    <a:pt x="1551" y="1946"/>
                  </a:cubicBezTo>
                  <a:lnTo>
                    <a:pt x="2463" y="1490"/>
                  </a:lnTo>
                  <a:cubicBezTo>
                    <a:pt x="1915" y="974"/>
                    <a:pt x="1399" y="457"/>
                    <a:pt x="852" y="1"/>
                  </a:cubicBez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6"/>
            <p:cNvSpPr/>
            <p:nvPr/>
          </p:nvSpPr>
          <p:spPr>
            <a:xfrm>
              <a:off x="1427628" y="1492650"/>
              <a:ext cx="118301" cy="100484"/>
            </a:xfrm>
            <a:custGeom>
              <a:rect b="b" l="l" r="r" t="t"/>
              <a:pathLst>
                <a:path extrusionOk="0" h="3254" w="3831">
                  <a:moveTo>
                    <a:pt x="669" y="1"/>
                  </a:moveTo>
                  <a:lnTo>
                    <a:pt x="1" y="578"/>
                  </a:lnTo>
                  <a:cubicBezTo>
                    <a:pt x="1277" y="1794"/>
                    <a:pt x="2888" y="3253"/>
                    <a:pt x="2888" y="3253"/>
                  </a:cubicBezTo>
                  <a:lnTo>
                    <a:pt x="3830" y="2949"/>
                  </a:lnTo>
                  <a:cubicBezTo>
                    <a:pt x="2767" y="1976"/>
                    <a:pt x="1703" y="973"/>
                    <a:pt x="669" y="1"/>
                  </a:cubicBez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6"/>
            <p:cNvSpPr/>
            <p:nvPr/>
          </p:nvSpPr>
          <p:spPr>
            <a:xfrm>
              <a:off x="1527121" y="1586523"/>
              <a:ext cx="171785" cy="109068"/>
            </a:xfrm>
            <a:custGeom>
              <a:rect b="b" l="l" r="r" t="t"/>
              <a:pathLst>
                <a:path extrusionOk="0" h="3532" w="5563">
                  <a:moveTo>
                    <a:pt x="700" y="0"/>
                  </a:moveTo>
                  <a:lnTo>
                    <a:pt x="1" y="456"/>
                  </a:lnTo>
                  <a:cubicBezTo>
                    <a:pt x="1643" y="2072"/>
                    <a:pt x="3843" y="3532"/>
                    <a:pt x="4782" y="3532"/>
                  </a:cubicBezTo>
                  <a:cubicBezTo>
                    <a:pt x="4938" y="3532"/>
                    <a:pt x="5059" y="3491"/>
                    <a:pt x="5137" y="3405"/>
                  </a:cubicBezTo>
                  <a:cubicBezTo>
                    <a:pt x="5563" y="2949"/>
                    <a:pt x="4894" y="1854"/>
                    <a:pt x="4256" y="973"/>
                  </a:cubicBezTo>
                  <a:cubicBezTo>
                    <a:pt x="4074" y="973"/>
                    <a:pt x="3922" y="973"/>
                    <a:pt x="3770" y="1003"/>
                  </a:cubicBezTo>
                  <a:cubicBezTo>
                    <a:pt x="3369" y="1118"/>
                    <a:pt x="2968" y="1340"/>
                    <a:pt x="2542" y="1340"/>
                  </a:cubicBezTo>
                  <a:cubicBezTo>
                    <a:pt x="2515" y="1340"/>
                    <a:pt x="2489" y="1339"/>
                    <a:pt x="2463" y="1338"/>
                  </a:cubicBezTo>
                  <a:cubicBezTo>
                    <a:pt x="2067" y="1277"/>
                    <a:pt x="1764" y="973"/>
                    <a:pt x="1460" y="730"/>
                  </a:cubicBezTo>
                  <a:cubicBezTo>
                    <a:pt x="1216" y="487"/>
                    <a:pt x="943" y="213"/>
                    <a:pt x="700" y="0"/>
                  </a:cubicBez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6"/>
            <p:cNvSpPr/>
            <p:nvPr/>
          </p:nvSpPr>
          <p:spPr>
            <a:xfrm>
              <a:off x="1347836" y="1230792"/>
              <a:ext cx="344528" cy="434667"/>
            </a:xfrm>
            <a:custGeom>
              <a:rect b="b" l="l" r="r" t="t"/>
              <a:pathLst>
                <a:path extrusionOk="0" h="14076" w="11157">
                  <a:moveTo>
                    <a:pt x="1734" y="0"/>
                  </a:moveTo>
                  <a:cubicBezTo>
                    <a:pt x="1582" y="0"/>
                    <a:pt x="1399" y="31"/>
                    <a:pt x="1217" y="122"/>
                  </a:cubicBezTo>
                  <a:cubicBezTo>
                    <a:pt x="1" y="730"/>
                    <a:pt x="609" y="2250"/>
                    <a:pt x="1095" y="3192"/>
                  </a:cubicBezTo>
                  <a:cubicBezTo>
                    <a:pt x="1247" y="3526"/>
                    <a:pt x="1430" y="3769"/>
                    <a:pt x="1521" y="3921"/>
                  </a:cubicBezTo>
                  <a:lnTo>
                    <a:pt x="2858" y="4043"/>
                  </a:lnTo>
                  <a:lnTo>
                    <a:pt x="1734" y="4377"/>
                  </a:lnTo>
                  <a:cubicBezTo>
                    <a:pt x="1734" y="4377"/>
                    <a:pt x="3132" y="6627"/>
                    <a:pt x="4378" y="8055"/>
                  </a:cubicBezTo>
                  <a:lnTo>
                    <a:pt x="5381" y="8025"/>
                  </a:lnTo>
                  <a:lnTo>
                    <a:pt x="4652" y="8450"/>
                  </a:lnTo>
                  <a:cubicBezTo>
                    <a:pt x="4652" y="8450"/>
                    <a:pt x="6171" y="10426"/>
                    <a:pt x="6931" y="11247"/>
                  </a:cubicBezTo>
                  <a:lnTo>
                    <a:pt x="6992" y="11247"/>
                  </a:lnTo>
                  <a:cubicBezTo>
                    <a:pt x="7079" y="11247"/>
                    <a:pt x="7412" y="11219"/>
                    <a:pt x="7705" y="11086"/>
                  </a:cubicBezTo>
                  <a:lnTo>
                    <a:pt x="7705" y="11086"/>
                  </a:lnTo>
                  <a:cubicBezTo>
                    <a:pt x="7598" y="11148"/>
                    <a:pt x="7404" y="11312"/>
                    <a:pt x="7144" y="11520"/>
                  </a:cubicBezTo>
                  <a:lnTo>
                    <a:pt x="7114" y="11520"/>
                  </a:lnTo>
                  <a:cubicBezTo>
                    <a:pt x="7114" y="11520"/>
                    <a:pt x="7144" y="11581"/>
                    <a:pt x="7205" y="11672"/>
                  </a:cubicBezTo>
                  <a:cubicBezTo>
                    <a:pt x="7637" y="12213"/>
                    <a:pt x="9271" y="14075"/>
                    <a:pt x="10205" y="14075"/>
                  </a:cubicBezTo>
                  <a:cubicBezTo>
                    <a:pt x="10321" y="14075"/>
                    <a:pt x="10427" y="14046"/>
                    <a:pt x="10518" y="13982"/>
                  </a:cubicBezTo>
                  <a:cubicBezTo>
                    <a:pt x="11156" y="13526"/>
                    <a:pt x="9880" y="10639"/>
                    <a:pt x="8360" y="8511"/>
                  </a:cubicBezTo>
                  <a:lnTo>
                    <a:pt x="7600" y="9393"/>
                  </a:lnTo>
                  <a:lnTo>
                    <a:pt x="8177" y="8116"/>
                  </a:lnTo>
                  <a:cubicBezTo>
                    <a:pt x="8177" y="8116"/>
                    <a:pt x="6901" y="6383"/>
                    <a:pt x="5837" y="4894"/>
                  </a:cubicBezTo>
                  <a:lnTo>
                    <a:pt x="5047" y="5623"/>
                  </a:lnTo>
                  <a:lnTo>
                    <a:pt x="5685" y="4620"/>
                  </a:lnTo>
                  <a:cubicBezTo>
                    <a:pt x="5685" y="4620"/>
                    <a:pt x="4621" y="3101"/>
                    <a:pt x="4530" y="2888"/>
                  </a:cubicBezTo>
                  <a:lnTo>
                    <a:pt x="3800" y="3739"/>
                  </a:lnTo>
                  <a:lnTo>
                    <a:pt x="4378" y="2523"/>
                  </a:lnTo>
                  <a:cubicBezTo>
                    <a:pt x="4378" y="2523"/>
                    <a:pt x="4135" y="2128"/>
                    <a:pt x="3831" y="1642"/>
                  </a:cubicBezTo>
                  <a:cubicBezTo>
                    <a:pt x="3345" y="912"/>
                    <a:pt x="2585" y="0"/>
                    <a:pt x="1734" y="0"/>
                  </a:cubicBezTo>
                  <a:close/>
                </a:path>
              </a:pathLst>
            </a:custGeom>
            <a:solidFill>
              <a:srgbClr val="E888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6"/>
            <p:cNvSpPr/>
            <p:nvPr/>
          </p:nvSpPr>
          <p:spPr>
            <a:xfrm>
              <a:off x="1347836" y="1230792"/>
              <a:ext cx="118301" cy="98569"/>
            </a:xfrm>
            <a:custGeom>
              <a:rect b="b" l="l" r="r" t="t"/>
              <a:pathLst>
                <a:path extrusionOk="0" h="3192" w="3831">
                  <a:moveTo>
                    <a:pt x="1734" y="0"/>
                  </a:moveTo>
                  <a:cubicBezTo>
                    <a:pt x="1582" y="0"/>
                    <a:pt x="1399" y="31"/>
                    <a:pt x="1217" y="122"/>
                  </a:cubicBezTo>
                  <a:cubicBezTo>
                    <a:pt x="1" y="730"/>
                    <a:pt x="609" y="2250"/>
                    <a:pt x="1095" y="3192"/>
                  </a:cubicBezTo>
                  <a:cubicBezTo>
                    <a:pt x="1521" y="2888"/>
                    <a:pt x="1977" y="2614"/>
                    <a:pt x="2341" y="2402"/>
                  </a:cubicBezTo>
                  <a:cubicBezTo>
                    <a:pt x="2949" y="2037"/>
                    <a:pt x="3496" y="1794"/>
                    <a:pt x="3831" y="1642"/>
                  </a:cubicBezTo>
                  <a:cubicBezTo>
                    <a:pt x="3345" y="943"/>
                    <a:pt x="2585" y="31"/>
                    <a:pt x="1734" y="0"/>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6"/>
            <p:cNvSpPr/>
            <p:nvPr/>
          </p:nvSpPr>
          <p:spPr>
            <a:xfrm>
              <a:off x="1347836" y="1230792"/>
              <a:ext cx="166196" cy="248769"/>
            </a:xfrm>
            <a:custGeom>
              <a:rect b="b" l="l" r="r" t="t"/>
              <a:pathLst>
                <a:path extrusionOk="0" h="8056" w="5382">
                  <a:moveTo>
                    <a:pt x="1734" y="0"/>
                  </a:moveTo>
                  <a:cubicBezTo>
                    <a:pt x="1582" y="0"/>
                    <a:pt x="1399" y="31"/>
                    <a:pt x="1217" y="122"/>
                  </a:cubicBezTo>
                  <a:cubicBezTo>
                    <a:pt x="1" y="730"/>
                    <a:pt x="609" y="2250"/>
                    <a:pt x="1095" y="3192"/>
                  </a:cubicBezTo>
                  <a:cubicBezTo>
                    <a:pt x="1247" y="3526"/>
                    <a:pt x="1430" y="3769"/>
                    <a:pt x="1521" y="3921"/>
                  </a:cubicBezTo>
                  <a:lnTo>
                    <a:pt x="2858" y="4043"/>
                  </a:lnTo>
                  <a:lnTo>
                    <a:pt x="1734" y="4377"/>
                  </a:lnTo>
                  <a:cubicBezTo>
                    <a:pt x="1734" y="4377"/>
                    <a:pt x="3132" y="6627"/>
                    <a:pt x="4378" y="8055"/>
                  </a:cubicBezTo>
                  <a:lnTo>
                    <a:pt x="5381" y="7994"/>
                  </a:lnTo>
                  <a:cubicBezTo>
                    <a:pt x="4560" y="6201"/>
                    <a:pt x="3709" y="4499"/>
                    <a:pt x="2615" y="2797"/>
                  </a:cubicBezTo>
                  <a:cubicBezTo>
                    <a:pt x="2493" y="2675"/>
                    <a:pt x="2433" y="2554"/>
                    <a:pt x="2341" y="2402"/>
                  </a:cubicBezTo>
                  <a:cubicBezTo>
                    <a:pt x="1886" y="1550"/>
                    <a:pt x="1734" y="851"/>
                    <a:pt x="1734" y="0"/>
                  </a:cubicBez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6"/>
            <p:cNvSpPr/>
            <p:nvPr/>
          </p:nvSpPr>
          <p:spPr>
            <a:xfrm>
              <a:off x="1490529" y="1478569"/>
              <a:ext cx="71364" cy="99526"/>
            </a:xfrm>
            <a:custGeom>
              <a:rect b="b" l="l" r="r" t="t"/>
              <a:pathLst>
                <a:path extrusionOk="0" h="3223" w="2311">
                  <a:moveTo>
                    <a:pt x="760" y="1"/>
                  </a:moveTo>
                  <a:lnTo>
                    <a:pt x="0" y="426"/>
                  </a:lnTo>
                  <a:cubicBezTo>
                    <a:pt x="0" y="426"/>
                    <a:pt x="1520" y="2402"/>
                    <a:pt x="2280" y="3223"/>
                  </a:cubicBezTo>
                  <a:lnTo>
                    <a:pt x="2310" y="3223"/>
                  </a:lnTo>
                  <a:cubicBezTo>
                    <a:pt x="1763" y="2159"/>
                    <a:pt x="1277" y="1095"/>
                    <a:pt x="760" y="1"/>
                  </a:cubicBez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6"/>
            <p:cNvSpPr/>
            <p:nvPr/>
          </p:nvSpPr>
          <p:spPr>
            <a:xfrm>
              <a:off x="1567480" y="1586523"/>
              <a:ext cx="2841" cy="4725"/>
            </a:xfrm>
            <a:custGeom>
              <a:rect b="b" l="l" r="r" t="t"/>
              <a:pathLst>
                <a:path extrusionOk="0" h="153" w="92">
                  <a:moveTo>
                    <a:pt x="1" y="0"/>
                  </a:moveTo>
                  <a:cubicBezTo>
                    <a:pt x="1" y="0"/>
                    <a:pt x="22" y="43"/>
                    <a:pt x="64" y="110"/>
                  </a:cubicBezTo>
                  <a:lnTo>
                    <a:pt x="64" y="110"/>
                  </a:lnTo>
                  <a:cubicBezTo>
                    <a:pt x="45" y="71"/>
                    <a:pt x="31" y="21"/>
                    <a:pt x="31" y="0"/>
                  </a:cubicBezTo>
                  <a:close/>
                  <a:moveTo>
                    <a:pt x="64" y="110"/>
                  </a:moveTo>
                  <a:lnTo>
                    <a:pt x="64" y="110"/>
                  </a:lnTo>
                  <a:cubicBezTo>
                    <a:pt x="73" y="128"/>
                    <a:pt x="82" y="143"/>
                    <a:pt x="92" y="152"/>
                  </a:cubicBezTo>
                  <a:cubicBezTo>
                    <a:pt x="82" y="137"/>
                    <a:pt x="73" y="123"/>
                    <a:pt x="64" y="110"/>
                  </a:cubicBez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6"/>
            <p:cNvSpPr/>
            <p:nvPr/>
          </p:nvSpPr>
          <p:spPr>
            <a:xfrm>
              <a:off x="1597525" y="1153687"/>
              <a:ext cx="136119" cy="512762"/>
            </a:xfrm>
            <a:custGeom>
              <a:rect b="b" l="l" r="r" t="t"/>
              <a:pathLst>
                <a:path extrusionOk="0" h="16605" w="4408">
                  <a:moveTo>
                    <a:pt x="1499" y="1"/>
                  </a:moveTo>
                  <a:cubicBezTo>
                    <a:pt x="1466" y="1"/>
                    <a:pt x="1432" y="2"/>
                    <a:pt x="1398" y="5"/>
                  </a:cubicBezTo>
                  <a:cubicBezTo>
                    <a:pt x="1307" y="5"/>
                    <a:pt x="1216" y="5"/>
                    <a:pt x="1094" y="35"/>
                  </a:cubicBezTo>
                  <a:cubicBezTo>
                    <a:pt x="0" y="339"/>
                    <a:pt x="0" y="1859"/>
                    <a:pt x="152" y="2892"/>
                  </a:cubicBezTo>
                  <a:cubicBezTo>
                    <a:pt x="243" y="3440"/>
                    <a:pt x="335" y="3865"/>
                    <a:pt x="335" y="3865"/>
                  </a:cubicBezTo>
                  <a:lnTo>
                    <a:pt x="1611" y="4412"/>
                  </a:lnTo>
                  <a:lnTo>
                    <a:pt x="487" y="4260"/>
                  </a:lnTo>
                  <a:lnTo>
                    <a:pt x="487" y="4260"/>
                  </a:lnTo>
                  <a:cubicBezTo>
                    <a:pt x="608" y="4503"/>
                    <a:pt x="791" y="6327"/>
                    <a:pt x="791" y="6327"/>
                  </a:cubicBezTo>
                  <a:lnTo>
                    <a:pt x="1976" y="6631"/>
                  </a:lnTo>
                  <a:lnTo>
                    <a:pt x="912" y="6631"/>
                  </a:lnTo>
                  <a:cubicBezTo>
                    <a:pt x="1094" y="8455"/>
                    <a:pt x="1338" y="10583"/>
                    <a:pt x="1338" y="10583"/>
                  </a:cubicBezTo>
                  <a:lnTo>
                    <a:pt x="2584" y="11160"/>
                  </a:lnTo>
                  <a:lnTo>
                    <a:pt x="1459" y="11008"/>
                  </a:lnTo>
                  <a:lnTo>
                    <a:pt x="1459" y="11008"/>
                  </a:lnTo>
                  <a:cubicBezTo>
                    <a:pt x="1638" y="13631"/>
                    <a:pt x="2548" y="16604"/>
                    <a:pt x="3328" y="16604"/>
                  </a:cubicBezTo>
                  <a:cubicBezTo>
                    <a:pt x="3343" y="16604"/>
                    <a:pt x="3359" y="16603"/>
                    <a:pt x="3374" y="16601"/>
                  </a:cubicBezTo>
                  <a:cubicBezTo>
                    <a:pt x="3800" y="16510"/>
                    <a:pt x="4043" y="15993"/>
                    <a:pt x="4195" y="15294"/>
                  </a:cubicBezTo>
                  <a:cubicBezTo>
                    <a:pt x="4408" y="14078"/>
                    <a:pt x="4347" y="12467"/>
                    <a:pt x="4256" y="12406"/>
                  </a:cubicBezTo>
                  <a:lnTo>
                    <a:pt x="4256" y="12406"/>
                  </a:lnTo>
                  <a:cubicBezTo>
                    <a:pt x="3800" y="12467"/>
                    <a:pt x="3465" y="12497"/>
                    <a:pt x="3465" y="12497"/>
                  </a:cubicBezTo>
                  <a:cubicBezTo>
                    <a:pt x="3830" y="12376"/>
                    <a:pt x="4195" y="12102"/>
                    <a:pt x="4195" y="12102"/>
                  </a:cubicBezTo>
                  <a:cubicBezTo>
                    <a:pt x="4225" y="10978"/>
                    <a:pt x="4043" y="8516"/>
                    <a:pt x="4043" y="8516"/>
                  </a:cubicBezTo>
                  <a:lnTo>
                    <a:pt x="3192" y="8668"/>
                  </a:lnTo>
                  <a:lnTo>
                    <a:pt x="3982" y="7999"/>
                  </a:lnTo>
                  <a:cubicBezTo>
                    <a:pt x="3921" y="6114"/>
                    <a:pt x="3496" y="3531"/>
                    <a:pt x="3496" y="3531"/>
                  </a:cubicBezTo>
                  <a:lnTo>
                    <a:pt x="2432" y="4017"/>
                  </a:lnTo>
                  <a:lnTo>
                    <a:pt x="2432" y="4017"/>
                  </a:lnTo>
                  <a:lnTo>
                    <a:pt x="3374" y="3075"/>
                  </a:lnTo>
                  <a:cubicBezTo>
                    <a:pt x="3344" y="2923"/>
                    <a:pt x="3313" y="2619"/>
                    <a:pt x="3222" y="2285"/>
                  </a:cubicBezTo>
                  <a:cubicBezTo>
                    <a:pt x="3016" y="1313"/>
                    <a:pt x="2497" y="1"/>
                    <a:pt x="1499" y="1"/>
                  </a:cubicBezTo>
                  <a:close/>
                </a:path>
              </a:pathLst>
            </a:custGeom>
            <a:solidFill>
              <a:srgbClr val="E888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6"/>
            <p:cNvSpPr/>
            <p:nvPr/>
          </p:nvSpPr>
          <p:spPr>
            <a:xfrm>
              <a:off x="1600335" y="1154520"/>
              <a:ext cx="99526" cy="89428"/>
            </a:xfrm>
            <a:custGeom>
              <a:rect b="b" l="l" r="r" t="t"/>
              <a:pathLst>
                <a:path extrusionOk="0" h="2896" w="3223">
                  <a:moveTo>
                    <a:pt x="1529" y="1"/>
                  </a:moveTo>
                  <a:cubicBezTo>
                    <a:pt x="1487" y="1"/>
                    <a:pt x="1443" y="3"/>
                    <a:pt x="1399" y="8"/>
                  </a:cubicBezTo>
                  <a:cubicBezTo>
                    <a:pt x="1277" y="8"/>
                    <a:pt x="1216" y="8"/>
                    <a:pt x="1095" y="39"/>
                  </a:cubicBezTo>
                  <a:cubicBezTo>
                    <a:pt x="0" y="343"/>
                    <a:pt x="0" y="1862"/>
                    <a:pt x="152" y="2896"/>
                  </a:cubicBezTo>
                  <a:cubicBezTo>
                    <a:pt x="487" y="2774"/>
                    <a:pt x="1095" y="2622"/>
                    <a:pt x="1763" y="2470"/>
                  </a:cubicBezTo>
                  <a:cubicBezTo>
                    <a:pt x="2219" y="2410"/>
                    <a:pt x="2736" y="2288"/>
                    <a:pt x="3222" y="2258"/>
                  </a:cubicBezTo>
                  <a:cubicBezTo>
                    <a:pt x="2960" y="1297"/>
                    <a:pt x="2503" y="1"/>
                    <a:pt x="1529" y="1"/>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6"/>
            <p:cNvSpPr/>
            <p:nvPr/>
          </p:nvSpPr>
          <p:spPr>
            <a:xfrm>
              <a:off x="1597525" y="1153810"/>
              <a:ext cx="129542" cy="512639"/>
            </a:xfrm>
            <a:custGeom>
              <a:rect b="b" l="l" r="r" t="t"/>
              <a:pathLst>
                <a:path extrusionOk="0" h="16601" w="4195">
                  <a:moveTo>
                    <a:pt x="1398" y="1"/>
                  </a:moveTo>
                  <a:cubicBezTo>
                    <a:pt x="1307" y="1"/>
                    <a:pt x="1216" y="1"/>
                    <a:pt x="1094" y="31"/>
                  </a:cubicBezTo>
                  <a:cubicBezTo>
                    <a:pt x="0" y="335"/>
                    <a:pt x="0" y="1855"/>
                    <a:pt x="152" y="2888"/>
                  </a:cubicBezTo>
                  <a:cubicBezTo>
                    <a:pt x="243" y="3436"/>
                    <a:pt x="335" y="3861"/>
                    <a:pt x="335" y="3861"/>
                  </a:cubicBezTo>
                  <a:lnTo>
                    <a:pt x="1611" y="4408"/>
                  </a:lnTo>
                  <a:lnTo>
                    <a:pt x="487" y="4256"/>
                  </a:lnTo>
                  <a:lnTo>
                    <a:pt x="487" y="4256"/>
                  </a:lnTo>
                  <a:cubicBezTo>
                    <a:pt x="608" y="4499"/>
                    <a:pt x="791" y="6323"/>
                    <a:pt x="791" y="6323"/>
                  </a:cubicBezTo>
                  <a:lnTo>
                    <a:pt x="1976" y="6627"/>
                  </a:lnTo>
                  <a:lnTo>
                    <a:pt x="912" y="6627"/>
                  </a:lnTo>
                  <a:cubicBezTo>
                    <a:pt x="1094" y="8451"/>
                    <a:pt x="1338" y="10579"/>
                    <a:pt x="1338" y="10579"/>
                  </a:cubicBezTo>
                  <a:lnTo>
                    <a:pt x="2584" y="11156"/>
                  </a:lnTo>
                  <a:lnTo>
                    <a:pt x="1459" y="11004"/>
                  </a:lnTo>
                  <a:lnTo>
                    <a:pt x="1459" y="11004"/>
                  </a:lnTo>
                  <a:cubicBezTo>
                    <a:pt x="1638" y="13627"/>
                    <a:pt x="2548" y="16600"/>
                    <a:pt x="3328" y="16600"/>
                  </a:cubicBezTo>
                  <a:cubicBezTo>
                    <a:pt x="3343" y="16600"/>
                    <a:pt x="3359" y="16599"/>
                    <a:pt x="3374" y="16597"/>
                  </a:cubicBezTo>
                  <a:cubicBezTo>
                    <a:pt x="3800" y="16506"/>
                    <a:pt x="4043" y="15989"/>
                    <a:pt x="4195" y="15290"/>
                  </a:cubicBezTo>
                  <a:cubicBezTo>
                    <a:pt x="4043" y="15290"/>
                    <a:pt x="3830" y="15290"/>
                    <a:pt x="3617" y="15351"/>
                  </a:cubicBezTo>
                  <a:cubicBezTo>
                    <a:pt x="3496" y="15351"/>
                    <a:pt x="3344" y="15290"/>
                    <a:pt x="3222" y="15229"/>
                  </a:cubicBezTo>
                  <a:cubicBezTo>
                    <a:pt x="3131" y="15107"/>
                    <a:pt x="3070" y="14925"/>
                    <a:pt x="3070" y="14743"/>
                  </a:cubicBezTo>
                  <a:cubicBezTo>
                    <a:pt x="2918" y="10974"/>
                    <a:pt x="2553" y="7235"/>
                    <a:pt x="1915" y="3527"/>
                  </a:cubicBezTo>
                  <a:cubicBezTo>
                    <a:pt x="1854" y="3253"/>
                    <a:pt x="1824" y="2919"/>
                    <a:pt x="1794" y="2493"/>
                  </a:cubicBezTo>
                  <a:cubicBezTo>
                    <a:pt x="1702" y="1673"/>
                    <a:pt x="1642" y="670"/>
                    <a:pt x="1398" y="1"/>
                  </a:cubicBez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6"/>
            <p:cNvSpPr/>
            <p:nvPr/>
          </p:nvSpPr>
          <p:spPr>
            <a:xfrm>
              <a:off x="1710142" y="1218811"/>
              <a:ext cx="122069" cy="499175"/>
            </a:xfrm>
            <a:custGeom>
              <a:rect b="b" l="l" r="r" t="t"/>
              <a:pathLst>
                <a:path extrusionOk="0" h="16165" w="3953">
                  <a:moveTo>
                    <a:pt x="1530" y="1"/>
                  </a:moveTo>
                  <a:cubicBezTo>
                    <a:pt x="1421" y="1"/>
                    <a:pt x="1306" y="18"/>
                    <a:pt x="1186" y="54"/>
                  </a:cubicBezTo>
                  <a:cubicBezTo>
                    <a:pt x="92" y="297"/>
                    <a:pt x="1" y="1787"/>
                    <a:pt x="122" y="2790"/>
                  </a:cubicBezTo>
                  <a:cubicBezTo>
                    <a:pt x="153" y="3306"/>
                    <a:pt x="274" y="3732"/>
                    <a:pt x="274" y="3732"/>
                  </a:cubicBezTo>
                  <a:lnTo>
                    <a:pt x="1490" y="4309"/>
                  </a:lnTo>
                  <a:lnTo>
                    <a:pt x="396" y="4097"/>
                  </a:lnTo>
                  <a:lnTo>
                    <a:pt x="396" y="4097"/>
                  </a:lnTo>
                  <a:cubicBezTo>
                    <a:pt x="457" y="4340"/>
                    <a:pt x="609" y="6133"/>
                    <a:pt x="609" y="6133"/>
                  </a:cubicBezTo>
                  <a:lnTo>
                    <a:pt x="1764" y="6467"/>
                  </a:lnTo>
                  <a:lnTo>
                    <a:pt x="1764" y="6467"/>
                  </a:lnTo>
                  <a:lnTo>
                    <a:pt x="700" y="6437"/>
                  </a:lnTo>
                  <a:lnTo>
                    <a:pt x="700" y="6437"/>
                  </a:lnTo>
                  <a:cubicBezTo>
                    <a:pt x="791" y="8170"/>
                    <a:pt x="1004" y="10267"/>
                    <a:pt x="1004" y="10267"/>
                  </a:cubicBezTo>
                  <a:lnTo>
                    <a:pt x="2250" y="10844"/>
                  </a:lnTo>
                  <a:lnTo>
                    <a:pt x="2250" y="10844"/>
                  </a:lnTo>
                  <a:lnTo>
                    <a:pt x="1095" y="10632"/>
                  </a:lnTo>
                  <a:lnTo>
                    <a:pt x="1095" y="10632"/>
                  </a:lnTo>
                  <a:cubicBezTo>
                    <a:pt x="1215" y="13249"/>
                    <a:pt x="2050" y="16165"/>
                    <a:pt x="2834" y="16165"/>
                  </a:cubicBezTo>
                  <a:cubicBezTo>
                    <a:pt x="2842" y="16165"/>
                    <a:pt x="2850" y="16164"/>
                    <a:pt x="2858" y="16164"/>
                  </a:cubicBezTo>
                  <a:cubicBezTo>
                    <a:pt x="3466" y="16103"/>
                    <a:pt x="3739" y="15009"/>
                    <a:pt x="3831" y="14006"/>
                  </a:cubicBezTo>
                  <a:cubicBezTo>
                    <a:pt x="3950" y="13050"/>
                    <a:pt x="3923" y="12242"/>
                    <a:pt x="3922" y="12242"/>
                  </a:cubicBezTo>
                  <a:lnTo>
                    <a:pt x="3922" y="12242"/>
                  </a:lnTo>
                  <a:cubicBezTo>
                    <a:pt x="3922" y="12242"/>
                    <a:pt x="3922" y="12242"/>
                    <a:pt x="3922" y="12243"/>
                  </a:cubicBezTo>
                  <a:cubicBezTo>
                    <a:pt x="3466" y="12243"/>
                    <a:pt x="3131" y="12273"/>
                    <a:pt x="3131" y="12273"/>
                  </a:cubicBezTo>
                  <a:cubicBezTo>
                    <a:pt x="3527" y="12151"/>
                    <a:pt x="3891" y="11939"/>
                    <a:pt x="3891" y="11939"/>
                  </a:cubicBezTo>
                  <a:cubicBezTo>
                    <a:pt x="3952" y="10844"/>
                    <a:pt x="3831" y="8443"/>
                    <a:pt x="3831" y="8443"/>
                  </a:cubicBezTo>
                  <a:lnTo>
                    <a:pt x="3010" y="8565"/>
                  </a:lnTo>
                  <a:lnTo>
                    <a:pt x="3800" y="7957"/>
                  </a:lnTo>
                  <a:cubicBezTo>
                    <a:pt x="3800" y="6072"/>
                    <a:pt x="3466" y="3580"/>
                    <a:pt x="3466" y="3580"/>
                  </a:cubicBezTo>
                  <a:lnTo>
                    <a:pt x="2402" y="4005"/>
                  </a:lnTo>
                  <a:lnTo>
                    <a:pt x="2402" y="4005"/>
                  </a:lnTo>
                  <a:lnTo>
                    <a:pt x="3344" y="3094"/>
                  </a:lnTo>
                  <a:cubicBezTo>
                    <a:pt x="3344" y="2942"/>
                    <a:pt x="3314" y="2638"/>
                    <a:pt x="3223" y="2273"/>
                  </a:cubicBezTo>
                  <a:cubicBezTo>
                    <a:pt x="3040" y="1513"/>
                    <a:pt x="2706" y="449"/>
                    <a:pt x="1976" y="115"/>
                  </a:cubicBezTo>
                  <a:cubicBezTo>
                    <a:pt x="1848" y="41"/>
                    <a:pt x="1696" y="1"/>
                    <a:pt x="1530" y="1"/>
                  </a:cubicBezTo>
                  <a:close/>
                </a:path>
              </a:pathLst>
            </a:custGeom>
            <a:solidFill>
              <a:srgbClr val="E888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6"/>
            <p:cNvSpPr/>
            <p:nvPr/>
          </p:nvSpPr>
          <p:spPr>
            <a:xfrm>
              <a:off x="1710142" y="1219058"/>
              <a:ext cx="99526" cy="85908"/>
            </a:xfrm>
            <a:custGeom>
              <a:rect b="b" l="l" r="r" t="t"/>
              <a:pathLst>
                <a:path extrusionOk="0" h="2782" w="3223">
                  <a:moveTo>
                    <a:pt x="1492" y="1"/>
                  </a:moveTo>
                  <a:cubicBezTo>
                    <a:pt x="1394" y="1"/>
                    <a:pt x="1292" y="14"/>
                    <a:pt x="1186" y="46"/>
                  </a:cubicBezTo>
                  <a:cubicBezTo>
                    <a:pt x="92" y="320"/>
                    <a:pt x="1" y="1779"/>
                    <a:pt x="122" y="2782"/>
                  </a:cubicBezTo>
                  <a:cubicBezTo>
                    <a:pt x="426" y="2690"/>
                    <a:pt x="882" y="2630"/>
                    <a:pt x="1399" y="2508"/>
                  </a:cubicBezTo>
                  <a:cubicBezTo>
                    <a:pt x="1946" y="2386"/>
                    <a:pt x="2584" y="2326"/>
                    <a:pt x="3223" y="2295"/>
                  </a:cubicBezTo>
                  <a:cubicBezTo>
                    <a:pt x="3040" y="1475"/>
                    <a:pt x="2706" y="411"/>
                    <a:pt x="1976" y="107"/>
                  </a:cubicBezTo>
                  <a:cubicBezTo>
                    <a:pt x="1838" y="47"/>
                    <a:pt x="1673" y="1"/>
                    <a:pt x="1492" y="1"/>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6"/>
            <p:cNvSpPr/>
            <p:nvPr/>
          </p:nvSpPr>
          <p:spPr>
            <a:xfrm>
              <a:off x="1710142" y="1219058"/>
              <a:ext cx="70437" cy="334647"/>
            </a:xfrm>
            <a:custGeom>
              <a:rect b="b" l="l" r="r" t="t"/>
              <a:pathLst>
                <a:path extrusionOk="0" h="10837" w="2281">
                  <a:moveTo>
                    <a:pt x="1492" y="1"/>
                  </a:moveTo>
                  <a:cubicBezTo>
                    <a:pt x="1394" y="1"/>
                    <a:pt x="1292" y="14"/>
                    <a:pt x="1186" y="46"/>
                  </a:cubicBezTo>
                  <a:cubicBezTo>
                    <a:pt x="92" y="320"/>
                    <a:pt x="1" y="1779"/>
                    <a:pt x="122" y="2782"/>
                  </a:cubicBezTo>
                  <a:cubicBezTo>
                    <a:pt x="153" y="3298"/>
                    <a:pt x="274" y="3724"/>
                    <a:pt x="274" y="3724"/>
                  </a:cubicBezTo>
                  <a:lnTo>
                    <a:pt x="1490" y="4301"/>
                  </a:lnTo>
                  <a:lnTo>
                    <a:pt x="396" y="4119"/>
                  </a:lnTo>
                  <a:lnTo>
                    <a:pt x="396" y="4119"/>
                  </a:lnTo>
                  <a:cubicBezTo>
                    <a:pt x="457" y="4332"/>
                    <a:pt x="609" y="6125"/>
                    <a:pt x="609" y="6125"/>
                  </a:cubicBezTo>
                  <a:lnTo>
                    <a:pt x="1764" y="6459"/>
                  </a:lnTo>
                  <a:lnTo>
                    <a:pt x="1764" y="6459"/>
                  </a:lnTo>
                  <a:lnTo>
                    <a:pt x="700" y="6429"/>
                  </a:lnTo>
                  <a:lnTo>
                    <a:pt x="700" y="6429"/>
                  </a:lnTo>
                  <a:cubicBezTo>
                    <a:pt x="791" y="8162"/>
                    <a:pt x="1004" y="10259"/>
                    <a:pt x="1004" y="10259"/>
                  </a:cubicBezTo>
                  <a:lnTo>
                    <a:pt x="2250" y="10836"/>
                  </a:lnTo>
                  <a:cubicBezTo>
                    <a:pt x="2280" y="9073"/>
                    <a:pt x="2159" y="7311"/>
                    <a:pt x="1976" y="5548"/>
                  </a:cubicBezTo>
                  <a:cubicBezTo>
                    <a:pt x="1855" y="4666"/>
                    <a:pt x="1521" y="3572"/>
                    <a:pt x="1399" y="2508"/>
                  </a:cubicBezTo>
                  <a:cubicBezTo>
                    <a:pt x="1338" y="1839"/>
                    <a:pt x="1369" y="1140"/>
                    <a:pt x="1642" y="623"/>
                  </a:cubicBezTo>
                  <a:cubicBezTo>
                    <a:pt x="1764" y="411"/>
                    <a:pt x="1855" y="259"/>
                    <a:pt x="1976" y="107"/>
                  </a:cubicBezTo>
                  <a:cubicBezTo>
                    <a:pt x="1838" y="47"/>
                    <a:pt x="1673" y="1"/>
                    <a:pt x="1492" y="1"/>
                  </a:cubicBez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6"/>
            <p:cNvSpPr/>
            <p:nvPr/>
          </p:nvSpPr>
          <p:spPr>
            <a:xfrm>
              <a:off x="1743924" y="1547090"/>
              <a:ext cx="84519" cy="170890"/>
            </a:xfrm>
            <a:custGeom>
              <a:rect b="b" l="l" r="r" t="t"/>
              <a:pathLst>
                <a:path extrusionOk="0" h="5534" w="2737">
                  <a:moveTo>
                    <a:pt x="1" y="1"/>
                  </a:moveTo>
                  <a:cubicBezTo>
                    <a:pt x="121" y="2618"/>
                    <a:pt x="956" y="5534"/>
                    <a:pt x="1740" y="5534"/>
                  </a:cubicBezTo>
                  <a:cubicBezTo>
                    <a:pt x="1748" y="5534"/>
                    <a:pt x="1756" y="5533"/>
                    <a:pt x="1764" y="5533"/>
                  </a:cubicBezTo>
                  <a:cubicBezTo>
                    <a:pt x="2372" y="5472"/>
                    <a:pt x="2645" y="4378"/>
                    <a:pt x="2737" y="3375"/>
                  </a:cubicBezTo>
                  <a:lnTo>
                    <a:pt x="2189" y="3131"/>
                  </a:lnTo>
                  <a:cubicBezTo>
                    <a:pt x="1825" y="2949"/>
                    <a:pt x="1490" y="2767"/>
                    <a:pt x="1308" y="2432"/>
                  </a:cubicBezTo>
                  <a:cubicBezTo>
                    <a:pt x="1065" y="2098"/>
                    <a:pt x="1126" y="1672"/>
                    <a:pt x="1126" y="1277"/>
                  </a:cubicBezTo>
                  <a:cubicBezTo>
                    <a:pt x="1156" y="912"/>
                    <a:pt x="1156" y="548"/>
                    <a:pt x="1156" y="213"/>
                  </a:cubicBezTo>
                  <a:lnTo>
                    <a:pt x="1" y="1"/>
                  </a:ln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6"/>
            <p:cNvSpPr/>
            <p:nvPr/>
          </p:nvSpPr>
          <p:spPr>
            <a:xfrm>
              <a:off x="1854688" y="1460165"/>
              <a:ext cx="193401" cy="286196"/>
            </a:xfrm>
            <a:custGeom>
              <a:rect b="b" l="l" r="r" t="t"/>
              <a:pathLst>
                <a:path extrusionOk="0" h="9268" w="6263">
                  <a:moveTo>
                    <a:pt x="4741" y="0"/>
                  </a:moveTo>
                  <a:cubicBezTo>
                    <a:pt x="4151" y="0"/>
                    <a:pt x="3672" y="475"/>
                    <a:pt x="3648" y="931"/>
                  </a:cubicBezTo>
                  <a:cubicBezTo>
                    <a:pt x="3648" y="1113"/>
                    <a:pt x="3557" y="1387"/>
                    <a:pt x="3527" y="1569"/>
                  </a:cubicBezTo>
                  <a:cubicBezTo>
                    <a:pt x="3405" y="1995"/>
                    <a:pt x="3253" y="2390"/>
                    <a:pt x="3253" y="2390"/>
                  </a:cubicBezTo>
                  <a:cubicBezTo>
                    <a:pt x="3770" y="2724"/>
                    <a:pt x="3922" y="3059"/>
                    <a:pt x="3922" y="3059"/>
                  </a:cubicBezTo>
                  <a:cubicBezTo>
                    <a:pt x="3618" y="2785"/>
                    <a:pt x="3192" y="2724"/>
                    <a:pt x="3192" y="2724"/>
                  </a:cubicBezTo>
                  <a:cubicBezTo>
                    <a:pt x="3071" y="3606"/>
                    <a:pt x="2189" y="5338"/>
                    <a:pt x="2189" y="5338"/>
                  </a:cubicBezTo>
                  <a:cubicBezTo>
                    <a:pt x="2493" y="5460"/>
                    <a:pt x="2615" y="5825"/>
                    <a:pt x="2615" y="5886"/>
                  </a:cubicBezTo>
                  <a:cubicBezTo>
                    <a:pt x="2432" y="5673"/>
                    <a:pt x="2037" y="5673"/>
                    <a:pt x="2037" y="5673"/>
                  </a:cubicBezTo>
                  <a:cubicBezTo>
                    <a:pt x="1794" y="6980"/>
                    <a:pt x="1" y="9138"/>
                    <a:pt x="578" y="9259"/>
                  </a:cubicBezTo>
                  <a:cubicBezTo>
                    <a:pt x="610" y="9265"/>
                    <a:pt x="642" y="9267"/>
                    <a:pt x="674" y="9267"/>
                  </a:cubicBezTo>
                  <a:cubicBezTo>
                    <a:pt x="1022" y="9267"/>
                    <a:pt x="1441" y="8982"/>
                    <a:pt x="1885" y="8621"/>
                  </a:cubicBezTo>
                  <a:cubicBezTo>
                    <a:pt x="2888" y="7740"/>
                    <a:pt x="3831" y="6342"/>
                    <a:pt x="3831" y="6342"/>
                  </a:cubicBezTo>
                  <a:cubicBezTo>
                    <a:pt x="3648" y="6190"/>
                    <a:pt x="3223" y="5977"/>
                    <a:pt x="3223" y="5977"/>
                  </a:cubicBezTo>
                  <a:lnTo>
                    <a:pt x="3223" y="5977"/>
                  </a:lnTo>
                  <a:cubicBezTo>
                    <a:pt x="3283" y="5992"/>
                    <a:pt x="3361" y="5998"/>
                    <a:pt x="3444" y="5998"/>
                  </a:cubicBezTo>
                  <a:cubicBezTo>
                    <a:pt x="3692" y="5998"/>
                    <a:pt x="3983" y="5946"/>
                    <a:pt x="3983" y="5946"/>
                  </a:cubicBezTo>
                  <a:cubicBezTo>
                    <a:pt x="4530" y="5521"/>
                    <a:pt x="5350" y="4244"/>
                    <a:pt x="5350" y="4244"/>
                  </a:cubicBezTo>
                  <a:cubicBezTo>
                    <a:pt x="4986" y="4214"/>
                    <a:pt x="4682" y="4062"/>
                    <a:pt x="4682" y="4062"/>
                  </a:cubicBezTo>
                  <a:cubicBezTo>
                    <a:pt x="5077" y="4062"/>
                    <a:pt x="5533" y="3910"/>
                    <a:pt x="5533" y="3910"/>
                  </a:cubicBezTo>
                  <a:cubicBezTo>
                    <a:pt x="5745" y="3545"/>
                    <a:pt x="5989" y="2907"/>
                    <a:pt x="5989" y="2907"/>
                  </a:cubicBezTo>
                  <a:cubicBezTo>
                    <a:pt x="5593" y="2785"/>
                    <a:pt x="5290" y="2603"/>
                    <a:pt x="5290" y="2603"/>
                  </a:cubicBezTo>
                  <a:lnTo>
                    <a:pt x="5290" y="2603"/>
                  </a:lnTo>
                  <a:cubicBezTo>
                    <a:pt x="5317" y="2606"/>
                    <a:pt x="5346" y="2607"/>
                    <a:pt x="5376" y="2607"/>
                  </a:cubicBezTo>
                  <a:cubicBezTo>
                    <a:pt x="5678" y="2607"/>
                    <a:pt x="6080" y="2481"/>
                    <a:pt x="6080" y="2481"/>
                  </a:cubicBezTo>
                  <a:cubicBezTo>
                    <a:pt x="6080" y="2481"/>
                    <a:pt x="6110" y="2329"/>
                    <a:pt x="6141" y="2117"/>
                  </a:cubicBezTo>
                  <a:cubicBezTo>
                    <a:pt x="6232" y="1630"/>
                    <a:pt x="6262" y="658"/>
                    <a:pt x="5593" y="293"/>
                  </a:cubicBezTo>
                  <a:cubicBezTo>
                    <a:pt x="5472" y="202"/>
                    <a:pt x="5350" y="141"/>
                    <a:pt x="5229" y="110"/>
                  </a:cubicBezTo>
                  <a:cubicBezTo>
                    <a:pt x="5063" y="34"/>
                    <a:pt x="4898" y="0"/>
                    <a:pt x="4741" y="0"/>
                  </a:cubicBezTo>
                  <a:close/>
                </a:path>
              </a:pathLst>
            </a:custGeom>
            <a:solidFill>
              <a:srgbClr val="E888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6"/>
            <p:cNvSpPr/>
            <p:nvPr/>
          </p:nvSpPr>
          <p:spPr>
            <a:xfrm>
              <a:off x="1964495" y="1458744"/>
              <a:ext cx="83592" cy="66793"/>
            </a:xfrm>
            <a:custGeom>
              <a:rect b="b" l="l" r="r" t="t"/>
              <a:pathLst>
                <a:path extrusionOk="0" h="2163" w="2707">
                  <a:moveTo>
                    <a:pt x="1259" y="0"/>
                  </a:moveTo>
                  <a:cubicBezTo>
                    <a:pt x="641" y="0"/>
                    <a:pt x="147" y="483"/>
                    <a:pt x="123" y="947"/>
                  </a:cubicBezTo>
                  <a:cubicBezTo>
                    <a:pt x="123" y="1129"/>
                    <a:pt x="62" y="1403"/>
                    <a:pt x="1" y="1585"/>
                  </a:cubicBezTo>
                  <a:cubicBezTo>
                    <a:pt x="305" y="1585"/>
                    <a:pt x="761" y="1615"/>
                    <a:pt x="1308" y="1737"/>
                  </a:cubicBezTo>
                  <a:cubicBezTo>
                    <a:pt x="1734" y="1828"/>
                    <a:pt x="2189" y="1919"/>
                    <a:pt x="2585" y="2163"/>
                  </a:cubicBezTo>
                  <a:cubicBezTo>
                    <a:pt x="2676" y="1676"/>
                    <a:pt x="2706" y="704"/>
                    <a:pt x="2068" y="308"/>
                  </a:cubicBezTo>
                  <a:cubicBezTo>
                    <a:pt x="1946" y="217"/>
                    <a:pt x="1825" y="156"/>
                    <a:pt x="1734" y="96"/>
                  </a:cubicBezTo>
                  <a:cubicBezTo>
                    <a:pt x="1571" y="30"/>
                    <a:pt x="1412" y="0"/>
                    <a:pt x="1259" y="0"/>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6"/>
            <p:cNvSpPr/>
            <p:nvPr/>
          </p:nvSpPr>
          <p:spPr>
            <a:xfrm>
              <a:off x="1853762" y="1458158"/>
              <a:ext cx="165208" cy="285640"/>
            </a:xfrm>
            <a:custGeom>
              <a:rect b="b" l="l" r="r" t="t"/>
              <a:pathLst>
                <a:path extrusionOk="0" h="9250" w="5350">
                  <a:moveTo>
                    <a:pt x="4898" y="0"/>
                  </a:moveTo>
                  <a:cubicBezTo>
                    <a:pt x="4272" y="0"/>
                    <a:pt x="3721" y="462"/>
                    <a:pt x="3648" y="905"/>
                  </a:cubicBezTo>
                  <a:cubicBezTo>
                    <a:pt x="3648" y="1118"/>
                    <a:pt x="3557" y="1361"/>
                    <a:pt x="3526" y="1574"/>
                  </a:cubicBezTo>
                  <a:cubicBezTo>
                    <a:pt x="3405" y="1969"/>
                    <a:pt x="3253" y="2364"/>
                    <a:pt x="3253" y="2364"/>
                  </a:cubicBezTo>
                  <a:cubicBezTo>
                    <a:pt x="3739" y="2698"/>
                    <a:pt x="3891" y="3033"/>
                    <a:pt x="3891" y="3033"/>
                  </a:cubicBezTo>
                  <a:cubicBezTo>
                    <a:pt x="3587" y="2789"/>
                    <a:pt x="3192" y="2698"/>
                    <a:pt x="3192" y="2698"/>
                  </a:cubicBezTo>
                  <a:cubicBezTo>
                    <a:pt x="3070" y="3580"/>
                    <a:pt x="2189" y="5312"/>
                    <a:pt x="2189" y="5312"/>
                  </a:cubicBezTo>
                  <a:cubicBezTo>
                    <a:pt x="2493" y="5434"/>
                    <a:pt x="2614" y="5829"/>
                    <a:pt x="2614" y="5859"/>
                  </a:cubicBezTo>
                  <a:cubicBezTo>
                    <a:pt x="2432" y="5677"/>
                    <a:pt x="2037" y="5677"/>
                    <a:pt x="2037" y="5677"/>
                  </a:cubicBezTo>
                  <a:cubicBezTo>
                    <a:pt x="1763" y="6954"/>
                    <a:pt x="0" y="9112"/>
                    <a:pt x="547" y="9233"/>
                  </a:cubicBezTo>
                  <a:cubicBezTo>
                    <a:pt x="595" y="9244"/>
                    <a:pt x="643" y="9250"/>
                    <a:pt x="693" y="9250"/>
                  </a:cubicBezTo>
                  <a:cubicBezTo>
                    <a:pt x="1053" y="9250"/>
                    <a:pt x="1457" y="8969"/>
                    <a:pt x="1885" y="8595"/>
                  </a:cubicBezTo>
                  <a:cubicBezTo>
                    <a:pt x="1824" y="8534"/>
                    <a:pt x="1733" y="8443"/>
                    <a:pt x="1702" y="8321"/>
                  </a:cubicBezTo>
                  <a:cubicBezTo>
                    <a:pt x="1611" y="8078"/>
                    <a:pt x="1854" y="7805"/>
                    <a:pt x="2037" y="7622"/>
                  </a:cubicBezTo>
                  <a:cubicBezTo>
                    <a:pt x="3526" y="6042"/>
                    <a:pt x="4499" y="4036"/>
                    <a:pt x="4864" y="1908"/>
                  </a:cubicBezTo>
                  <a:cubicBezTo>
                    <a:pt x="4894" y="1878"/>
                    <a:pt x="4894" y="1786"/>
                    <a:pt x="4894" y="1756"/>
                  </a:cubicBezTo>
                  <a:cubicBezTo>
                    <a:pt x="4955" y="1239"/>
                    <a:pt x="5046" y="510"/>
                    <a:pt x="5350" y="84"/>
                  </a:cubicBezTo>
                  <a:cubicBezTo>
                    <a:pt x="5199" y="26"/>
                    <a:pt x="5046" y="0"/>
                    <a:pt x="4898" y="0"/>
                  </a:cubicBez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6"/>
            <p:cNvSpPr/>
            <p:nvPr/>
          </p:nvSpPr>
          <p:spPr>
            <a:xfrm>
              <a:off x="1875346" y="1632225"/>
              <a:ext cx="186824" cy="150416"/>
            </a:xfrm>
            <a:custGeom>
              <a:rect b="b" l="l" r="r" t="t"/>
              <a:pathLst>
                <a:path extrusionOk="0" h="4871" w="6050">
                  <a:moveTo>
                    <a:pt x="5060" y="0"/>
                  </a:moveTo>
                  <a:cubicBezTo>
                    <a:pt x="4622" y="0"/>
                    <a:pt x="4141" y="367"/>
                    <a:pt x="3830" y="678"/>
                  </a:cubicBezTo>
                  <a:cubicBezTo>
                    <a:pt x="3617" y="891"/>
                    <a:pt x="3465" y="1104"/>
                    <a:pt x="3465" y="1104"/>
                  </a:cubicBezTo>
                  <a:cubicBezTo>
                    <a:pt x="3648" y="1438"/>
                    <a:pt x="3648" y="1925"/>
                    <a:pt x="3648" y="1925"/>
                  </a:cubicBezTo>
                  <a:cubicBezTo>
                    <a:pt x="3496" y="1621"/>
                    <a:pt x="3131" y="1499"/>
                    <a:pt x="3131" y="1499"/>
                  </a:cubicBezTo>
                  <a:cubicBezTo>
                    <a:pt x="2614" y="1955"/>
                    <a:pt x="1946" y="2380"/>
                    <a:pt x="1946" y="2380"/>
                  </a:cubicBezTo>
                  <a:cubicBezTo>
                    <a:pt x="2006" y="2624"/>
                    <a:pt x="2098" y="3080"/>
                    <a:pt x="2098" y="3110"/>
                  </a:cubicBezTo>
                  <a:cubicBezTo>
                    <a:pt x="1915" y="2897"/>
                    <a:pt x="1672" y="2654"/>
                    <a:pt x="1672" y="2654"/>
                  </a:cubicBezTo>
                  <a:cubicBezTo>
                    <a:pt x="1307" y="2988"/>
                    <a:pt x="122" y="3809"/>
                    <a:pt x="122" y="3809"/>
                  </a:cubicBezTo>
                  <a:cubicBezTo>
                    <a:pt x="0" y="4508"/>
                    <a:pt x="487" y="4782"/>
                    <a:pt x="487" y="4782"/>
                  </a:cubicBezTo>
                  <a:cubicBezTo>
                    <a:pt x="586" y="4845"/>
                    <a:pt x="723" y="4871"/>
                    <a:pt x="878" y="4871"/>
                  </a:cubicBezTo>
                  <a:cubicBezTo>
                    <a:pt x="1243" y="4871"/>
                    <a:pt x="1707" y="4727"/>
                    <a:pt x="2006" y="4599"/>
                  </a:cubicBezTo>
                  <a:cubicBezTo>
                    <a:pt x="2250" y="4478"/>
                    <a:pt x="2432" y="4356"/>
                    <a:pt x="2432" y="4326"/>
                  </a:cubicBezTo>
                  <a:cubicBezTo>
                    <a:pt x="2493" y="4204"/>
                    <a:pt x="2371" y="3657"/>
                    <a:pt x="2371" y="3566"/>
                  </a:cubicBezTo>
                  <a:lnTo>
                    <a:pt x="2371" y="3566"/>
                  </a:lnTo>
                  <a:cubicBezTo>
                    <a:pt x="2432" y="3687"/>
                    <a:pt x="2675" y="4174"/>
                    <a:pt x="2675" y="4174"/>
                  </a:cubicBezTo>
                  <a:cubicBezTo>
                    <a:pt x="3435" y="3961"/>
                    <a:pt x="4225" y="3596"/>
                    <a:pt x="4225" y="3596"/>
                  </a:cubicBezTo>
                  <a:cubicBezTo>
                    <a:pt x="4347" y="3201"/>
                    <a:pt x="4043" y="2441"/>
                    <a:pt x="4043" y="2441"/>
                  </a:cubicBezTo>
                  <a:lnTo>
                    <a:pt x="4043" y="2441"/>
                  </a:lnTo>
                  <a:cubicBezTo>
                    <a:pt x="4408" y="2806"/>
                    <a:pt x="4560" y="3262"/>
                    <a:pt x="4560" y="3262"/>
                  </a:cubicBezTo>
                  <a:cubicBezTo>
                    <a:pt x="4712" y="3110"/>
                    <a:pt x="4924" y="2928"/>
                    <a:pt x="5107" y="2684"/>
                  </a:cubicBezTo>
                  <a:cubicBezTo>
                    <a:pt x="5593" y="2077"/>
                    <a:pt x="6049" y="1286"/>
                    <a:pt x="5806" y="618"/>
                  </a:cubicBezTo>
                  <a:cubicBezTo>
                    <a:pt x="5776" y="496"/>
                    <a:pt x="5715" y="405"/>
                    <a:pt x="5624" y="283"/>
                  </a:cubicBezTo>
                  <a:cubicBezTo>
                    <a:pt x="5459" y="80"/>
                    <a:pt x="5264" y="0"/>
                    <a:pt x="5060" y="0"/>
                  </a:cubicBezTo>
                  <a:close/>
                </a:path>
              </a:pathLst>
            </a:custGeom>
            <a:solidFill>
              <a:srgbClr val="E888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6"/>
            <p:cNvSpPr/>
            <p:nvPr/>
          </p:nvSpPr>
          <p:spPr>
            <a:xfrm>
              <a:off x="1991730" y="1631267"/>
              <a:ext cx="70437" cy="83870"/>
            </a:xfrm>
            <a:custGeom>
              <a:rect b="b" l="l" r="r" t="t"/>
              <a:pathLst>
                <a:path extrusionOk="0" h="2716" w="2281">
                  <a:moveTo>
                    <a:pt x="1216" y="1"/>
                  </a:moveTo>
                  <a:cubicBezTo>
                    <a:pt x="778" y="1"/>
                    <a:pt x="311" y="368"/>
                    <a:pt x="0" y="679"/>
                  </a:cubicBezTo>
                  <a:cubicBezTo>
                    <a:pt x="244" y="831"/>
                    <a:pt x="548" y="1074"/>
                    <a:pt x="760" y="1439"/>
                  </a:cubicBezTo>
                  <a:cubicBezTo>
                    <a:pt x="1003" y="1773"/>
                    <a:pt x="1216" y="2199"/>
                    <a:pt x="1338" y="2715"/>
                  </a:cubicBezTo>
                  <a:cubicBezTo>
                    <a:pt x="1824" y="2108"/>
                    <a:pt x="2280" y="1317"/>
                    <a:pt x="1976" y="588"/>
                  </a:cubicBezTo>
                  <a:cubicBezTo>
                    <a:pt x="1946" y="466"/>
                    <a:pt x="1855" y="405"/>
                    <a:pt x="1794" y="284"/>
                  </a:cubicBezTo>
                  <a:cubicBezTo>
                    <a:pt x="1620" y="81"/>
                    <a:pt x="1421" y="1"/>
                    <a:pt x="1216" y="1"/>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6"/>
            <p:cNvSpPr/>
            <p:nvPr/>
          </p:nvSpPr>
          <p:spPr>
            <a:xfrm>
              <a:off x="1874389" y="1631267"/>
              <a:ext cx="179320" cy="150447"/>
            </a:xfrm>
            <a:custGeom>
              <a:rect b="b" l="l" r="r" t="t"/>
              <a:pathLst>
                <a:path extrusionOk="0" h="4872" w="5807">
                  <a:moveTo>
                    <a:pt x="5047" y="1"/>
                  </a:moveTo>
                  <a:cubicBezTo>
                    <a:pt x="4608" y="1"/>
                    <a:pt x="4142" y="368"/>
                    <a:pt x="3831" y="679"/>
                  </a:cubicBezTo>
                  <a:cubicBezTo>
                    <a:pt x="3618" y="892"/>
                    <a:pt x="3466" y="1074"/>
                    <a:pt x="3466" y="1074"/>
                  </a:cubicBezTo>
                  <a:cubicBezTo>
                    <a:pt x="3648" y="1439"/>
                    <a:pt x="3648" y="1925"/>
                    <a:pt x="3648" y="1925"/>
                  </a:cubicBezTo>
                  <a:cubicBezTo>
                    <a:pt x="3496" y="1621"/>
                    <a:pt x="3101" y="1500"/>
                    <a:pt x="3101" y="1500"/>
                  </a:cubicBezTo>
                  <a:cubicBezTo>
                    <a:pt x="2615" y="1956"/>
                    <a:pt x="1946" y="2381"/>
                    <a:pt x="1946" y="2381"/>
                  </a:cubicBezTo>
                  <a:cubicBezTo>
                    <a:pt x="2007" y="2594"/>
                    <a:pt x="2098" y="3080"/>
                    <a:pt x="2098" y="3111"/>
                  </a:cubicBezTo>
                  <a:cubicBezTo>
                    <a:pt x="1886" y="2867"/>
                    <a:pt x="1673" y="2655"/>
                    <a:pt x="1673" y="2655"/>
                  </a:cubicBezTo>
                  <a:cubicBezTo>
                    <a:pt x="1278" y="2989"/>
                    <a:pt x="123" y="3779"/>
                    <a:pt x="123" y="3779"/>
                  </a:cubicBezTo>
                  <a:cubicBezTo>
                    <a:pt x="1" y="4509"/>
                    <a:pt x="487" y="4782"/>
                    <a:pt x="487" y="4782"/>
                  </a:cubicBezTo>
                  <a:cubicBezTo>
                    <a:pt x="578" y="4846"/>
                    <a:pt x="708" y="4871"/>
                    <a:pt x="859" y="4871"/>
                  </a:cubicBezTo>
                  <a:cubicBezTo>
                    <a:pt x="1216" y="4871"/>
                    <a:pt x="1687" y="4728"/>
                    <a:pt x="2007" y="4600"/>
                  </a:cubicBezTo>
                  <a:cubicBezTo>
                    <a:pt x="1886" y="4235"/>
                    <a:pt x="1642" y="3931"/>
                    <a:pt x="1338" y="3749"/>
                  </a:cubicBezTo>
                  <a:cubicBezTo>
                    <a:pt x="2433" y="2989"/>
                    <a:pt x="3496" y="2199"/>
                    <a:pt x="4560" y="1439"/>
                  </a:cubicBezTo>
                  <a:cubicBezTo>
                    <a:pt x="4834" y="1256"/>
                    <a:pt x="5047" y="1104"/>
                    <a:pt x="5320" y="892"/>
                  </a:cubicBezTo>
                  <a:cubicBezTo>
                    <a:pt x="5472" y="801"/>
                    <a:pt x="5624" y="679"/>
                    <a:pt x="5807" y="588"/>
                  </a:cubicBezTo>
                  <a:cubicBezTo>
                    <a:pt x="5776" y="527"/>
                    <a:pt x="5715" y="405"/>
                    <a:pt x="5624" y="284"/>
                  </a:cubicBezTo>
                  <a:cubicBezTo>
                    <a:pt x="5450" y="81"/>
                    <a:pt x="5251" y="1"/>
                    <a:pt x="5047" y="1"/>
                  </a:cubicBez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6"/>
            <p:cNvSpPr/>
            <p:nvPr/>
          </p:nvSpPr>
          <p:spPr>
            <a:xfrm>
              <a:off x="1827483" y="1196825"/>
              <a:ext cx="125805" cy="534286"/>
            </a:xfrm>
            <a:custGeom>
              <a:rect b="b" l="l" r="r" t="t"/>
              <a:pathLst>
                <a:path extrusionOk="0" h="17302" w="4074">
                  <a:moveTo>
                    <a:pt x="2679" y="1"/>
                  </a:moveTo>
                  <a:cubicBezTo>
                    <a:pt x="2637" y="1"/>
                    <a:pt x="2595" y="3"/>
                    <a:pt x="2553" y="6"/>
                  </a:cubicBezTo>
                  <a:cubicBezTo>
                    <a:pt x="1915" y="67"/>
                    <a:pt x="1338" y="796"/>
                    <a:pt x="1216" y="1891"/>
                  </a:cubicBezTo>
                  <a:cubicBezTo>
                    <a:pt x="1216" y="2134"/>
                    <a:pt x="1186" y="2316"/>
                    <a:pt x="1186" y="2499"/>
                  </a:cubicBezTo>
                  <a:cubicBezTo>
                    <a:pt x="1064" y="3866"/>
                    <a:pt x="1003" y="4717"/>
                    <a:pt x="1003" y="4717"/>
                  </a:cubicBezTo>
                  <a:lnTo>
                    <a:pt x="2006" y="5325"/>
                  </a:lnTo>
                  <a:lnTo>
                    <a:pt x="912" y="5143"/>
                  </a:lnTo>
                  <a:cubicBezTo>
                    <a:pt x="912" y="5143"/>
                    <a:pt x="699" y="7818"/>
                    <a:pt x="730" y="8790"/>
                  </a:cubicBezTo>
                  <a:cubicBezTo>
                    <a:pt x="730" y="8790"/>
                    <a:pt x="1186" y="9125"/>
                    <a:pt x="1520" y="9277"/>
                  </a:cubicBezTo>
                  <a:cubicBezTo>
                    <a:pt x="1520" y="9277"/>
                    <a:pt x="1064" y="9216"/>
                    <a:pt x="639" y="9186"/>
                  </a:cubicBezTo>
                  <a:lnTo>
                    <a:pt x="639" y="9186"/>
                  </a:lnTo>
                  <a:cubicBezTo>
                    <a:pt x="639" y="9186"/>
                    <a:pt x="699" y="11374"/>
                    <a:pt x="730" y="12195"/>
                  </a:cubicBezTo>
                  <a:lnTo>
                    <a:pt x="1398" y="12772"/>
                  </a:lnTo>
                  <a:lnTo>
                    <a:pt x="1398" y="12772"/>
                  </a:lnTo>
                  <a:lnTo>
                    <a:pt x="730" y="12529"/>
                  </a:lnTo>
                  <a:lnTo>
                    <a:pt x="730" y="12529"/>
                  </a:lnTo>
                  <a:cubicBezTo>
                    <a:pt x="730" y="12529"/>
                    <a:pt x="0" y="17180"/>
                    <a:pt x="1094" y="17301"/>
                  </a:cubicBezTo>
                  <a:cubicBezTo>
                    <a:pt x="1368" y="17301"/>
                    <a:pt x="1672" y="16784"/>
                    <a:pt x="1946" y="16025"/>
                  </a:cubicBezTo>
                  <a:cubicBezTo>
                    <a:pt x="2493" y="14505"/>
                    <a:pt x="3040" y="12012"/>
                    <a:pt x="3222" y="10948"/>
                  </a:cubicBezTo>
                  <a:lnTo>
                    <a:pt x="3222" y="10948"/>
                  </a:lnTo>
                  <a:lnTo>
                    <a:pt x="2553" y="11252"/>
                  </a:lnTo>
                  <a:lnTo>
                    <a:pt x="2553" y="11252"/>
                  </a:lnTo>
                  <a:lnTo>
                    <a:pt x="3313" y="10553"/>
                  </a:lnTo>
                  <a:cubicBezTo>
                    <a:pt x="3313" y="10553"/>
                    <a:pt x="3708" y="6875"/>
                    <a:pt x="3830" y="5812"/>
                  </a:cubicBezTo>
                  <a:lnTo>
                    <a:pt x="3830" y="5812"/>
                  </a:lnTo>
                  <a:lnTo>
                    <a:pt x="3070" y="6298"/>
                  </a:lnTo>
                  <a:lnTo>
                    <a:pt x="3769" y="5173"/>
                  </a:lnTo>
                  <a:cubicBezTo>
                    <a:pt x="3769" y="5173"/>
                    <a:pt x="4043" y="3957"/>
                    <a:pt x="4043" y="2742"/>
                  </a:cubicBezTo>
                  <a:cubicBezTo>
                    <a:pt x="4073" y="1830"/>
                    <a:pt x="3982" y="948"/>
                    <a:pt x="3617" y="492"/>
                  </a:cubicBezTo>
                  <a:cubicBezTo>
                    <a:pt x="3348" y="115"/>
                    <a:pt x="3007" y="1"/>
                    <a:pt x="2679" y="1"/>
                  </a:cubicBezTo>
                  <a:close/>
                </a:path>
              </a:pathLst>
            </a:custGeom>
            <a:solidFill>
              <a:srgbClr val="E888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6"/>
            <p:cNvSpPr/>
            <p:nvPr/>
          </p:nvSpPr>
          <p:spPr>
            <a:xfrm>
              <a:off x="1864075" y="1195960"/>
              <a:ext cx="90139" cy="84611"/>
            </a:xfrm>
            <a:custGeom>
              <a:rect b="b" l="l" r="r" t="t"/>
              <a:pathLst>
                <a:path extrusionOk="0" h="2740" w="2919">
                  <a:moveTo>
                    <a:pt x="1549" y="1"/>
                  </a:moveTo>
                  <a:cubicBezTo>
                    <a:pt x="841" y="1"/>
                    <a:pt x="166" y="731"/>
                    <a:pt x="61" y="1919"/>
                  </a:cubicBezTo>
                  <a:cubicBezTo>
                    <a:pt x="31" y="2162"/>
                    <a:pt x="1" y="2344"/>
                    <a:pt x="1" y="2527"/>
                  </a:cubicBezTo>
                  <a:cubicBezTo>
                    <a:pt x="669" y="2587"/>
                    <a:pt x="1855" y="2618"/>
                    <a:pt x="2888" y="2739"/>
                  </a:cubicBezTo>
                  <a:cubicBezTo>
                    <a:pt x="2919" y="1858"/>
                    <a:pt x="2858" y="976"/>
                    <a:pt x="2493" y="490"/>
                  </a:cubicBezTo>
                  <a:cubicBezTo>
                    <a:pt x="2206" y="155"/>
                    <a:pt x="1874" y="1"/>
                    <a:pt x="1549" y="1"/>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6"/>
            <p:cNvSpPr/>
            <p:nvPr/>
          </p:nvSpPr>
          <p:spPr>
            <a:xfrm>
              <a:off x="1827483" y="1197937"/>
              <a:ext cx="84488" cy="534100"/>
            </a:xfrm>
            <a:custGeom>
              <a:rect b="b" l="l" r="r" t="t"/>
              <a:pathLst>
                <a:path extrusionOk="0" h="17296" w="2736">
                  <a:moveTo>
                    <a:pt x="2553" y="0"/>
                  </a:moveTo>
                  <a:cubicBezTo>
                    <a:pt x="1915" y="92"/>
                    <a:pt x="1338" y="791"/>
                    <a:pt x="1216" y="1915"/>
                  </a:cubicBezTo>
                  <a:cubicBezTo>
                    <a:pt x="1216" y="2128"/>
                    <a:pt x="1186" y="2311"/>
                    <a:pt x="1186" y="2523"/>
                  </a:cubicBezTo>
                  <a:cubicBezTo>
                    <a:pt x="1064" y="3891"/>
                    <a:pt x="1003" y="4712"/>
                    <a:pt x="1003" y="4712"/>
                  </a:cubicBezTo>
                  <a:lnTo>
                    <a:pt x="2006" y="5320"/>
                  </a:lnTo>
                  <a:lnTo>
                    <a:pt x="912" y="5137"/>
                  </a:lnTo>
                  <a:cubicBezTo>
                    <a:pt x="912" y="5137"/>
                    <a:pt x="699" y="7843"/>
                    <a:pt x="730" y="8785"/>
                  </a:cubicBezTo>
                  <a:cubicBezTo>
                    <a:pt x="730" y="8785"/>
                    <a:pt x="1186" y="9119"/>
                    <a:pt x="1520" y="9271"/>
                  </a:cubicBezTo>
                  <a:cubicBezTo>
                    <a:pt x="1520" y="9271"/>
                    <a:pt x="1064" y="9241"/>
                    <a:pt x="639" y="9210"/>
                  </a:cubicBezTo>
                  <a:lnTo>
                    <a:pt x="639" y="9210"/>
                  </a:lnTo>
                  <a:cubicBezTo>
                    <a:pt x="639" y="9210"/>
                    <a:pt x="699" y="11368"/>
                    <a:pt x="730" y="12189"/>
                  </a:cubicBezTo>
                  <a:lnTo>
                    <a:pt x="1398" y="12767"/>
                  </a:lnTo>
                  <a:lnTo>
                    <a:pt x="1398" y="12767"/>
                  </a:lnTo>
                  <a:lnTo>
                    <a:pt x="730" y="12554"/>
                  </a:lnTo>
                  <a:lnTo>
                    <a:pt x="730" y="12554"/>
                  </a:lnTo>
                  <a:cubicBezTo>
                    <a:pt x="730" y="12554"/>
                    <a:pt x="0" y="17174"/>
                    <a:pt x="1094" y="17296"/>
                  </a:cubicBezTo>
                  <a:cubicBezTo>
                    <a:pt x="1368" y="17296"/>
                    <a:pt x="1672" y="16809"/>
                    <a:pt x="1946" y="16049"/>
                  </a:cubicBezTo>
                  <a:cubicBezTo>
                    <a:pt x="1702" y="15897"/>
                    <a:pt x="1520" y="15745"/>
                    <a:pt x="1398" y="15533"/>
                  </a:cubicBezTo>
                  <a:cubicBezTo>
                    <a:pt x="1155" y="15077"/>
                    <a:pt x="1246" y="14530"/>
                    <a:pt x="1398" y="13982"/>
                  </a:cubicBezTo>
                  <a:cubicBezTo>
                    <a:pt x="2401" y="10183"/>
                    <a:pt x="2736" y="6232"/>
                    <a:pt x="2401" y="2371"/>
                  </a:cubicBezTo>
                  <a:cubicBezTo>
                    <a:pt x="2310" y="1763"/>
                    <a:pt x="2249" y="730"/>
                    <a:pt x="2553" y="0"/>
                  </a:cubicBez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6"/>
            <p:cNvSpPr/>
            <p:nvPr/>
          </p:nvSpPr>
          <p:spPr>
            <a:xfrm>
              <a:off x="1310317" y="2903375"/>
              <a:ext cx="388594" cy="1129590"/>
            </a:xfrm>
            <a:custGeom>
              <a:rect b="b" l="l" r="r" t="t"/>
              <a:pathLst>
                <a:path extrusionOk="0" h="36580" w="12584">
                  <a:moveTo>
                    <a:pt x="8754" y="0"/>
                  </a:moveTo>
                  <a:cubicBezTo>
                    <a:pt x="8754" y="0"/>
                    <a:pt x="8572" y="365"/>
                    <a:pt x="8207" y="1155"/>
                  </a:cubicBezTo>
                  <a:cubicBezTo>
                    <a:pt x="7478" y="2675"/>
                    <a:pt x="6140" y="5867"/>
                    <a:pt x="4347" y="11642"/>
                  </a:cubicBezTo>
                  <a:cubicBezTo>
                    <a:pt x="4104" y="12554"/>
                    <a:pt x="3800" y="13526"/>
                    <a:pt x="3496" y="14590"/>
                  </a:cubicBezTo>
                  <a:cubicBezTo>
                    <a:pt x="3435" y="14803"/>
                    <a:pt x="3374" y="14955"/>
                    <a:pt x="3344" y="15137"/>
                  </a:cubicBezTo>
                  <a:cubicBezTo>
                    <a:pt x="2949" y="16475"/>
                    <a:pt x="2645" y="17721"/>
                    <a:pt x="2341" y="18967"/>
                  </a:cubicBezTo>
                  <a:cubicBezTo>
                    <a:pt x="2067" y="20031"/>
                    <a:pt x="1854" y="21034"/>
                    <a:pt x="1672" y="22007"/>
                  </a:cubicBezTo>
                  <a:cubicBezTo>
                    <a:pt x="1398" y="23344"/>
                    <a:pt x="1186" y="24560"/>
                    <a:pt x="973" y="25745"/>
                  </a:cubicBezTo>
                  <a:lnTo>
                    <a:pt x="973" y="25776"/>
                  </a:lnTo>
                  <a:cubicBezTo>
                    <a:pt x="0" y="31946"/>
                    <a:pt x="31" y="36110"/>
                    <a:pt x="608" y="36505"/>
                  </a:cubicBezTo>
                  <a:cubicBezTo>
                    <a:pt x="682" y="36552"/>
                    <a:pt x="770" y="36580"/>
                    <a:pt x="873" y="36580"/>
                  </a:cubicBezTo>
                  <a:cubicBezTo>
                    <a:pt x="1237" y="36580"/>
                    <a:pt x="1782" y="36234"/>
                    <a:pt x="2493" y="35168"/>
                  </a:cubicBezTo>
                  <a:cubicBezTo>
                    <a:pt x="3374" y="33831"/>
                    <a:pt x="4529" y="31399"/>
                    <a:pt x="5836" y="27235"/>
                  </a:cubicBezTo>
                  <a:lnTo>
                    <a:pt x="5836" y="27174"/>
                  </a:lnTo>
                  <a:cubicBezTo>
                    <a:pt x="6414" y="25441"/>
                    <a:pt x="6991" y="23435"/>
                    <a:pt x="7629" y="21034"/>
                  </a:cubicBezTo>
                  <a:cubicBezTo>
                    <a:pt x="11399" y="6870"/>
                    <a:pt x="12584" y="2067"/>
                    <a:pt x="12584" y="2067"/>
                  </a:cubicBezTo>
                  <a:lnTo>
                    <a:pt x="11854" y="1642"/>
                  </a:lnTo>
                  <a:lnTo>
                    <a:pt x="10183" y="760"/>
                  </a:lnTo>
                  <a:lnTo>
                    <a:pt x="8754" y="0"/>
                  </a:lnTo>
                  <a:close/>
                </a:path>
              </a:pathLst>
            </a:custGeom>
            <a:solidFill>
              <a:srgbClr val="E6D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6"/>
            <p:cNvSpPr/>
            <p:nvPr/>
          </p:nvSpPr>
          <p:spPr>
            <a:xfrm>
              <a:off x="1562786" y="2426659"/>
              <a:ext cx="605433" cy="658825"/>
            </a:xfrm>
            <a:custGeom>
              <a:rect b="b" l="l" r="r" t="t"/>
              <a:pathLst>
                <a:path extrusionOk="0" h="21335" w="19606">
                  <a:moveTo>
                    <a:pt x="14542" y="1"/>
                  </a:moveTo>
                  <a:cubicBezTo>
                    <a:pt x="11808" y="1"/>
                    <a:pt x="8572" y="1197"/>
                    <a:pt x="5958" y="4161"/>
                  </a:cubicBezTo>
                  <a:cubicBezTo>
                    <a:pt x="5837" y="4283"/>
                    <a:pt x="5776" y="4405"/>
                    <a:pt x="5654" y="4526"/>
                  </a:cubicBezTo>
                  <a:cubicBezTo>
                    <a:pt x="4773" y="5590"/>
                    <a:pt x="4013" y="6684"/>
                    <a:pt x="3375" y="7748"/>
                  </a:cubicBezTo>
                  <a:cubicBezTo>
                    <a:pt x="2615" y="8994"/>
                    <a:pt x="2007" y="10180"/>
                    <a:pt x="1551" y="11274"/>
                  </a:cubicBezTo>
                  <a:cubicBezTo>
                    <a:pt x="852" y="12824"/>
                    <a:pt x="487" y="14162"/>
                    <a:pt x="244" y="15043"/>
                  </a:cubicBezTo>
                  <a:cubicBezTo>
                    <a:pt x="61" y="15803"/>
                    <a:pt x="1" y="16229"/>
                    <a:pt x="1" y="16229"/>
                  </a:cubicBezTo>
                  <a:cubicBezTo>
                    <a:pt x="1" y="16229"/>
                    <a:pt x="1" y="16380"/>
                    <a:pt x="31" y="16624"/>
                  </a:cubicBezTo>
                  <a:cubicBezTo>
                    <a:pt x="92" y="17171"/>
                    <a:pt x="365" y="18143"/>
                    <a:pt x="1004" y="18873"/>
                  </a:cubicBezTo>
                  <a:lnTo>
                    <a:pt x="1125" y="18995"/>
                  </a:lnTo>
                  <a:cubicBezTo>
                    <a:pt x="2189" y="20058"/>
                    <a:pt x="2371" y="21335"/>
                    <a:pt x="2371" y="21335"/>
                  </a:cubicBezTo>
                  <a:cubicBezTo>
                    <a:pt x="2371" y="21335"/>
                    <a:pt x="2463" y="20970"/>
                    <a:pt x="2645" y="20271"/>
                  </a:cubicBezTo>
                  <a:cubicBezTo>
                    <a:pt x="2797" y="19724"/>
                    <a:pt x="3040" y="18995"/>
                    <a:pt x="3375" y="18083"/>
                  </a:cubicBezTo>
                  <a:cubicBezTo>
                    <a:pt x="3496" y="17779"/>
                    <a:pt x="3587" y="17475"/>
                    <a:pt x="3739" y="17140"/>
                  </a:cubicBezTo>
                  <a:cubicBezTo>
                    <a:pt x="4013" y="16472"/>
                    <a:pt x="4317" y="15773"/>
                    <a:pt x="4712" y="15013"/>
                  </a:cubicBezTo>
                  <a:cubicBezTo>
                    <a:pt x="5168" y="14040"/>
                    <a:pt x="5715" y="13037"/>
                    <a:pt x="6384" y="11973"/>
                  </a:cubicBezTo>
                  <a:cubicBezTo>
                    <a:pt x="6870" y="11122"/>
                    <a:pt x="7478" y="10210"/>
                    <a:pt x="8116" y="9298"/>
                  </a:cubicBezTo>
                  <a:cubicBezTo>
                    <a:pt x="8268" y="9025"/>
                    <a:pt x="8420" y="8842"/>
                    <a:pt x="8603" y="8630"/>
                  </a:cubicBezTo>
                  <a:cubicBezTo>
                    <a:pt x="10518" y="6198"/>
                    <a:pt x="12676" y="4678"/>
                    <a:pt x="14591" y="3706"/>
                  </a:cubicBezTo>
                  <a:cubicBezTo>
                    <a:pt x="17357" y="2307"/>
                    <a:pt x="19606" y="2125"/>
                    <a:pt x="19606" y="2125"/>
                  </a:cubicBezTo>
                  <a:cubicBezTo>
                    <a:pt x="18724" y="1031"/>
                    <a:pt x="17265" y="301"/>
                    <a:pt x="15563" y="58"/>
                  </a:cubicBezTo>
                  <a:cubicBezTo>
                    <a:pt x="15233" y="20"/>
                    <a:pt x="14891" y="1"/>
                    <a:pt x="14542" y="1"/>
                  </a:cubicBezTo>
                  <a:close/>
                </a:path>
              </a:pathLst>
            </a:custGeom>
            <a:solidFill>
              <a:srgbClr val="F69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6"/>
            <p:cNvSpPr/>
            <p:nvPr/>
          </p:nvSpPr>
          <p:spPr>
            <a:xfrm>
              <a:off x="1310317" y="2427925"/>
              <a:ext cx="732134" cy="1605050"/>
            </a:xfrm>
            <a:custGeom>
              <a:rect b="b" l="l" r="r" t="t"/>
              <a:pathLst>
                <a:path extrusionOk="0" h="51977" w="23709">
                  <a:moveTo>
                    <a:pt x="22546" y="1"/>
                  </a:moveTo>
                  <a:cubicBezTo>
                    <a:pt x="19843" y="1"/>
                    <a:pt x="16677" y="1203"/>
                    <a:pt x="14134" y="4090"/>
                  </a:cubicBezTo>
                  <a:cubicBezTo>
                    <a:pt x="14013" y="4212"/>
                    <a:pt x="13952" y="4333"/>
                    <a:pt x="13830" y="4424"/>
                  </a:cubicBezTo>
                  <a:cubicBezTo>
                    <a:pt x="12949" y="5488"/>
                    <a:pt x="12189" y="6613"/>
                    <a:pt x="11551" y="7677"/>
                  </a:cubicBezTo>
                  <a:cubicBezTo>
                    <a:pt x="10791" y="8923"/>
                    <a:pt x="10183" y="10108"/>
                    <a:pt x="9727" y="11203"/>
                  </a:cubicBezTo>
                  <a:cubicBezTo>
                    <a:pt x="9028" y="12753"/>
                    <a:pt x="8663" y="14090"/>
                    <a:pt x="8420" y="14972"/>
                  </a:cubicBezTo>
                  <a:cubicBezTo>
                    <a:pt x="8237" y="15732"/>
                    <a:pt x="8177" y="16127"/>
                    <a:pt x="8177" y="16127"/>
                  </a:cubicBezTo>
                  <a:cubicBezTo>
                    <a:pt x="8177" y="16127"/>
                    <a:pt x="8177" y="16279"/>
                    <a:pt x="8207" y="16552"/>
                  </a:cubicBezTo>
                  <a:cubicBezTo>
                    <a:pt x="7478" y="18072"/>
                    <a:pt x="6140" y="21264"/>
                    <a:pt x="4377" y="27039"/>
                  </a:cubicBezTo>
                  <a:cubicBezTo>
                    <a:pt x="4104" y="27951"/>
                    <a:pt x="3800" y="28954"/>
                    <a:pt x="3496" y="30018"/>
                  </a:cubicBezTo>
                  <a:cubicBezTo>
                    <a:pt x="3465" y="30200"/>
                    <a:pt x="3374" y="30352"/>
                    <a:pt x="3344" y="30534"/>
                  </a:cubicBezTo>
                  <a:cubicBezTo>
                    <a:pt x="2949" y="31872"/>
                    <a:pt x="2645" y="33118"/>
                    <a:pt x="2341" y="34364"/>
                  </a:cubicBezTo>
                  <a:cubicBezTo>
                    <a:pt x="2097" y="35428"/>
                    <a:pt x="1854" y="36431"/>
                    <a:pt x="1672" y="37404"/>
                  </a:cubicBezTo>
                  <a:cubicBezTo>
                    <a:pt x="1398" y="38741"/>
                    <a:pt x="1186" y="39957"/>
                    <a:pt x="973" y="41142"/>
                  </a:cubicBezTo>
                  <a:lnTo>
                    <a:pt x="973" y="41173"/>
                  </a:lnTo>
                  <a:cubicBezTo>
                    <a:pt x="0" y="47343"/>
                    <a:pt x="31" y="51507"/>
                    <a:pt x="608" y="51902"/>
                  </a:cubicBezTo>
                  <a:cubicBezTo>
                    <a:pt x="682" y="51949"/>
                    <a:pt x="770" y="51977"/>
                    <a:pt x="873" y="51977"/>
                  </a:cubicBezTo>
                  <a:cubicBezTo>
                    <a:pt x="1237" y="51977"/>
                    <a:pt x="1782" y="51631"/>
                    <a:pt x="2493" y="50565"/>
                  </a:cubicBezTo>
                  <a:cubicBezTo>
                    <a:pt x="2037" y="48741"/>
                    <a:pt x="2249" y="46796"/>
                    <a:pt x="2432" y="44942"/>
                  </a:cubicBezTo>
                  <a:cubicBezTo>
                    <a:pt x="2949" y="39623"/>
                    <a:pt x="3496" y="34273"/>
                    <a:pt x="5167" y="29166"/>
                  </a:cubicBezTo>
                  <a:cubicBezTo>
                    <a:pt x="5775" y="27221"/>
                    <a:pt x="6566" y="25337"/>
                    <a:pt x="7356" y="23422"/>
                  </a:cubicBezTo>
                  <a:cubicBezTo>
                    <a:pt x="8025" y="21871"/>
                    <a:pt x="8633" y="20321"/>
                    <a:pt x="9180" y="18832"/>
                  </a:cubicBezTo>
                  <a:lnTo>
                    <a:pt x="10213" y="16218"/>
                  </a:lnTo>
                  <a:cubicBezTo>
                    <a:pt x="11520" y="12905"/>
                    <a:pt x="12827" y="9683"/>
                    <a:pt x="14803" y="6370"/>
                  </a:cubicBezTo>
                  <a:cubicBezTo>
                    <a:pt x="14964" y="6099"/>
                    <a:pt x="15125" y="5984"/>
                    <a:pt x="15284" y="5984"/>
                  </a:cubicBezTo>
                  <a:cubicBezTo>
                    <a:pt x="15870" y="5984"/>
                    <a:pt x="16413" y="7566"/>
                    <a:pt x="16748" y="8619"/>
                  </a:cubicBezTo>
                  <a:cubicBezTo>
                    <a:pt x="16900" y="9105"/>
                    <a:pt x="17022" y="9440"/>
                    <a:pt x="17052" y="9500"/>
                  </a:cubicBezTo>
                  <a:cubicBezTo>
                    <a:pt x="17293" y="9666"/>
                    <a:pt x="17546" y="9738"/>
                    <a:pt x="17804" y="9738"/>
                  </a:cubicBezTo>
                  <a:cubicBezTo>
                    <a:pt x="19209" y="9738"/>
                    <a:pt x="20768" y="7598"/>
                    <a:pt x="21308" y="6674"/>
                  </a:cubicBezTo>
                  <a:cubicBezTo>
                    <a:pt x="21824" y="5731"/>
                    <a:pt x="22341" y="4728"/>
                    <a:pt x="22706" y="3725"/>
                  </a:cubicBezTo>
                  <a:cubicBezTo>
                    <a:pt x="23040" y="2753"/>
                    <a:pt x="23344" y="1810"/>
                    <a:pt x="23557" y="838"/>
                  </a:cubicBezTo>
                  <a:cubicBezTo>
                    <a:pt x="23618" y="595"/>
                    <a:pt x="23678" y="321"/>
                    <a:pt x="23709" y="78"/>
                  </a:cubicBezTo>
                  <a:cubicBezTo>
                    <a:pt x="23334" y="27"/>
                    <a:pt x="22945" y="1"/>
                    <a:pt x="22546" y="1"/>
                  </a:cubicBezTo>
                  <a:close/>
                </a:path>
              </a:pathLst>
            </a:custGeom>
            <a:solidFill>
              <a:srgbClr val="783F04"/>
            </a:solidFill>
            <a:ln cap="flat" cmpd="sng" w="9525">
              <a:solidFill>
                <a:srgbClr val="783F0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6"/>
            <p:cNvSpPr/>
            <p:nvPr/>
          </p:nvSpPr>
          <p:spPr>
            <a:xfrm>
              <a:off x="1666047" y="2555148"/>
              <a:ext cx="91065" cy="335110"/>
            </a:xfrm>
            <a:custGeom>
              <a:rect b="b" l="l" r="r" t="t"/>
              <a:pathLst>
                <a:path extrusionOk="0" h="10852" w="2949">
                  <a:moveTo>
                    <a:pt x="2584" y="0"/>
                  </a:moveTo>
                  <a:lnTo>
                    <a:pt x="2584" y="0"/>
                  </a:lnTo>
                  <a:cubicBezTo>
                    <a:pt x="2462" y="122"/>
                    <a:pt x="2371" y="244"/>
                    <a:pt x="2280" y="335"/>
                  </a:cubicBezTo>
                  <a:cubicBezTo>
                    <a:pt x="1398" y="1399"/>
                    <a:pt x="638" y="2523"/>
                    <a:pt x="0" y="3587"/>
                  </a:cubicBezTo>
                  <a:cubicBezTo>
                    <a:pt x="0" y="3952"/>
                    <a:pt x="0" y="4377"/>
                    <a:pt x="61" y="4742"/>
                  </a:cubicBezTo>
                  <a:cubicBezTo>
                    <a:pt x="152" y="5107"/>
                    <a:pt x="334" y="5441"/>
                    <a:pt x="365" y="5806"/>
                  </a:cubicBezTo>
                  <a:cubicBezTo>
                    <a:pt x="395" y="6232"/>
                    <a:pt x="334" y="6687"/>
                    <a:pt x="334" y="7113"/>
                  </a:cubicBezTo>
                  <a:cubicBezTo>
                    <a:pt x="365" y="7539"/>
                    <a:pt x="456" y="7903"/>
                    <a:pt x="547" y="8298"/>
                  </a:cubicBezTo>
                  <a:cubicBezTo>
                    <a:pt x="790" y="9058"/>
                    <a:pt x="973" y="9757"/>
                    <a:pt x="1155" y="10517"/>
                  </a:cubicBezTo>
                  <a:cubicBezTo>
                    <a:pt x="1155" y="10639"/>
                    <a:pt x="1246" y="10730"/>
                    <a:pt x="1277" y="10852"/>
                  </a:cubicBezTo>
                  <a:cubicBezTo>
                    <a:pt x="1733" y="9879"/>
                    <a:pt x="2310" y="8876"/>
                    <a:pt x="2949" y="7812"/>
                  </a:cubicBezTo>
                  <a:cubicBezTo>
                    <a:pt x="2949" y="7751"/>
                    <a:pt x="2949" y="7751"/>
                    <a:pt x="2918" y="7721"/>
                  </a:cubicBezTo>
                  <a:cubicBezTo>
                    <a:pt x="2888" y="6809"/>
                    <a:pt x="2827" y="5867"/>
                    <a:pt x="2766" y="4955"/>
                  </a:cubicBezTo>
                  <a:cubicBezTo>
                    <a:pt x="2766" y="4621"/>
                    <a:pt x="2736" y="4225"/>
                    <a:pt x="2584" y="3922"/>
                  </a:cubicBezTo>
                  <a:cubicBezTo>
                    <a:pt x="2462" y="3678"/>
                    <a:pt x="2280" y="3466"/>
                    <a:pt x="2280" y="3192"/>
                  </a:cubicBezTo>
                  <a:cubicBezTo>
                    <a:pt x="2219" y="2858"/>
                    <a:pt x="2523" y="2584"/>
                    <a:pt x="2584" y="2250"/>
                  </a:cubicBezTo>
                  <a:cubicBezTo>
                    <a:pt x="2584" y="2007"/>
                    <a:pt x="2462" y="1794"/>
                    <a:pt x="2371" y="1551"/>
                  </a:cubicBezTo>
                  <a:cubicBezTo>
                    <a:pt x="2310" y="1247"/>
                    <a:pt x="2462" y="548"/>
                    <a:pt x="2584" y="0"/>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6"/>
            <p:cNvSpPr/>
            <p:nvPr/>
          </p:nvSpPr>
          <p:spPr>
            <a:xfrm>
              <a:off x="1571247" y="2774794"/>
              <a:ext cx="94832" cy="277858"/>
            </a:xfrm>
            <a:custGeom>
              <a:rect b="b" l="l" r="r" t="t"/>
              <a:pathLst>
                <a:path extrusionOk="0" h="8998" w="3071">
                  <a:moveTo>
                    <a:pt x="1307" y="0"/>
                  </a:moveTo>
                  <a:cubicBezTo>
                    <a:pt x="608" y="1550"/>
                    <a:pt x="243" y="2888"/>
                    <a:pt x="0" y="3769"/>
                  </a:cubicBezTo>
                  <a:cubicBezTo>
                    <a:pt x="122" y="3921"/>
                    <a:pt x="274" y="4043"/>
                    <a:pt x="365" y="4225"/>
                  </a:cubicBezTo>
                  <a:cubicBezTo>
                    <a:pt x="547" y="4651"/>
                    <a:pt x="456" y="5198"/>
                    <a:pt x="851" y="5471"/>
                  </a:cubicBezTo>
                  <a:cubicBezTo>
                    <a:pt x="973" y="5593"/>
                    <a:pt x="1155" y="5654"/>
                    <a:pt x="1216" y="5806"/>
                  </a:cubicBezTo>
                  <a:cubicBezTo>
                    <a:pt x="1307" y="6018"/>
                    <a:pt x="1186" y="6170"/>
                    <a:pt x="1186" y="6353"/>
                  </a:cubicBezTo>
                  <a:cubicBezTo>
                    <a:pt x="1186" y="6626"/>
                    <a:pt x="1429" y="6809"/>
                    <a:pt x="1581" y="6991"/>
                  </a:cubicBezTo>
                  <a:cubicBezTo>
                    <a:pt x="1976" y="7569"/>
                    <a:pt x="1794" y="8541"/>
                    <a:pt x="2341" y="8997"/>
                  </a:cubicBezTo>
                  <a:cubicBezTo>
                    <a:pt x="2493" y="8450"/>
                    <a:pt x="2705" y="7721"/>
                    <a:pt x="3070" y="6809"/>
                  </a:cubicBezTo>
                  <a:cubicBezTo>
                    <a:pt x="2827" y="6170"/>
                    <a:pt x="2553" y="5593"/>
                    <a:pt x="2553" y="4863"/>
                  </a:cubicBezTo>
                  <a:cubicBezTo>
                    <a:pt x="2553" y="4711"/>
                    <a:pt x="2553" y="4559"/>
                    <a:pt x="2523" y="4438"/>
                  </a:cubicBezTo>
                  <a:cubicBezTo>
                    <a:pt x="2401" y="4195"/>
                    <a:pt x="2067" y="3982"/>
                    <a:pt x="1945" y="3739"/>
                  </a:cubicBezTo>
                  <a:cubicBezTo>
                    <a:pt x="1794" y="3313"/>
                    <a:pt x="2037" y="2827"/>
                    <a:pt x="1885" y="2432"/>
                  </a:cubicBezTo>
                  <a:cubicBezTo>
                    <a:pt x="1763" y="2128"/>
                    <a:pt x="1459" y="1976"/>
                    <a:pt x="1338" y="1672"/>
                  </a:cubicBezTo>
                  <a:cubicBezTo>
                    <a:pt x="1277" y="1459"/>
                    <a:pt x="1307" y="1216"/>
                    <a:pt x="1338" y="1003"/>
                  </a:cubicBezTo>
                  <a:cubicBezTo>
                    <a:pt x="1398" y="638"/>
                    <a:pt x="1398" y="334"/>
                    <a:pt x="1307" y="0"/>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6"/>
            <p:cNvSpPr/>
            <p:nvPr/>
          </p:nvSpPr>
          <p:spPr>
            <a:xfrm>
              <a:off x="1473638" y="1233108"/>
              <a:ext cx="230921" cy="486360"/>
            </a:xfrm>
            <a:custGeom>
              <a:rect b="b" l="l" r="r" t="t"/>
              <a:pathLst>
                <a:path extrusionOk="0" h="15750" w="7478">
                  <a:moveTo>
                    <a:pt x="1588" y="1"/>
                  </a:moveTo>
                  <a:cubicBezTo>
                    <a:pt x="1394" y="1"/>
                    <a:pt x="1186" y="54"/>
                    <a:pt x="973" y="168"/>
                  </a:cubicBezTo>
                  <a:cubicBezTo>
                    <a:pt x="0" y="685"/>
                    <a:pt x="334" y="2175"/>
                    <a:pt x="669" y="3147"/>
                  </a:cubicBezTo>
                  <a:cubicBezTo>
                    <a:pt x="851" y="3694"/>
                    <a:pt x="1094" y="4059"/>
                    <a:pt x="1094" y="4059"/>
                  </a:cubicBezTo>
                  <a:lnTo>
                    <a:pt x="2401" y="4302"/>
                  </a:lnTo>
                  <a:lnTo>
                    <a:pt x="1307" y="4363"/>
                  </a:lnTo>
                  <a:cubicBezTo>
                    <a:pt x="1429" y="4606"/>
                    <a:pt x="2037" y="6339"/>
                    <a:pt x="2037" y="6339"/>
                  </a:cubicBezTo>
                  <a:lnTo>
                    <a:pt x="3252" y="6400"/>
                  </a:lnTo>
                  <a:lnTo>
                    <a:pt x="2219" y="6612"/>
                  </a:lnTo>
                  <a:cubicBezTo>
                    <a:pt x="2796" y="8314"/>
                    <a:pt x="3526" y="10381"/>
                    <a:pt x="3526" y="10381"/>
                  </a:cubicBezTo>
                  <a:lnTo>
                    <a:pt x="4742" y="10594"/>
                  </a:lnTo>
                  <a:lnTo>
                    <a:pt x="4863" y="10655"/>
                  </a:lnTo>
                  <a:lnTo>
                    <a:pt x="4742" y="10655"/>
                  </a:lnTo>
                  <a:lnTo>
                    <a:pt x="3708" y="10716"/>
                  </a:lnTo>
                  <a:cubicBezTo>
                    <a:pt x="4462" y="13150"/>
                    <a:pt x="5934" y="15750"/>
                    <a:pt x="6728" y="15750"/>
                  </a:cubicBezTo>
                  <a:cubicBezTo>
                    <a:pt x="6766" y="15750"/>
                    <a:pt x="6804" y="15744"/>
                    <a:pt x="6839" y="15731"/>
                  </a:cubicBezTo>
                  <a:cubicBezTo>
                    <a:pt x="7477" y="15518"/>
                    <a:pt x="7356" y="14029"/>
                    <a:pt x="7082" y="12935"/>
                  </a:cubicBezTo>
                  <a:cubicBezTo>
                    <a:pt x="6991" y="12175"/>
                    <a:pt x="6778" y="11567"/>
                    <a:pt x="6778" y="11567"/>
                  </a:cubicBezTo>
                  <a:cubicBezTo>
                    <a:pt x="6383" y="11658"/>
                    <a:pt x="6018" y="11780"/>
                    <a:pt x="6018" y="11780"/>
                  </a:cubicBezTo>
                  <a:cubicBezTo>
                    <a:pt x="6414" y="11567"/>
                    <a:pt x="6687" y="11263"/>
                    <a:pt x="6687" y="11263"/>
                  </a:cubicBezTo>
                  <a:cubicBezTo>
                    <a:pt x="6444" y="10138"/>
                    <a:pt x="5714" y="7798"/>
                    <a:pt x="5714" y="7798"/>
                  </a:cubicBezTo>
                  <a:lnTo>
                    <a:pt x="4924" y="8132"/>
                  </a:lnTo>
                  <a:lnTo>
                    <a:pt x="4924" y="8132"/>
                  </a:lnTo>
                  <a:lnTo>
                    <a:pt x="5562" y="7311"/>
                  </a:lnTo>
                  <a:cubicBezTo>
                    <a:pt x="5076" y="5488"/>
                    <a:pt x="4103" y="3056"/>
                    <a:pt x="4103" y="3056"/>
                  </a:cubicBezTo>
                  <a:lnTo>
                    <a:pt x="3192" y="3755"/>
                  </a:lnTo>
                  <a:lnTo>
                    <a:pt x="3860" y="2631"/>
                  </a:lnTo>
                  <a:cubicBezTo>
                    <a:pt x="3799" y="2479"/>
                    <a:pt x="3678" y="2205"/>
                    <a:pt x="3526" y="1871"/>
                  </a:cubicBezTo>
                  <a:cubicBezTo>
                    <a:pt x="3222" y="1293"/>
                    <a:pt x="2766" y="533"/>
                    <a:pt x="2189" y="199"/>
                  </a:cubicBezTo>
                  <a:cubicBezTo>
                    <a:pt x="2011" y="70"/>
                    <a:pt x="1808" y="1"/>
                    <a:pt x="1588" y="1"/>
                  </a:cubicBezTo>
                  <a:close/>
                </a:path>
              </a:pathLst>
            </a:custGeom>
            <a:solidFill>
              <a:srgbClr val="E888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6"/>
            <p:cNvSpPr/>
            <p:nvPr/>
          </p:nvSpPr>
          <p:spPr>
            <a:xfrm>
              <a:off x="1473638" y="1232028"/>
              <a:ext cx="109840" cy="97334"/>
            </a:xfrm>
            <a:custGeom>
              <a:rect b="b" l="l" r="r" t="t"/>
              <a:pathLst>
                <a:path extrusionOk="0" h="3152" w="3557">
                  <a:moveTo>
                    <a:pt x="1564" y="0"/>
                  </a:moveTo>
                  <a:cubicBezTo>
                    <a:pt x="1377" y="0"/>
                    <a:pt x="1178" y="47"/>
                    <a:pt x="973" y="143"/>
                  </a:cubicBezTo>
                  <a:cubicBezTo>
                    <a:pt x="0" y="690"/>
                    <a:pt x="334" y="2179"/>
                    <a:pt x="669" y="3152"/>
                  </a:cubicBezTo>
                  <a:cubicBezTo>
                    <a:pt x="912" y="3000"/>
                    <a:pt x="1277" y="2817"/>
                    <a:pt x="1702" y="2635"/>
                  </a:cubicBezTo>
                  <a:cubicBezTo>
                    <a:pt x="2219" y="2362"/>
                    <a:pt x="2888" y="2088"/>
                    <a:pt x="3556" y="1875"/>
                  </a:cubicBezTo>
                  <a:cubicBezTo>
                    <a:pt x="3283" y="1267"/>
                    <a:pt x="2827" y="538"/>
                    <a:pt x="2189" y="203"/>
                  </a:cubicBezTo>
                  <a:cubicBezTo>
                    <a:pt x="2005" y="70"/>
                    <a:pt x="1793" y="0"/>
                    <a:pt x="1564" y="0"/>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6"/>
            <p:cNvSpPr/>
            <p:nvPr/>
          </p:nvSpPr>
          <p:spPr>
            <a:xfrm>
              <a:off x="1473638" y="1233108"/>
              <a:ext cx="146433" cy="327174"/>
            </a:xfrm>
            <a:custGeom>
              <a:rect b="b" l="l" r="r" t="t"/>
              <a:pathLst>
                <a:path extrusionOk="0" h="10595" w="4742">
                  <a:moveTo>
                    <a:pt x="1588" y="1"/>
                  </a:moveTo>
                  <a:cubicBezTo>
                    <a:pt x="1394" y="1"/>
                    <a:pt x="1186" y="54"/>
                    <a:pt x="973" y="168"/>
                  </a:cubicBezTo>
                  <a:cubicBezTo>
                    <a:pt x="0" y="685"/>
                    <a:pt x="334" y="2175"/>
                    <a:pt x="669" y="3147"/>
                  </a:cubicBezTo>
                  <a:cubicBezTo>
                    <a:pt x="851" y="3694"/>
                    <a:pt x="1094" y="4059"/>
                    <a:pt x="1094" y="4059"/>
                  </a:cubicBezTo>
                  <a:lnTo>
                    <a:pt x="2401" y="4302"/>
                  </a:lnTo>
                  <a:lnTo>
                    <a:pt x="1307" y="4363"/>
                  </a:lnTo>
                  <a:cubicBezTo>
                    <a:pt x="1429" y="4606"/>
                    <a:pt x="2037" y="6339"/>
                    <a:pt x="2037" y="6339"/>
                  </a:cubicBezTo>
                  <a:lnTo>
                    <a:pt x="3252" y="6400"/>
                  </a:lnTo>
                  <a:lnTo>
                    <a:pt x="2219" y="6612"/>
                  </a:lnTo>
                  <a:cubicBezTo>
                    <a:pt x="2796" y="8314"/>
                    <a:pt x="3526" y="10381"/>
                    <a:pt x="3526" y="10381"/>
                  </a:cubicBezTo>
                  <a:lnTo>
                    <a:pt x="4742" y="10594"/>
                  </a:lnTo>
                  <a:cubicBezTo>
                    <a:pt x="4286" y="8831"/>
                    <a:pt x="3739" y="7068"/>
                    <a:pt x="3040" y="5397"/>
                  </a:cubicBezTo>
                  <a:cubicBezTo>
                    <a:pt x="2766" y="4728"/>
                    <a:pt x="2067" y="3603"/>
                    <a:pt x="1672" y="2631"/>
                  </a:cubicBezTo>
                  <a:cubicBezTo>
                    <a:pt x="1429" y="2053"/>
                    <a:pt x="1277" y="1475"/>
                    <a:pt x="1398" y="1080"/>
                  </a:cubicBezTo>
                  <a:cubicBezTo>
                    <a:pt x="1520" y="624"/>
                    <a:pt x="1854" y="381"/>
                    <a:pt x="2189" y="199"/>
                  </a:cubicBezTo>
                  <a:cubicBezTo>
                    <a:pt x="2011" y="70"/>
                    <a:pt x="1808" y="1"/>
                    <a:pt x="1588" y="1"/>
                  </a:cubicBez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6"/>
            <p:cNvSpPr/>
            <p:nvPr/>
          </p:nvSpPr>
          <p:spPr>
            <a:xfrm>
              <a:off x="1588138" y="1562098"/>
              <a:ext cx="116418" cy="157364"/>
            </a:xfrm>
            <a:custGeom>
              <a:rect b="b" l="l" r="r" t="t"/>
              <a:pathLst>
                <a:path extrusionOk="0" h="5096" w="3770">
                  <a:moveTo>
                    <a:pt x="1034" y="1"/>
                  </a:moveTo>
                  <a:lnTo>
                    <a:pt x="0" y="62"/>
                  </a:lnTo>
                  <a:cubicBezTo>
                    <a:pt x="754" y="2496"/>
                    <a:pt x="2226" y="5096"/>
                    <a:pt x="3020" y="5096"/>
                  </a:cubicBezTo>
                  <a:cubicBezTo>
                    <a:pt x="3058" y="5096"/>
                    <a:pt x="3096" y="5090"/>
                    <a:pt x="3131" y="5077"/>
                  </a:cubicBezTo>
                  <a:cubicBezTo>
                    <a:pt x="3769" y="4864"/>
                    <a:pt x="3648" y="3375"/>
                    <a:pt x="3435" y="2220"/>
                  </a:cubicBezTo>
                  <a:cubicBezTo>
                    <a:pt x="3192" y="2159"/>
                    <a:pt x="2979" y="2129"/>
                    <a:pt x="2736" y="2037"/>
                  </a:cubicBezTo>
                  <a:cubicBezTo>
                    <a:pt x="2280" y="1916"/>
                    <a:pt x="1824" y="1855"/>
                    <a:pt x="1520" y="1521"/>
                  </a:cubicBezTo>
                  <a:cubicBezTo>
                    <a:pt x="1338" y="1278"/>
                    <a:pt x="1247" y="974"/>
                    <a:pt x="1186" y="670"/>
                  </a:cubicBezTo>
                  <a:cubicBezTo>
                    <a:pt x="1155" y="457"/>
                    <a:pt x="1064" y="214"/>
                    <a:pt x="1034" y="1"/>
                  </a:cubicBezTo>
                  <a:close/>
                </a:path>
              </a:pathLst>
            </a:custGeom>
            <a:solidFill>
              <a:srgbClr val="9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6"/>
            <p:cNvSpPr/>
            <p:nvPr/>
          </p:nvSpPr>
          <p:spPr>
            <a:xfrm>
              <a:off x="1437015" y="1641952"/>
              <a:ext cx="745289" cy="1035252"/>
            </a:xfrm>
            <a:custGeom>
              <a:rect b="b" l="l" r="r" t="t"/>
              <a:pathLst>
                <a:path extrusionOk="0" h="33525" w="24135">
                  <a:moveTo>
                    <a:pt x="8533" y="0"/>
                  </a:moveTo>
                  <a:cubicBezTo>
                    <a:pt x="5503" y="0"/>
                    <a:pt x="2192" y="1611"/>
                    <a:pt x="1308" y="5987"/>
                  </a:cubicBezTo>
                  <a:cubicBezTo>
                    <a:pt x="1" y="12643"/>
                    <a:pt x="3344" y="15196"/>
                    <a:pt x="8724" y="21823"/>
                  </a:cubicBezTo>
                  <a:cubicBezTo>
                    <a:pt x="14165" y="28479"/>
                    <a:pt x="13162" y="33525"/>
                    <a:pt x="13162" y="33525"/>
                  </a:cubicBezTo>
                  <a:cubicBezTo>
                    <a:pt x="17357" y="28966"/>
                    <a:pt x="24135" y="28206"/>
                    <a:pt x="24135" y="28206"/>
                  </a:cubicBezTo>
                  <a:cubicBezTo>
                    <a:pt x="24135" y="28206"/>
                    <a:pt x="23983" y="27537"/>
                    <a:pt x="23527" y="26352"/>
                  </a:cubicBezTo>
                  <a:cubicBezTo>
                    <a:pt x="23253" y="25592"/>
                    <a:pt x="22919" y="24649"/>
                    <a:pt x="22402" y="23586"/>
                  </a:cubicBezTo>
                  <a:cubicBezTo>
                    <a:pt x="22068" y="22826"/>
                    <a:pt x="21703" y="21975"/>
                    <a:pt x="21186" y="21093"/>
                  </a:cubicBezTo>
                  <a:cubicBezTo>
                    <a:pt x="19028" y="17081"/>
                    <a:pt x="16080" y="15136"/>
                    <a:pt x="14195" y="14163"/>
                  </a:cubicBezTo>
                  <a:cubicBezTo>
                    <a:pt x="12341" y="13160"/>
                    <a:pt x="10396" y="11275"/>
                    <a:pt x="11612" y="9938"/>
                  </a:cubicBezTo>
                  <a:cubicBezTo>
                    <a:pt x="12888" y="8601"/>
                    <a:pt x="15016" y="9695"/>
                    <a:pt x="15958" y="8297"/>
                  </a:cubicBezTo>
                  <a:cubicBezTo>
                    <a:pt x="17053" y="6594"/>
                    <a:pt x="16050" y="3008"/>
                    <a:pt x="12402" y="971"/>
                  </a:cubicBezTo>
                  <a:cubicBezTo>
                    <a:pt x="12372" y="941"/>
                    <a:pt x="12341" y="941"/>
                    <a:pt x="12311" y="880"/>
                  </a:cubicBezTo>
                  <a:cubicBezTo>
                    <a:pt x="11885" y="667"/>
                    <a:pt x="11399" y="485"/>
                    <a:pt x="10882" y="333"/>
                  </a:cubicBezTo>
                  <a:cubicBezTo>
                    <a:pt x="10156" y="119"/>
                    <a:pt x="9355" y="0"/>
                    <a:pt x="8533" y="0"/>
                  </a:cubicBezTo>
                  <a:close/>
                </a:path>
              </a:pathLst>
            </a:custGeom>
            <a:solidFill>
              <a:srgbClr val="FCBF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6"/>
            <p:cNvSpPr/>
            <p:nvPr/>
          </p:nvSpPr>
          <p:spPr>
            <a:xfrm>
              <a:off x="1741114" y="1672862"/>
              <a:ext cx="389551" cy="698351"/>
            </a:xfrm>
            <a:custGeom>
              <a:rect b="b" l="l" r="r" t="t"/>
              <a:pathLst>
                <a:path extrusionOk="0" h="22615" w="12615">
                  <a:moveTo>
                    <a:pt x="2554" y="1"/>
                  </a:moveTo>
                  <a:cubicBezTo>
                    <a:pt x="3071" y="882"/>
                    <a:pt x="4195" y="1794"/>
                    <a:pt x="4591" y="2615"/>
                  </a:cubicBezTo>
                  <a:cubicBezTo>
                    <a:pt x="5046" y="3527"/>
                    <a:pt x="5229" y="4742"/>
                    <a:pt x="4530" y="5472"/>
                  </a:cubicBezTo>
                  <a:cubicBezTo>
                    <a:pt x="4195" y="5867"/>
                    <a:pt x="3709" y="6019"/>
                    <a:pt x="3314" y="6353"/>
                  </a:cubicBezTo>
                  <a:cubicBezTo>
                    <a:pt x="2980" y="6688"/>
                    <a:pt x="2828" y="7387"/>
                    <a:pt x="3253" y="7660"/>
                  </a:cubicBezTo>
                  <a:cubicBezTo>
                    <a:pt x="1946" y="7934"/>
                    <a:pt x="426" y="8511"/>
                    <a:pt x="214" y="9818"/>
                  </a:cubicBezTo>
                  <a:cubicBezTo>
                    <a:pt x="1" y="10943"/>
                    <a:pt x="973" y="11976"/>
                    <a:pt x="1916" y="12706"/>
                  </a:cubicBezTo>
                  <a:cubicBezTo>
                    <a:pt x="3739" y="14104"/>
                    <a:pt x="5776" y="15290"/>
                    <a:pt x="7509" y="16809"/>
                  </a:cubicBezTo>
                  <a:cubicBezTo>
                    <a:pt x="9454" y="18512"/>
                    <a:pt x="10974" y="20609"/>
                    <a:pt x="12615" y="22615"/>
                  </a:cubicBezTo>
                  <a:cubicBezTo>
                    <a:pt x="12250" y="21855"/>
                    <a:pt x="11855" y="21034"/>
                    <a:pt x="11338" y="20153"/>
                  </a:cubicBezTo>
                  <a:cubicBezTo>
                    <a:pt x="9180" y="16110"/>
                    <a:pt x="6202" y="14195"/>
                    <a:pt x="4347" y="13192"/>
                  </a:cubicBezTo>
                  <a:cubicBezTo>
                    <a:pt x="2493" y="12220"/>
                    <a:pt x="548" y="10305"/>
                    <a:pt x="1764" y="8967"/>
                  </a:cubicBezTo>
                  <a:cubicBezTo>
                    <a:pt x="3010" y="7660"/>
                    <a:pt x="5138" y="8755"/>
                    <a:pt x="6110" y="7326"/>
                  </a:cubicBezTo>
                  <a:cubicBezTo>
                    <a:pt x="7205" y="5624"/>
                    <a:pt x="6202" y="2068"/>
                    <a:pt x="2554" y="1"/>
                  </a:cubicBezTo>
                  <a:close/>
                </a:path>
              </a:pathLst>
            </a:custGeom>
            <a:solidFill>
              <a:srgbClr val="FFFFD2">
                <a:alpha val="31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6"/>
            <p:cNvSpPr/>
            <p:nvPr/>
          </p:nvSpPr>
          <p:spPr>
            <a:xfrm>
              <a:off x="1437015" y="1641952"/>
              <a:ext cx="745289" cy="1035252"/>
            </a:xfrm>
            <a:custGeom>
              <a:rect b="b" l="l" r="r" t="t"/>
              <a:pathLst>
                <a:path extrusionOk="0" h="33525" w="24135">
                  <a:moveTo>
                    <a:pt x="8533" y="0"/>
                  </a:moveTo>
                  <a:cubicBezTo>
                    <a:pt x="5503" y="0"/>
                    <a:pt x="2192" y="1611"/>
                    <a:pt x="1308" y="5987"/>
                  </a:cubicBezTo>
                  <a:cubicBezTo>
                    <a:pt x="1" y="12643"/>
                    <a:pt x="3344" y="15196"/>
                    <a:pt x="8724" y="21823"/>
                  </a:cubicBezTo>
                  <a:cubicBezTo>
                    <a:pt x="14165" y="28479"/>
                    <a:pt x="13162" y="33525"/>
                    <a:pt x="13162" y="33525"/>
                  </a:cubicBezTo>
                  <a:cubicBezTo>
                    <a:pt x="17357" y="28966"/>
                    <a:pt x="24135" y="28206"/>
                    <a:pt x="24135" y="28206"/>
                  </a:cubicBezTo>
                  <a:cubicBezTo>
                    <a:pt x="24135" y="28206"/>
                    <a:pt x="23983" y="27537"/>
                    <a:pt x="23557" y="26352"/>
                  </a:cubicBezTo>
                  <a:cubicBezTo>
                    <a:pt x="23123" y="26273"/>
                    <a:pt x="22679" y="26233"/>
                    <a:pt x="22234" y="26233"/>
                  </a:cubicBezTo>
                  <a:cubicBezTo>
                    <a:pt x="20963" y="26233"/>
                    <a:pt x="19683" y="26558"/>
                    <a:pt x="18603" y="27233"/>
                  </a:cubicBezTo>
                  <a:cubicBezTo>
                    <a:pt x="18268" y="27446"/>
                    <a:pt x="17934" y="27689"/>
                    <a:pt x="17539" y="27750"/>
                  </a:cubicBezTo>
                  <a:cubicBezTo>
                    <a:pt x="17509" y="27752"/>
                    <a:pt x="17478" y="27754"/>
                    <a:pt x="17446" y="27754"/>
                  </a:cubicBezTo>
                  <a:cubicBezTo>
                    <a:pt x="17096" y="27754"/>
                    <a:pt x="16678" y="27598"/>
                    <a:pt x="16566" y="27263"/>
                  </a:cubicBezTo>
                  <a:cubicBezTo>
                    <a:pt x="16536" y="27111"/>
                    <a:pt x="16566" y="26929"/>
                    <a:pt x="16566" y="26777"/>
                  </a:cubicBezTo>
                  <a:cubicBezTo>
                    <a:pt x="16749" y="24072"/>
                    <a:pt x="14256" y="21458"/>
                    <a:pt x="12524" y="19330"/>
                  </a:cubicBezTo>
                  <a:cubicBezTo>
                    <a:pt x="10821" y="17202"/>
                    <a:pt x="8785" y="15318"/>
                    <a:pt x="7296" y="13038"/>
                  </a:cubicBezTo>
                  <a:cubicBezTo>
                    <a:pt x="5624" y="10515"/>
                    <a:pt x="4712" y="7263"/>
                    <a:pt x="5685" y="4376"/>
                  </a:cubicBezTo>
                  <a:cubicBezTo>
                    <a:pt x="6292" y="2552"/>
                    <a:pt x="8998" y="971"/>
                    <a:pt x="10821" y="363"/>
                  </a:cubicBezTo>
                  <a:cubicBezTo>
                    <a:pt x="10852" y="333"/>
                    <a:pt x="10852" y="333"/>
                    <a:pt x="10882" y="333"/>
                  </a:cubicBezTo>
                  <a:cubicBezTo>
                    <a:pt x="10156" y="119"/>
                    <a:pt x="9355" y="0"/>
                    <a:pt x="8533" y="0"/>
                  </a:cubicBezTo>
                  <a:close/>
                </a:path>
              </a:pathLst>
            </a:custGeom>
            <a:solidFill>
              <a:srgbClr val="660000"/>
            </a:solidFill>
            <a:ln cap="flat" cmpd="sng" w="19050">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6"/>
            <p:cNvSpPr/>
            <p:nvPr/>
          </p:nvSpPr>
          <p:spPr>
            <a:xfrm>
              <a:off x="1478856" y="2725973"/>
              <a:ext cx="724105" cy="988685"/>
            </a:xfrm>
            <a:custGeom>
              <a:rect b="b" l="l" r="r" t="t"/>
              <a:pathLst>
                <a:path extrusionOk="0" h="32017" w="23449">
                  <a:moveTo>
                    <a:pt x="23448" y="0"/>
                  </a:moveTo>
                  <a:cubicBezTo>
                    <a:pt x="23448" y="1"/>
                    <a:pt x="15181" y="3861"/>
                    <a:pt x="11716" y="9940"/>
                  </a:cubicBezTo>
                  <a:cubicBezTo>
                    <a:pt x="8298" y="15936"/>
                    <a:pt x="1" y="32016"/>
                    <a:pt x="4938" y="32016"/>
                  </a:cubicBezTo>
                  <a:cubicBezTo>
                    <a:pt x="5006" y="32016"/>
                    <a:pt x="5077" y="32013"/>
                    <a:pt x="5150" y="32007"/>
                  </a:cubicBezTo>
                  <a:cubicBezTo>
                    <a:pt x="10530" y="31551"/>
                    <a:pt x="13509" y="22736"/>
                    <a:pt x="16853" y="18846"/>
                  </a:cubicBezTo>
                  <a:cubicBezTo>
                    <a:pt x="20196" y="14925"/>
                    <a:pt x="23418" y="5046"/>
                    <a:pt x="23448" y="0"/>
                  </a:cubicBezTo>
                  <a:close/>
                </a:path>
              </a:pathLst>
            </a:custGeom>
            <a:solidFill>
              <a:srgbClr val="CA7B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6"/>
            <p:cNvSpPr/>
            <p:nvPr/>
          </p:nvSpPr>
          <p:spPr>
            <a:xfrm>
              <a:off x="1485835" y="3031957"/>
              <a:ext cx="577271" cy="1635281"/>
            </a:xfrm>
            <a:custGeom>
              <a:rect b="b" l="l" r="r" t="t"/>
              <a:pathLst>
                <a:path extrusionOk="0" h="52956" w="18694">
                  <a:moveTo>
                    <a:pt x="16657" y="0"/>
                  </a:moveTo>
                  <a:lnTo>
                    <a:pt x="16657" y="0"/>
                  </a:lnTo>
                  <a:cubicBezTo>
                    <a:pt x="16657" y="1"/>
                    <a:pt x="11064" y="9241"/>
                    <a:pt x="9636" y="14712"/>
                  </a:cubicBezTo>
                  <a:cubicBezTo>
                    <a:pt x="9575" y="14925"/>
                    <a:pt x="9514" y="15198"/>
                    <a:pt x="9484" y="15411"/>
                  </a:cubicBezTo>
                  <a:cubicBezTo>
                    <a:pt x="9058" y="17387"/>
                    <a:pt x="8785" y="19362"/>
                    <a:pt x="8572" y="21338"/>
                  </a:cubicBezTo>
                  <a:cubicBezTo>
                    <a:pt x="8146" y="24651"/>
                    <a:pt x="7873" y="27843"/>
                    <a:pt x="7265" y="30426"/>
                  </a:cubicBezTo>
                  <a:cubicBezTo>
                    <a:pt x="7082" y="31277"/>
                    <a:pt x="6900" y="31977"/>
                    <a:pt x="6748" y="32706"/>
                  </a:cubicBezTo>
                  <a:cubicBezTo>
                    <a:pt x="6079" y="35594"/>
                    <a:pt x="5593" y="37904"/>
                    <a:pt x="4468" y="41521"/>
                  </a:cubicBezTo>
                  <a:lnTo>
                    <a:pt x="4347" y="41855"/>
                  </a:lnTo>
                  <a:cubicBezTo>
                    <a:pt x="2857" y="46111"/>
                    <a:pt x="0" y="47448"/>
                    <a:pt x="1186" y="48755"/>
                  </a:cubicBezTo>
                  <a:cubicBezTo>
                    <a:pt x="1558" y="49165"/>
                    <a:pt x="1984" y="49306"/>
                    <a:pt x="2393" y="49306"/>
                  </a:cubicBezTo>
                  <a:cubicBezTo>
                    <a:pt x="3288" y="49306"/>
                    <a:pt x="4103" y="48633"/>
                    <a:pt x="4104" y="48633"/>
                  </a:cubicBezTo>
                  <a:lnTo>
                    <a:pt x="4104" y="48633"/>
                  </a:lnTo>
                  <a:cubicBezTo>
                    <a:pt x="4104" y="48633"/>
                    <a:pt x="3617" y="51521"/>
                    <a:pt x="5380" y="52038"/>
                  </a:cubicBezTo>
                  <a:cubicBezTo>
                    <a:pt x="5549" y="52089"/>
                    <a:pt x="5713" y="52112"/>
                    <a:pt x="5869" y="52112"/>
                  </a:cubicBezTo>
                  <a:cubicBezTo>
                    <a:pt x="7289" y="52112"/>
                    <a:pt x="8177" y="50214"/>
                    <a:pt x="8177" y="50214"/>
                  </a:cubicBezTo>
                  <a:cubicBezTo>
                    <a:pt x="8177" y="50214"/>
                    <a:pt x="8262" y="52776"/>
                    <a:pt x="9507" y="52776"/>
                  </a:cubicBezTo>
                  <a:cubicBezTo>
                    <a:pt x="9549" y="52776"/>
                    <a:pt x="9591" y="52773"/>
                    <a:pt x="9636" y="52767"/>
                  </a:cubicBezTo>
                  <a:cubicBezTo>
                    <a:pt x="11003" y="52585"/>
                    <a:pt x="10943" y="50366"/>
                    <a:pt x="10943" y="50366"/>
                  </a:cubicBezTo>
                  <a:lnTo>
                    <a:pt x="10943" y="50366"/>
                  </a:lnTo>
                  <a:cubicBezTo>
                    <a:pt x="10943" y="50366"/>
                    <a:pt x="11605" y="52956"/>
                    <a:pt x="13012" y="52956"/>
                  </a:cubicBezTo>
                  <a:cubicBezTo>
                    <a:pt x="13051" y="52956"/>
                    <a:pt x="13091" y="52954"/>
                    <a:pt x="13131" y="52950"/>
                  </a:cubicBezTo>
                  <a:cubicBezTo>
                    <a:pt x="14590" y="52767"/>
                    <a:pt x="15107" y="50153"/>
                    <a:pt x="15107" y="50153"/>
                  </a:cubicBezTo>
                  <a:cubicBezTo>
                    <a:pt x="15107" y="50153"/>
                    <a:pt x="15338" y="52365"/>
                    <a:pt x="16842" y="52365"/>
                  </a:cubicBezTo>
                  <a:cubicBezTo>
                    <a:pt x="16973" y="52365"/>
                    <a:pt x="17114" y="52348"/>
                    <a:pt x="17265" y="52311"/>
                  </a:cubicBezTo>
                  <a:cubicBezTo>
                    <a:pt x="18177" y="52098"/>
                    <a:pt x="18542" y="51095"/>
                    <a:pt x="18633" y="49910"/>
                  </a:cubicBezTo>
                  <a:cubicBezTo>
                    <a:pt x="18694" y="48755"/>
                    <a:pt x="18420" y="47387"/>
                    <a:pt x="18146" y="46414"/>
                  </a:cubicBezTo>
                  <a:cubicBezTo>
                    <a:pt x="17842" y="45472"/>
                    <a:pt x="17690" y="44044"/>
                    <a:pt x="17690" y="42281"/>
                  </a:cubicBezTo>
                  <a:cubicBezTo>
                    <a:pt x="17690" y="40396"/>
                    <a:pt x="17782" y="38177"/>
                    <a:pt x="17934" y="35867"/>
                  </a:cubicBezTo>
                  <a:cubicBezTo>
                    <a:pt x="18055" y="34256"/>
                    <a:pt x="17873" y="33010"/>
                    <a:pt x="17599" y="31612"/>
                  </a:cubicBezTo>
                  <a:cubicBezTo>
                    <a:pt x="17113" y="29089"/>
                    <a:pt x="16262" y="26171"/>
                    <a:pt x="16019" y="20335"/>
                  </a:cubicBezTo>
                  <a:lnTo>
                    <a:pt x="16019" y="20031"/>
                  </a:lnTo>
                  <a:cubicBezTo>
                    <a:pt x="15928" y="17630"/>
                    <a:pt x="15928" y="15077"/>
                    <a:pt x="15958" y="12645"/>
                  </a:cubicBezTo>
                  <a:cubicBezTo>
                    <a:pt x="16019" y="11156"/>
                    <a:pt x="16079" y="9727"/>
                    <a:pt x="16110" y="8390"/>
                  </a:cubicBezTo>
                  <a:cubicBezTo>
                    <a:pt x="16323" y="3618"/>
                    <a:pt x="16657" y="1"/>
                    <a:pt x="16657" y="0"/>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6"/>
            <p:cNvSpPr/>
            <p:nvPr/>
          </p:nvSpPr>
          <p:spPr>
            <a:xfrm>
              <a:off x="1619110" y="4003393"/>
              <a:ext cx="425218" cy="350457"/>
            </a:xfrm>
            <a:custGeom>
              <a:rect b="b" l="l" r="r" t="t"/>
              <a:pathLst>
                <a:path extrusionOk="0" h="11349" w="13770">
                  <a:moveTo>
                    <a:pt x="13314" y="1"/>
                  </a:moveTo>
                  <a:cubicBezTo>
                    <a:pt x="12833" y="425"/>
                    <a:pt x="12510" y="1138"/>
                    <a:pt x="11930" y="1138"/>
                  </a:cubicBezTo>
                  <a:cubicBezTo>
                    <a:pt x="11886" y="1138"/>
                    <a:pt x="11841" y="1134"/>
                    <a:pt x="11794" y="1125"/>
                  </a:cubicBezTo>
                  <a:cubicBezTo>
                    <a:pt x="11376" y="1070"/>
                    <a:pt x="11060" y="503"/>
                    <a:pt x="10635" y="503"/>
                  </a:cubicBezTo>
                  <a:cubicBezTo>
                    <a:pt x="10597" y="503"/>
                    <a:pt x="10558" y="507"/>
                    <a:pt x="10517" y="518"/>
                  </a:cubicBezTo>
                  <a:cubicBezTo>
                    <a:pt x="10122" y="639"/>
                    <a:pt x="10061" y="1156"/>
                    <a:pt x="9970" y="1551"/>
                  </a:cubicBezTo>
                  <a:cubicBezTo>
                    <a:pt x="9921" y="1848"/>
                    <a:pt x="9650" y="2224"/>
                    <a:pt x="9371" y="2224"/>
                  </a:cubicBezTo>
                  <a:cubicBezTo>
                    <a:pt x="9307" y="2224"/>
                    <a:pt x="9242" y="2204"/>
                    <a:pt x="9180" y="2159"/>
                  </a:cubicBezTo>
                  <a:cubicBezTo>
                    <a:pt x="8845" y="1885"/>
                    <a:pt x="9058" y="1247"/>
                    <a:pt x="8724" y="1065"/>
                  </a:cubicBezTo>
                  <a:cubicBezTo>
                    <a:pt x="8673" y="1044"/>
                    <a:pt x="8623" y="1035"/>
                    <a:pt x="8573" y="1035"/>
                  </a:cubicBezTo>
                  <a:cubicBezTo>
                    <a:pt x="8324" y="1035"/>
                    <a:pt x="8096" y="1267"/>
                    <a:pt x="7994" y="1521"/>
                  </a:cubicBezTo>
                  <a:cubicBezTo>
                    <a:pt x="7842" y="1825"/>
                    <a:pt x="7751" y="2159"/>
                    <a:pt x="7447" y="2220"/>
                  </a:cubicBezTo>
                  <a:cubicBezTo>
                    <a:pt x="7408" y="2229"/>
                    <a:pt x="7370" y="2233"/>
                    <a:pt x="7332" y="2233"/>
                  </a:cubicBezTo>
                  <a:cubicBezTo>
                    <a:pt x="6994" y="2233"/>
                    <a:pt x="6742" y="1883"/>
                    <a:pt x="6687" y="1581"/>
                  </a:cubicBezTo>
                  <a:cubicBezTo>
                    <a:pt x="6566" y="1247"/>
                    <a:pt x="6535" y="822"/>
                    <a:pt x="6262" y="609"/>
                  </a:cubicBezTo>
                  <a:cubicBezTo>
                    <a:pt x="6121" y="501"/>
                    <a:pt x="5961" y="454"/>
                    <a:pt x="5797" y="454"/>
                  </a:cubicBezTo>
                  <a:cubicBezTo>
                    <a:pt x="5500" y="454"/>
                    <a:pt x="5190" y="606"/>
                    <a:pt x="4955" y="822"/>
                  </a:cubicBezTo>
                  <a:cubicBezTo>
                    <a:pt x="4620" y="1217"/>
                    <a:pt x="4469" y="1673"/>
                    <a:pt x="4195" y="2098"/>
                  </a:cubicBezTo>
                  <a:cubicBezTo>
                    <a:pt x="4134" y="2159"/>
                    <a:pt x="4104" y="2281"/>
                    <a:pt x="3982" y="2311"/>
                  </a:cubicBezTo>
                  <a:cubicBezTo>
                    <a:pt x="3942" y="2338"/>
                    <a:pt x="3898" y="2350"/>
                    <a:pt x="3852" y="2350"/>
                  </a:cubicBezTo>
                  <a:cubicBezTo>
                    <a:pt x="3689" y="2350"/>
                    <a:pt x="3506" y="2197"/>
                    <a:pt x="3435" y="2007"/>
                  </a:cubicBezTo>
                  <a:cubicBezTo>
                    <a:pt x="3344" y="1794"/>
                    <a:pt x="3283" y="1521"/>
                    <a:pt x="3131" y="1369"/>
                  </a:cubicBezTo>
                  <a:cubicBezTo>
                    <a:pt x="3015" y="1253"/>
                    <a:pt x="2851" y="1211"/>
                    <a:pt x="2676" y="1211"/>
                  </a:cubicBezTo>
                  <a:cubicBezTo>
                    <a:pt x="2576" y="1211"/>
                    <a:pt x="2471" y="1225"/>
                    <a:pt x="2371" y="1247"/>
                  </a:cubicBezTo>
                  <a:cubicBezTo>
                    <a:pt x="1733" y="4135"/>
                    <a:pt x="1247" y="6445"/>
                    <a:pt x="92" y="10062"/>
                  </a:cubicBezTo>
                  <a:lnTo>
                    <a:pt x="0" y="10396"/>
                  </a:lnTo>
                  <a:cubicBezTo>
                    <a:pt x="608" y="10092"/>
                    <a:pt x="1064" y="9211"/>
                    <a:pt x="1824" y="9211"/>
                  </a:cubicBezTo>
                  <a:cubicBezTo>
                    <a:pt x="2628" y="9211"/>
                    <a:pt x="2907" y="10580"/>
                    <a:pt x="3688" y="10580"/>
                  </a:cubicBezTo>
                  <a:cubicBezTo>
                    <a:pt x="3705" y="10580"/>
                    <a:pt x="3722" y="10580"/>
                    <a:pt x="3739" y="10579"/>
                  </a:cubicBezTo>
                  <a:cubicBezTo>
                    <a:pt x="3982" y="10548"/>
                    <a:pt x="4165" y="10427"/>
                    <a:pt x="4347" y="10275"/>
                  </a:cubicBezTo>
                  <a:cubicBezTo>
                    <a:pt x="4864" y="9910"/>
                    <a:pt x="5228" y="9423"/>
                    <a:pt x="5806" y="9150"/>
                  </a:cubicBezTo>
                  <a:cubicBezTo>
                    <a:pt x="5991" y="9072"/>
                    <a:pt x="6198" y="9032"/>
                    <a:pt x="6401" y="9032"/>
                  </a:cubicBezTo>
                  <a:cubicBezTo>
                    <a:pt x="6831" y="9032"/>
                    <a:pt x="7242" y="9213"/>
                    <a:pt x="7387" y="9606"/>
                  </a:cubicBezTo>
                  <a:cubicBezTo>
                    <a:pt x="7447" y="9727"/>
                    <a:pt x="7478" y="9910"/>
                    <a:pt x="7599" y="10031"/>
                  </a:cubicBezTo>
                  <a:cubicBezTo>
                    <a:pt x="7650" y="10073"/>
                    <a:pt x="7712" y="10092"/>
                    <a:pt x="7779" y="10092"/>
                  </a:cubicBezTo>
                  <a:cubicBezTo>
                    <a:pt x="7953" y="10092"/>
                    <a:pt x="8158" y="9964"/>
                    <a:pt x="8268" y="9788"/>
                  </a:cubicBezTo>
                  <a:cubicBezTo>
                    <a:pt x="8420" y="9606"/>
                    <a:pt x="8572" y="9332"/>
                    <a:pt x="8845" y="9271"/>
                  </a:cubicBezTo>
                  <a:cubicBezTo>
                    <a:pt x="8885" y="9262"/>
                    <a:pt x="8923" y="9257"/>
                    <a:pt x="8959" y="9257"/>
                  </a:cubicBezTo>
                  <a:cubicBezTo>
                    <a:pt x="9375" y="9257"/>
                    <a:pt x="9610" y="9860"/>
                    <a:pt x="9666" y="10335"/>
                  </a:cubicBezTo>
                  <a:cubicBezTo>
                    <a:pt x="9745" y="10785"/>
                    <a:pt x="10031" y="11349"/>
                    <a:pt x="10404" y="11349"/>
                  </a:cubicBezTo>
                  <a:cubicBezTo>
                    <a:pt x="10460" y="11349"/>
                    <a:pt x="10518" y="11336"/>
                    <a:pt x="10578" y="11308"/>
                  </a:cubicBezTo>
                  <a:cubicBezTo>
                    <a:pt x="10973" y="11156"/>
                    <a:pt x="11095" y="10548"/>
                    <a:pt x="11460" y="10548"/>
                  </a:cubicBezTo>
                  <a:cubicBezTo>
                    <a:pt x="11885" y="10548"/>
                    <a:pt x="12037" y="11308"/>
                    <a:pt x="12493" y="11308"/>
                  </a:cubicBezTo>
                  <a:cubicBezTo>
                    <a:pt x="12827" y="11278"/>
                    <a:pt x="12979" y="10822"/>
                    <a:pt x="13314" y="10791"/>
                  </a:cubicBezTo>
                  <a:cubicBezTo>
                    <a:pt x="13314" y="8876"/>
                    <a:pt x="13435" y="6688"/>
                    <a:pt x="13678" y="4256"/>
                  </a:cubicBezTo>
                  <a:cubicBezTo>
                    <a:pt x="13770" y="2706"/>
                    <a:pt x="13587" y="1399"/>
                    <a:pt x="13314" y="1"/>
                  </a:cubicBezTo>
                  <a:close/>
                </a:path>
              </a:pathLst>
            </a:custGeom>
            <a:solidFill>
              <a:srgbClr val="DFDD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6"/>
            <p:cNvSpPr/>
            <p:nvPr/>
          </p:nvSpPr>
          <p:spPr>
            <a:xfrm>
              <a:off x="1748618" y="3421717"/>
              <a:ext cx="229994" cy="270107"/>
            </a:xfrm>
            <a:custGeom>
              <a:rect b="b" l="l" r="r" t="t"/>
              <a:pathLst>
                <a:path extrusionOk="0" h="8747" w="7448">
                  <a:moveTo>
                    <a:pt x="7292" y="0"/>
                  </a:moveTo>
                  <a:cubicBezTo>
                    <a:pt x="7235" y="0"/>
                    <a:pt x="7174" y="8"/>
                    <a:pt x="7114" y="23"/>
                  </a:cubicBezTo>
                  <a:cubicBezTo>
                    <a:pt x="6840" y="145"/>
                    <a:pt x="6840" y="509"/>
                    <a:pt x="6810" y="813"/>
                  </a:cubicBezTo>
                  <a:cubicBezTo>
                    <a:pt x="6783" y="1079"/>
                    <a:pt x="6594" y="1413"/>
                    <a:pt x="6385" y="1413"/>
                  </a:cubicBezTo>
                  <a:cubicBezTo>
                    <a:pt x="6355" y="1413"/>
                    <a:pt x="6324" y="1406"/>
                    <a:pt x="6293" y="1391"/>
                  </a:cubicBezTo>
                  <a:cubicBezTo>
                    <a:pt x="6171" y="1360"/>
                    <a:pt x="6080" y="1208"/>
                    <a:pt x="6019" y="1087"/>
                  </a:cubicBezTo>
                  <a:cubicBezTo>
                    <a:pt x="5829" y="849"/>
                    <a:pt x="5546" y="723"/>
                    <a:pt x="5242" y="723"/>
                  </a:cubicBezTo>
                  <a:cubicBezTo>
                    <a:pt x="5158" y="723"/>
                    <a:pt x="5072" y="733"/>
                    <a:pt x="4986" y="752"/>
                  </a:cubicBezTo>
                  <a:cubicBezTo>
                    <a:pt x="4682" y="813"/>
                    <a:pt x="4469" y="965"/>
                    <a:pt x="4317" y="1239"/>
                  </a:cubicBezTo>
                  <a:cubicBezTo>
                    <a:pt x="4165" y="1543"/>
                    <a:pt x="4074" y="1968"/>
                    <a:pt x="3740" y="2029"/>
                  </a:cubicBezTo>
                  <a:cubicBezTo>
                    <a:pt x="3701" y="2039"/>
                    <a:pt x="3664" y="2044"/>
                    <a:pt x="3629" y="2044"/>
                  </a:cubicBezTo>
                  <a:cubicBezTo>
                    <a:pt x="3256" y="2044"/>
                    <a:pt x="3098" y="1492"/>
                    <a:pt x="2737" y="1269"/>
                  </a:cubicBezTo>
                  <a:cubicBezTo>
                    <a:pt x="2645" y="1205"/>
                    <a:pt x="2546" y="1178"/>
                    <a:pt x="2445" y="1178"/>
                  </a:cubicBezTo>
                  <a:cubicBezTo>
                    <a:pt x="2112" y="1178"/>
                    <a:pt x="1754" y="1476"/>
                    <a:pt x="1521" y="1756"/>
                  </a:cubicBezTo>
                  <a:cubicBezTo>
                    <a:pt x="1430" y="1877"/>
                    <a:pt x="1308" y="2029"/>
                    <a:pt x="1156" y="2059"/>
                  </a:cubicBezTo>
                  <a:lnTo>
                    <a:pt x="1065" y="2059"/>
                  </a:lnTo>
                  <a:cubicBezTo>
                    <a:pt x="1034" y="2303"/>
                    <a:pt x="974" y="2576"/>
                    <a:pt x="913" y="2789"/>
                  </a:cubicBezTo>
                  <a:cubicBezTo>
                    <a:pt x="518" y="4765"/>
                    <a:pt x="244" y="6740"/>
                    <a:pt x="1" y="8716"/>
                  </a:cubicBezTo>
                  <a:cubicBezTo>
                    <a:pt x="609" y="8503"/>
                    <a:pt x="974" y="7500"/>
                    <a:pt x="1278" y="6984"/>
                  </a:cubicBezTo>
                  <a:cubicBezTo>
                    <a:pt x="1394" y="6774"/>
                    <a:pt x="1617" y="6547"/>
                    <a:pt x="1810" y="6547"/>
                  </a:cubicBezTo>
                  <a:cubicBezTo>
                    <a:pt x="1870" y="6547"/>
                    <a:pt x="1927" y="6569"/>
                    <a:pt x="1977" y="6619"/>
                  </a:cubicBezTo>
                  <a:cubicBezTo>
                    <a:pt x="2220" y="6862"/>
                    <a:pt x="2037" y="7440"/>
                    <a:pt x="2372" y="7440"/>
                  </a:cubicBezTo>
                  <a:cubicBezTo>
                    <a:pt x="2433" y="7440"/>
                    <a:pt x="2524" y="7348"/>
                    <a:pt x="2585" y="7288"/>
                  </a:cubicBezTo>
                  <a:cubicBezTo>
                    <a:pt x="2889" y="6892"/>
                    <a:pt x="3253" y="6528"/>
                    <a:pt x="3557" y="6132"/>
                  </a:cubicBezTo>
                  <a:cubicBezTo>
                    <a:pt x="3557" y="6102"/>
                    <a:pt x="3588" y="6102"/>
                    <a:pt x="3588" y="6072"/>
                  </a:cubicBezTo>
                  <a:cubicBezTo>
                    <a:pt x="4074" y="6345"/>
                    <a:pt x="4165" y="6984"/>
                    <a:pt x="4226" y="7531"/>
                  </a:cubicBezTo>
                  <a:cubicBezTo>
                    <a:pt x="4317" y="8108"/>
                    <a:pt x="4621" y="8747"/>
                    <a:pt x="5168" y="8747"/>
                  </a:cubicBezTo>
                  <a:cubicBezTo>
                    <a:pt x="5442" y="7895"/>
                    <a:pt x="5746" y="6984"/>
                    <a:pt x="6019" y="6102"/>
                  </a:cubicBezTo>
                  <a:cubicBezTo>
                    <a:pt x="6506" y="6224"/>
                    <a:pt x="6384" y="6984"/>
                    <a:pt x="6779" y="7288"/>
                  </a:cubicBezTo>
                  <a:cubicBezTo>
                    <a:pt x="6880" y="7388"/>
                    <a:pt x="6998" y="7433"/>
                    <a:pt x="7120" y="7433"/>
                  </a:cubicBezTo>
                  <a:cubicBezTo>
                    <a:pt x="7220" y="7433"/>
                    <a:pt x="7322" y="7403"/>
                    <a:pt x="7418" y="7348"/>
                  </a:cubicBezTo>
                  <a:cubicBezTo>
                    <a:pt x="7357" y="4977"/>
                    <a:pt x="7357" y="2424"/>
                    <a:pt x="7448" y="23"/>
                  </a:cubicBezTo>
                  <a:cubicBezTo>
                    <a:pt x="7402" y="8"/>
                    <a:pt x="7349" y="0"/>
                    <a:pt x="7292" y="0"/>
                  </a:cubicBezTo>
                  <a:close/>
                </a:path>
              </a:pathLst>
            </a:custGeom>
            <a:solidFill>
              <a:srgbClr val="DFDD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6"/>
            <p:cNvSpPr/>
            <p:nvPr/>
          </p:nvSpPr>
          <p:spPr>
            <a:xfrm>
              <a:off x="1485835" y="3031957"/>
              <a:ext cx="575387" cy="1635281"/>
            </a:xfrm>
            <a:custGeom>
              <a:rect b="b" l="l" r="r" t="t"/>
              <a:pathLst>
                <a:path extrusionOk="0" h="52956" w="18633">
                  <a:moveTo>
                    <a:pt x="16657" y="0"/>
                  </a:moveTo>
                  <a:lnTo>
                    <a:pt x="16657" y="0"/>
                  </a:lnTo>
                  <a:cubicBezTo>
                    <a:pt x="16657" y="1"/>
                    <a:pt x="11064" y="9241"/>
                    <a:pt x="9636" y="14712"/>
                  </a:cubicBezTo>
                  <a:cubicBezTo>
                    <a:pt x="9575" y="14925"/>
                    <a:pt x="9514" y="15198"/>
                    <a:pt x="9484" y="15411"/>
                  </a:cubicBezTo>
                  <a:cubicBezTo>
                    <a:pt x="9058" y="17387"/>
                    <a:pt x="8785" y="19362"/>
                    <a:pt x="8572" y="21338"/>
                  </a:cubicBezTo>
                  <a:cubicBezTo>
                    <a:pt x="8146" y="24651"/>
                    <a:pt x="7873" y="27843"/>
                    <a:pt x="7265" y="30426"/>
                  </a:cubicBezTo>
                  <a:cubicBezTo>
                    <a:pt x="7082" y="31277"/>
                    <a:pt x="6900" y="31977"/>
                    <a:pt x="6748" y="32706"/>
                  </a:cubicBezTo>
                  <a:cubicBezTo>
                    <a:pt x="6079" y="35594"/>
                    <a:pt x="5593" y="37904"/>
                    <a:pt x="4468" y="41521"/>
                  </a:cubicBezTo>
                  <a:lnTo>
                    <a:pt x="4347" y="41855"/>
                  </a:lnTo>
                  <a:cubicBezTo>
                    <a:pt x="2857" y="46111"/>
                    <a:pt x="0" y="47448"/>
                    <a:pt x="1186" y="48755"/>
                  </a:cubicBezTo>
                  <a:cubicBezTo>
                    <a:pt x="1558" y="49165"/>
                    <a:pt x="1984" y="49306"/>
                    <a:pt x="2393" y="49306"/>
                  </a:cubicBezTo>
                  <a:cubicBezTo>
                    <a:pt x="3288" y="49306"/>
                    <a:pt x="4103" y="48633"/>
                    <a:pt x="4104" y="48633"/>
                  </a:cubicBezTo>
                  <a:lnTo>
                    <a:pt x="4104" y="48633"/>
                  </a:lnTo>
                  <a:cubicBezTo>
                    <a:pt x="4104" y="48633"/>
                    <a:pt x="3617" y="51521"/>
                    <a:pt x="5380" y="52038"/>
                  </a:cubicBezTo>
                  <a:cubicBezTo>
                    <a:pt x="5549" y="52089"/>
                    <a:pt x="5713" y="52112"/>
                    <a:pt x="5869" y="52112"/>
                  </a:cubicBezTo>
                  <a:cubicBezTo>
                    <a:pt x="7289" y="52112"/>
                    <a:pt x="8177" y="50214"/>
                    <a:pt x="8177" y="50214"/>
                  </a:cubicBezTo>
                  <a:cubicBezTo>
                    <a:pt x="8177" y="50214"/>
                    <a:pt x="8262" y="52776"/>
                    <a:pt x="9507" y="52776"/>
                  </a:cubicBezTo>
                  <a:cubicBezTo>
                    <a:pt x="9549" y="52776"/>
                    <a:pt x="9591" y="52773"/>
                    <a:pt x="9636" y="52767"/>
                  </a:cubicBezTo>
                  <a:cubicBezTo>
                    <a:pt x="11003" y="52585"/>
                    <a:pt x="10943" y="50366"/>
                    <a:pt x="10943" y="50366"/>
                  </a:cubicBezTo>
                  <a:lnTo>
                    <a:pt x="10943" y="50366"/>
                  </a:lnTo>
                  <a:cubicBezTo>
                    <a:pt x="10943" y="50366"/>
                    <a:pt x="11605" y="52956"/>
                    <a:pt x="13012" y="52956"/>
                  </a:cubicBezTo>
                  <a:cubicBezTo>
                    <a:pt x="13051" y="52956"/>
                    <a:pt x="13091" y="52954"/>
                    <a:pt x="13131" y="52950"/>
                  </a:cubicBezTo>
                  <a:cubicBezTo>
                    <a:pt x="14590" y="52767"/>
                    <a:pt x="15107" y="50153"/>
                    <a:pt x="15107" y="50153"/>
                  </a:cubicBezTo>
                  <a:cubicBezTo>
                    <a:pt x="15107" y="50153"/>
                    <a:pt x="15338" y="52365"/>
                    <a:pt x="16842" y="52365"/>
                  </a:cubicBezTo>
                  <a:cubicBezTo>
                    <a:pt x="16973" y="52365"/>
                    <a:pt x="17114" y="52348"/>
                    <a:pt x="17265" y="52311"/>
                  </a:cubicBezTo>
                  <a:cubicBezTo>
                    <a:pt x="18177" y="52098"/>
                    <a:pt x="18542" y="51095"/>
                    <a:pt x="18633" y="49910"/>
                  </a:cubicBezTo>
                  <a:lnTo>
                    <a:pt x="18633" y="49910"/>
                  </a:lnTo>
                  <a:cubicBezTo>
                    <a:pt x="18271" y="50249"/>
                    <a:pt x="17892" y="50538"/>
                    <a:pt x="17521" y="50538"/>
                  </a:cubicBezTo>
                  <a:cubicBezTo>
                    <a:pt x="17394" y="50538"/>
                    <a:pt x="17268" y="50504"/>
                    <a:pt x="17143" y="50427"/>
                  </a:cubicBezTo>
                  <a:cubicBezTo>
                    <a:pt x="16430" y="50027"/>
                    <a:pt x="16198" y="48769"/>
                    <a:pt x="15468" y="48769"/>
                  </a:cubicBezTo>
                  <a:cubicBezTo>
                    <a:pt x="15421" y="48769"/>
                    <a:pt x="15371" y="48774"/>
                    <a:pt x="15320" y="48785"/>
                  </a:cubicBezTo>
                  <a:cubicBezTo>
                    <a:pt x="14792" y="48917"/>
                    <a:pt x="14447" y="49760"/>
                    <a:pt x="14007" y="49760"/>
                  </a:cubicBezTo>
                  <a:cubicBezTo>
                    <a:pt x="13940" y="49760"/>
                    <a:pt x="13872" y="49741"/>
                    <a:pt x="13800" y="49697"/>
                  </a:cubicBezTo>
                  <a:cubicBezTo>
                    <a:pt x="13526" y="49545"/>
                    <a:pt x="13526" y="49211"/>
                    <a:pt x="13374" y="48937"/>
                  </a:cubicBezTo>
                  <a:cubicBezTo>
                    <a:pt x="13144" y="48491"/>
                    <a:pt x="12631" y="48442"/>
                    <a:pt x="12079" y="48442"/>
                  </a:cubicBezTo>
                  <a:cubicBezTo>
                    <a:pt x="11924" y="48442"/>
                    <a:pt x="11766" y="48446"/>
                    <a:pt x="11610" y="48446"/>
                  </a:cubicBezTo>
                  <a:cubicBezTo>
                    <a:pt x="11074" y="48446"/>
                    <a:pt x="10566" y="48400"/>
                    <a:pt x="10304" y="47995"/>
                  </a:cubicBezTo>
                  <a:cubicBezTo>
                    <a:pt x="10122" y="47721"/>
                    <a:pt x="10122" y="47326"/>
                    <a:pt x="10152" y="46992"/>
                  </a:cubicBezTo>
                  <a:cubicBezTo>
                    <a:pt x="10791" y="37721"/>
                    <a:pt x="11459" y="28420"/>
                    <a:pt x="12098" y="19119"/>
                  </a:cubicBezTo>
                  <a:cubicBezTo>
                    <a:pt x="12128" y="18998"/>
                    <a:pt x="12128" y="18906"/>
                    <a:pt x="12128" y="18815"/>
                  </a:cubicBezTo>
                  <a:cubicBezTo>
                    <a:pt x="12219" y="17751"/>
                    <a:pt x="12280" y="16718"/>
                    <a:pt x="12554" y="15715"/>
                  </a:cubicBezTo>
                  <a:cubicBezTo>
                    <a:pt x="12766" y="14925"/>
                    <a:pt x="13131" y="14134"/>
                    <a:pt x="13496" y="13374"/>
                  </a:cubicBezTo>
                  <a:cubicBezTo>
                    <a:pt x="14256" y="11915"/>
                    <a:pt x="15168" y="10548"/>
                    <a:pt x="15867" y="9089"/>
                  </a:cubicBezTo>
                  <a:cubicBezTo>
                    <a:pt x="15958" y="8846"/>
                    <a:pt x="16049" y="8633"/>
                    <a:pt x="16110" y="8390"/>
                  </a:cubicBezTo>
                  <a:cubicBezTo>
                    <a:pt x="16323" y="3618"/>
                    <a:pt x="16657" y="1"/>
                    <a:pt x="16657" y="0"/>
                  </a:cubicBezTo>
                  <a:close/>
                </a:path>
              </a:pathLst>
            </a:custGeom>
            <a:solidFill>
              <a:srgbClr val="7F6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6"/>
            <p:cNvSpPr/>
            <p:nvPr/>
          </p:nvSpPr>
          <p:spPr>
            <a:xfrm>
              <a:off x="1409810" y="3057587"/>
              <a:ext cx="582181" cy="1020985"/>
            </a:xfrm>
            <a:custGeom>
              <a:rect b="b" l="l" r="r" t="t"/>
              <a:pathLst>
                <a:path extrusionOk="0" h="33063" w="18853">
                  <a:moveTo>
                    <a:pt x="17724" y="0"/>
                  </a:moveTo>
                  <a:cubicBezTo>
                    <a:pt x="16120" y="0"/>
                    <a:pt x="13057" y="481"/>
                    <a:pt x="10608" y="903"/>
                  </a:cubicBezTo>
                  <a:cubicBezTo>
                    <a:pt x="8572" y="1268"/>
                    <a:pt x="6991" y="1602"/>
                    <a:pt x="6991" y="1602"/>
                  </a:cubicBezTo>
                  <a:cubicBezTo>
                    <a:pt x="6991" y="1602"/>
                    <a:pt x="4681" y="7012"/>
                    <a:pt x="2948" y="15614"/>
                  </a:cubicBezTo>
                  <a:cubicBezTo>
                    <a:pt x="2645" y="17104"/>
                    <a:pt x="2371" y="18624"/>
                    <a:pt x="2097" y="20083"/>
                  </a:cubicBezTo>
                  <a:cubicBezTo>
                    <a:pt x="790" y="27013"/>
                    <a:pt x="0" y="32970"/>
                    <a:pt x="1641" y="33061"/>
                  </a:cubicBezTo>
                  <a:cubicBezTo>
                    <a:pt x="1659" y="33062"/>
                    <a:pt x="1677" y="33063"/>
                    <a:pt x="1695" y="33063"/>
                  </a:cubicBezTo>
                  <a:cubicBezTo>
                    <a:pt x="2461" y="33063"/>
                    <a:pt x="3086" y="32427"/>
                    <a:pt x="3769" y="31299"/>
                  </a:cubicBezTo>
                  <a:cubicBezTo>
                    <a:pt x="4772" y="29596"/>
                    <a:pt x="5958" y="26770"/>
                    <a:pt x="7933" y="23396"/>
                  </a:cubicBezTo>
                  <a:cubicBezTo>
                    <a:pt x="8329" y="22757"/>
                    <a:pt x="8724" y="21967"/>
                    <a:pt x="9240" y="21055"/>
                  </a:cubicBezTo>
                  <a:cubicBezTo>
                    <a:pt x="9727" y="20083"/>
                    <a:pt x="10243" y="19080"/>
                    <a:pt x="10821" y="17924"/>
                  </a:cubicBezTo>
                  <a:cubicBezTo>
                    <a:pt x="11429" y="16739"/>
                    <a:pt x="12037" y="15493"/>
                    <a:pt x="12645" y="14216"/>
                  </a:cubicBezTo>
                  <a:cubicBezTo>
                    <a:pt x="12888" y="13700"/>
                    <a:pt x="13161" y="13183"/>
                    <a:pt x="13374" y="12696"/>
                  </a:cubicBezTo>
                  <a:cubicBezTo>
                    <a:pt x="14043" y="11237"/>
                    <a:pt x="14742" y="9809"/>
                    <a:pt x="15350" y="8441"/>
                  </a:cubicBezTo>
                  <a:cubicBezTo>
                    <a:pt x="16809" y="5219"/>
                    <a:pt x="18025" y="2423"/>
                    <a:pt x="18541" y="1085"/>
                  </a:cubicBezTo>
                  <a:cubicBezTo>
                    <a:pt x="18693" y="721"/>
                    <a:pt x="18785" y="447"/>
                    <a:pt x="18815" y="325"/>
                  </a:cubicBezTo>
                  <a:cubicBezTo>
                    <a:pt x="18852" y="93"/>
                    <a:pt x="18429" y="0"/>
                    <a:pt x="17724" y="0"/>
                  </a:cubicBezTo>
                  <a:close/>
                </a:path>
              </a:pathLst>
            </a:custGeom>
            <a:solidFill>
              <a:srgbClr val="F2E6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6"/>
            <p:cNvSpPr/>
            <p:nvPr/>
          </p:nvSpPr>
          <p:spPr>
            <a:xfrm>
              <a:off x="1622846" y="2486998"/>
              <a:ext cx="602623" cy="629056"/>
            </a:xfrm>
            <a:custGeom>
              <a:rect b="b" l="l" r="r" t="t"/>
              <a:pathLst>
                <a:path extrusionOk="0" h="20371" w="19515">
                  <a:moveTo>
                    <a:pt x="16558" y="0"/>
                  </a:moveTo>
                  <a:cubicBezTo>
                    <a:pt x="16269" y="0"/>
                    <a:pt x="15958" y="30"/>
                    <a:pt x="15624" y="80"/>
                  </a:cubicBezTo>
                  <a:cubicBezTo>
                    <a:pt x="13527" y="445"/>
                    <a:pt x="7904" y="3119"/>
                    <a:pt x="4256" y="9198"/>
                  </a:cubicBezTo>
                  <a:cubicBezTo>
                    <a:pt x="4104" y="9442"/>
                    <a:pt x="4013" y="9715"/>
                    <a:pt x="3861" y="9928"/>
                  </a:cubicBezTo>
                  <a:cubicBezTo>
                    <a:pt x="3314" y="10870"/>
                    <a:pt x="2858" y="11752"/>
                    <a:pt x="2493" y="12603"/>
                  </a:cubicBezTo>
                  <a:cubicBezTo>
                    <a:pt x="1612" y="14426"/>
                    <a:pt x="1065" y="15885"/>
                    <a:pt x="700" y="17041"/>
                  </a:cubicBezTo>
                  <a:cubicBezTo>
                    <a:pt x="426" y="17861"/>
                    <a:pt x="274" y="18530"/>
                    <a:pt x="153" y="19016"/>
                  </a:cubicBezTo>
                  <a:cubicBezTo>
                    <a:pt x="62" y="19685"/>
                    <a:pt x="1" y="20050"/>
                    <a:pt x="1" y="20050"/>
                  </a:cubicBezTo>
                  <a:cubicBezTo>
                    <a:pt x="668" y="20224"/>
                    <a:pt x="1161" y="20316"/>
                    <a:pt x="1692" y="20316"/>
                  </a:cubicBezTo>
                  <a:cubicBezTo>
                    <a:pt x="2177" y="20316"/>
                    <a:pt x="2694" y="20240"/>
                    <a:pt x="3405" y="20080"/>
                  </a:cubicBezTo>
                  <a:cubicBezTo>
                    <a:pt x="3496" y="20080"/>
                    <a:pt x="3618" y="20050"/>
                    <a:pt x="3770" y="19989"/>
                  </a:cubicBezTo>
                  <a:cubicBezTo>
                    <a:pt x="4020" y="19934"/>
                    <a:pt x="4239" y="19911"/>
                    <a:pt x="4436" y="19911"/>
                  </a:cubicBezTo>
                  <a:cubicBezTo>
                    <a:pt x="5321" y="19911"/>
                    <a:pt x="5744" y="20371"/>
                    <a:pt x="6502" y="20371"/>
                  </a:cubicBezTo>
                  <a:cubicBezTo>
                    <a:pt x="6780" y="20371"/>
                    <a:pt x="7102" y="20309"/>
                    <a:pt x="7509" y="20141"/>
                  </a:cubicBezTo>
                  <a:cubicBezTo>
                    <a:pt x="7997" y="19947"/>
                    <a:pt x="8447" y="19896"/>
                    <a:pt x="8872" y="19896"/>
                  </a:cubicBezTo>
                  <a:cubicBezTo>
                    <a:pt x="9346" y="19896"/>
                    <a:pt x="9791" y="19960"/>
                    <a:pt x="10227" y="19960"/>
                  </a:cubicBezTo>
                  <a:cubicBezTo>
                    <a:pt x="10690" y="19960"/>
                    <a:pt x="11143" y="19888"/>
                    <a:pt x="11612" y="19594"/>
                  </a:cubicBezTo>
                  <a:cubicBezTo>
                    <a:pt x="11703" y="19503"/>
                    <a:pt x="11794" y="19442"/>
                    <a:pt x="11916" y="19351"/>
                  </a:cubicBezTo>
                  <a:cubicBezTo>
                    <a:pt x="12281" y="19047"/>
                    <a:pt x="12980" y="18165"/>
                    <a:pt x="13801" y="16949"/>
                  </a:cubicBezTo>
                  <a:cubicBezTo>
                    <a:pt x="14378" y="16129"/>
                    <a:pt x="15016" y="15126"/>
                    <a:pt x="15624" y="14123"/>
                  </a:cubicBezTo>
                  <a:cubicBezTo>
                    <a:pt x="16627" y="12481"/>
                    <a:pt x="17570" y="10657"/>
                    <a:pt x="18299" y="8986"/>
                  </a:cubicBezTo>
                  <a:cubicBezTo>
                    <a:pt x="19059" y="7223"/>
                    <a:pt x="19515" y="5642"/>
                    <a:pt x="19485" y="4457"/>
                  </a:cubicBezTo>
                  <a:cubicBezTo>
                    <a:pt x="19485" y="4396"/>
                    <a:pt x="19485" y="4335"/>
                    <a:pt x="19424" y="4244"/>
                  </a:cubicBezTo>
                  <a:cubicBezTo>
                    <a:pt x="19272" y="2481"/>
                    <a:pt x="18937" y="1387"/>
                    <a:pt x="18390" y="779"/>
                  </a:cubicBezTo>
                  <a:cubicBezTo>
                    <a:pt x="17927" y="206"/>
                    <a:pt x="17320" y="0"/>
                    <a:pt x="16558" y="0"/>
                  </a:cubicBezTo>
                  <a:close/>
                </a:path>
              </a:pathLst>
            </a:custGeom>
            <a:solidFill>
              <a:srgbClr val="F69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6"/>
            <p:cNvSpPr/>
            <p:nvPr/>
          </p:nvSpPr>
          <p:spPr>
            <a:xfrm>
              <a:off x="1729850" y="1752837"/>
              <a:ext cx="114548" cy="105623"/>
            </a:xfrm>
            <a:custGeom>
              <a:rect b="b" l="l" r="r" t="t"/>
              <a:pathLst>
                <a:path extrusionOk="0" h="4907" w="5321">
                  <a:moveTo>
                    <a:pt x="2634" y="0"/>
                  </a:moveTo>
                  <a:cubicBezTo>
                    <a:pt x="1485" y="0"/>
                    <a:pt x="433" y="829"/>
                    <a:pt x="244" y="2017"/>
                  </a:cubicBezTo>
                  <a:cubicBezTo>
                    <a:pt x="1" y="3354"/>
                    <a:pt x="882" y="4631"/>
                    <a:pt x="2220" y="4874"/>
                  </a:cubicBezTo>
                  <a:cubicBezTo>
                    <a:pt x="2354" y="4896"/>
                    <a:pt x="2489" y="4906"/>
                    <a:pt x="2622" y="4906"/>
                  </a:cubicBezTo>
                  <a:cubicBezTo>
                    <a:pt x="3784" y="4906"/>
                    <a:pt x="4856" y="4098"/>
                    <a:pt x="5047" y="2898"/>
                  </a:cubicBezTo>
                  <a:cubicBezTo>
                    <a:pt x="5320" y="1561"/>
                    <a:pt x="4439" y="284"/>
                    <a:pt x="3071" y="41"/>
                  </a:cubicBezTo>
                  <a:cubicBezTo>
                    <a:pt x="2925" y="14"/>
                    <a:pt x="2778" y="0"/>
                    <a:pt x="26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6"/>
            <p:cNvSpPr/>
            <p:nvPr/>
          </p:nvSpPr>
          <p:spPr>
            <a:xfrm>
              <a:off x="1750150" y="1772146"/>
              <a:ext cx="71342" cy="67158"/>
            </a:xfrm>
            <a:custGeom>
              <a:rect b="b" l="l" r="r" t="t"/>
              <a:pathLst>
                <a:path extrusionOk="0" h="3120" w="3314">
                  <a:moveTo>
                    <a:pt x="1680" y="1"/>
                  </a:moveTo>
                  <a:cubicBezTo>
                    <a:pt x="955" y="1"/>
                    <a:pt x="288" y="540"/>
                    <a:pt x="152" y="1272"/>
                  </a:cubicBezTo>
                  <a:cubicBezTo>
                    <a:pt x="0" y="2153"/>
                    <a:pt x="578" y="2943"/>
                    <a:pt x="1429" y="3095"/>
                  </a:cubicBezTo>
                  <a:cubicBezTo>
                    <a:pt x="1521" y="3112"/>
                    <a:pt x="1612" y="3120"/>
                    <a:pt x="1703" y="3120"/>
                  </a:cubicBezTo>
                  <a:cubicBezTo>
                    <a:pt x="2449" y="3120"/>
                    <a:pt x="3117" y="2581"/>
                    <a:pt x="3252" y="1849"/>
                  </a:cubicBezTo>
                  <a:cubicBezTo>
                    <a:pt x="3313" y="1484"/>
                    <a:pt x="3252" y="1150"/>
                    <a:pt x="3100" y="876"/>
                  </a:cubicBezTo>
                  <a:cubicBezTo>
                    <a:pt x="2948" y="968"/>
                    <a:pt x="2827" y="1120"/>
                    <a:pt x="2675" y="1241"/>
                  </a:cubicBezTo>
                  <a:cubicBezTo>
                    <a:pt x="2553" y="1393"/>
                    <a:pt x="2401" y="1545"/>
                    <a:pt x="2219" y="1575"/>
                  </a:cubicBezTo>
                  <a:cubicBezTo>
                    <a:pt x="2177" y="1596"/>
                    <a:pt x="2131" y="1606"/>
                    <a:pt x="2084" y="1606"/>
                  </a:cubicBezTo>
                  <a:cubicBezTo>
                    <a:pt x="1926" y="1606"/>
                    <a:pt x="1763" y="1496"/>
                    <a:pt x="1763" y="1332"/>
                  </a:cubicBezTo>
                  <a:cubicBezTo>
                    <a:pt x="1763" y="1272"/>
                    <a:pt x="1763" y="1180"/>
                    <a:pt x="1793" y="1120"/>
                  </a:cubicBezTo>
                  <a:cubicBezTo>
                    <a:pt x="1945" y="846"/>
                    <a:pt x="2189" y="390"/>
                    <a:pt x="2493" y="208"/>
                  </a:cubicBezTo>
                  <a:cubicBezTo>
                    <a:pt x="2341" y="147"/>
                    <a:pt x="2128" y="56"/>
                    <a:pt x="1945" y="25"/>
                  </a:cubicBezTo>
                  <a:cubicBezTo>
                    <a:pt x="1857" y="9"/>
                    <a:pt x="1768" y="1"/>
                    <a:pt x="1680" y="1"/>
                  </a:cubicBezTo>
                  <a:close/>
                </a:path>
              </a:pathLst>
            </a:custGeom>
            <a:solidFill>
              <a:srgbClr val="0C0C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6"/>
            <p:cNvSpPr/>
            <p:nvPr/>
          </p:nvSpPr>
          <p:spPr>
            <a:xfrm>
              <a:off x="1812507" y="1800075"/>
              <a:ext cx="673327" cy="361855"/>
            </a:xfrm>
            <a:custGeom>
              <a:rect b="b" l="l" r="r" t="t"/>
              <a:pathLst>
                <a:path extrusionOk="0" h="8122" w="14439">
                  <a:moveTo>
                    <a:pt x="2596" y="1"/>
                  </a:moveTo>
                  <a:cubicBezTo>
                    <a:pt x="1763" y="1"/>
                    <a:pt x="0" y="1419"/>
                    <a:pt x="0" y="1758"/>
                  </a:cubicBezTo>
                  <a:lnTo>
                    <a:pt x="0" y="1849"/>
                  </a:lnTo>
                  <a:cubicBezTo>
                    <a:pt x="31" y="2245"/>
                    <a:pt x="456" y="3096"/>
                    <a:pt x="942" y="3248"/>
                  </a:cubicBezTo>
                  <a:cubicBezTo>
                    <a:pt x="1429" y="3400"/>
                    <a:pt x="5076" y="4068"/>
                    <a:pt x="7599" y="5041"/>
                  </a:cubicBezTo>
                  <a:cubicBezTo>
                    <a:pt x="9514" y="5801"/>
                    <a:pt x="12098" y="7412"/>
                    <a:pt x="13314" y="7959"/>
                  </a:cubicBezTo>
                  <a:cubicBezTo>
                    <a:pt x="13549" y="8077"/>
                    <a:pt x="13767" y="8121"/>
                    <a:pt x="13895" y="8121"/>
                  </a:cubicBezTo>
                  <a:cubicBezTo>
                    <a:pt x="13932" y="8121"/>
                    <a:pt x="13962" y="8118"/>
                    <a:pt x="13982" y="8111"/>
                  </a:cubicBezTo>
                  <a:cubicBezTo>
                    <a:pt x="14438" y="7868"/>
                    <a:pt x="8146" y="1637"/>
                    <a:pt x="2766" y="26"/>
                  </a:cubicBezTo>
                  <a:cubicBezTo>
                    <a:pt x="2715" y="9"/>
                    <a:pt x="2658" y="1"/>
                    <a:pt x="2596" y="1"/>
                  </a:cubicBezTo>
                  <a:close/>
                </a:path>
              </a:pathLst>
            </a:custGeom>
            <a:solidFill>
              <a:srgbClr val="A3A2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6"/>
            <p:cNvSpPr/>
            <p:nvPr/>
          </p:nvSpPr>
          <p:spPr>
            <a:xfrm>
              <a:off x="1809663" y="1800075"/>
              <a:ext cx="676171" cy="361855"/>
            </a:xfrm>
            <a:custGeom>
              <a:rect b="b" l="l" r="r" t="t"/>
              <a:pathLst>
                <a:path extrusionOk="0" h="8122" w="14500">
                  <a:moveTo>
                    <a:pt x="2626" y="1"/>
                  </a:moveTo>
                  <a:cubicBezTo>
                    <a:pt x="1790" y="1"/>
                    <a:pt x="0" y="1419"/>
                    <a:pt x="0" y="1758"/>
                  </a:cubicBezTo>
                  <a:lnTo>
                    <a:pt x="0" y="1849"/>
                  </a:lnTo>
                  <a:cubicBezTo>
                    <a:pt x="1034" y="2032"/>
                    <a:pt x="4985" y="2792"/>
                    <a:pt x="8025" y="4372"/>
                  </a:cubicBezTo>
                  <a:cubicBezTo>
                    <a:pt x="10457" y="5679"/>
                    <a:pt x="12280" y="7199"/>
                    <a:pt x="13375" y="7959"/>
                  </a:cubicBezTo>
                  <a:cubicBezTo>
                    <a:pt x="13610" y="8077"/>
                    <a:pt x="13828" y="8121"/>
                    <a:pt x="13956" y="8121"/>
                  </a:cubicBezTo>
                  <a:cubicBezTo>
                    <a:pt x="13993" y="8121"/>
                    <a:pt x="14023" y="8118"/>
                    <a:pt x="14043" y="8111"/>
                  </a:cubicBezTo>
                  <a:cubicBezTo>
                    <a:pt x="14499" y="7868"/>
                    <a:pt x="8207" y="1637"/>
                    <a:pt x="2797" y="26"/>
                  </a:cubicBezTo>
                  <a:cubicBezTo>
                    <a:pt x="2746" y="9"/>
                    <a:pt x="2689" y="1"/>
                    <a:pt x="2626" y="1"/>
                  </a:cubicBezTo>
                  <a:close/>
                </a:path>
              </a:pathLst>
            </a:custGeom>
            <a:solidFill>
              <a:srgbClr val="B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6"/>
            <p:cNvSpPr/>
            <p:nvPr/>
          </p:nvSpPr>
          <p:spPr>
            <a:xfrm>
              <a:off x="1700755" y="2623670"/>
              <a:ext cx="524713" cy="253463"/>
            </a:xfrm>
            <a:custGeom>
              <a:rect b="b" l="l" r="r" t="t"/>
              <a:pathLst>
                <a:path extrusionOk="0" h="8208" w="16992">
                  <a:moveTo>
                    <a:pt x="16962" y="0"/>
                  </a:moveTo>
                  <a:lnTo>
                    <a:pt x="16962" y="0"/>
                  </a:lnTo>
                  <a:cubicBezTo>
                    <a:pt x="16262" y="31"/>
                    <a:pt x="15503" y="517"/>
                    <a:pt x="14925" y="669"/>
                  </a:cubicBezTo>
                  <a:cubicBezTo>
                    <a:pt x="14256" y="882"/>
                    <a:pt x="13436" y="669"/>
                    <a:pt x="12828" y="1064"/>
                  </a:cubicBezTo>
                  <a:cubicBezTo>
                    <a:pt x="12615" y="1216"/>
                    <a:pt x="12433" y="1459"/>
                    <a:pt x="12159" y="1581"/>
                  </a:cubicBezTo>
                  <a:cubicBezTo>
                    <a:pt x="11994" y="1660"/>
                    <a:pt x="11815" y="1688"/>
                    <a:pt x="11629" y="1688"/>
                  </a:cubicBezTo>
                  <a:cubicBezTo>
                    <a:pt x="11199" y="1688"/>
                    <a:pt x="10733" y="1541"/>
                    <a:pt x="10322" y="1541"/>
                  </a:cubicBezTo>
                  <a:cubicBezTo>
                    <a:pt x="10091" y="1541"/>
                    <a:pt x="9877" y="1587"/>
                    <a:pt x="9697" y="1733"/>
                  </a:cubicBezTo>
                  <a:cubicBezTo>
                    <a:pt x="9484" y="1885"/>
                    <a:pt x="9423" y="2128"/>
                    <a:pt x="9241" y="2280"/>
                  </a:cubicBezTo>
                  <a:cubicBezTo>
                    <a:pt x="9040" y="2447"/>
                    <a:pt x="8807" y="2502"/>
                    <a:pt x="8558" y="2502"/>
                  </a:cubicBezTo>
                  <a:cubicBezTo>
                    <a:pt x="8091" y="2502"/>
                    <a:pt x="7568" y="2311"/>
                    <a:pt x="7090" y="2311"/>
                  </a:cubicBezTo>
                  <a:cubicBezTo>
                    <a:pt x="6895" y="2311"/>
                    <a:pt x="6708" y="2343"/>
                    <a:pt x="6536" y="2432"/>
                  </a:cubicBezTo>
                  <a:cubicBezTo>
                    <a:pt x="6262" y="2554"/>
                    <a:pt x="6050" y="2797"/>
                    <a:pt x="5776" y="2888"/>
                  </a:cubicBezTo>
                  <a:cubicBezTo>
                    <a:pt x="5675" y="2919"/>
                    <a:pt x="5571" y="2928"/>
                    <a:pt x="5467" y="2928"/>
                  </a:cubicBezTo>
                  <a:cubicBezTo>
                    <a:pt x="5319" y="2928"/>
                    <a:pt x="5169" y="2910"/>
                    <a:pt x="5024" y="2910"/>
                  </a:cubicBezTo>
                  <a:cubicBezTo>
                    <a:pt x="4874" y="2910"/>
                    <a:pt x="4728" y="2929"/>
                    <a:pt x="4591" y="3010"/>
                  </a:cubicBezTo>
                  <a:cubicBezTo>
                    <a:pt x="4256" y="3192"/>
                    <a:pt x="4135" y="3769"/>
                    <a:pt x="3770" y="3921"/>
                  </a:cubicBezTo>
                  <a:cubicBezTo>
                    <a:pt x="3680" y="3944"/>
                    <a:pt x="3590" y="3950"/>
                    <a:pt x="3499" y="3950"/>
                  </a:cubicBezTo>
                  <a:cubicBezTo>
                    <a:pt x="3399" y="3950"/>
                    <a:pt x="3297" y="3943"/>
                    <a:pt x="3192" y="3943"/>
                  </a:cubicBezTo>
                  <a:cubicBezTo>
                    <a:pt x="3132" y="3943"/>
                    <a:pt x="3072" y="3945"/>
                    <a:pt x="3010" y="3952"/>
                  </a:cubicBezTo>
                  <a:cubicBezTo>
                    <a:pt x="2828" y="3982"/>
                    <a:pt x="2706" y="4104"/>
                    <a:pt x="2554" y="4225"/>
                  </a:cubicBezTo>
                  <a:cubicBezTo>
                    <a:pt x="2280" y="4408"/>
                    <a:pt x="2068" y="4590"/>
                    <a:pt x="1794" y="4772"/>
                  </a:cubicBezTo>
                  <a:cubicBezTo>
                    <a:pt x="1642" y="5016"/>
                    <a:pt x="1521" y="5228"/>
                    <a:pt x="1369" y="5502"/>
                  </a:cubicBezTo>
                  <a:cubicBezTo>
                    <a:pt x="852" y="6444"/>
                    <a:pt x="396" y="7326"/>
                    <a:pt x="1" y="8177"/>
                  </a:cubicBezTo>
                  <a:cubicBezTo>
                    <a:pt x="31" y="8207"/>
                    <a:pt x="122" y="8207"/>
                    <a:pt x="183" y="8207"/>
                  </a:cubicBezTo>
                  <a:cubicBezTo>
                    <a:pt x="639" y="8207"/>
                    <a:pt x="1095" y="7964"/>
                    <a:pt x="1399" y="7630"/>
                  </a:cubicBezTo>
                  <a:cubicBezTo>
                    <a:pt x="1612" y="7417"/>
                    <a:pt x="1794" y="7143"/>
                    <a:pt x="2068" y="6991"/>
                  </a:cubicBezTo>
                  <a:cubicBezTo>
                    <a:pt x="2247" y="6902"/>
                    <a:pt x="2444" y="6878"/>
                    <a:pt x="2646" y="6878"/>
                  </a:cubicBezTo>
                  <a:cubicBezTo>
                    <a:pt x="2867" y="6878"/>
                    <a:pt x="3095" y="6906"/>
                    <a:pt x="3316" y="6906"/>
                  </a:cubicBezTo>
                  <a:cubicBezTo>
                    <a:pt x="3440" y="6906"/>
                    <a:pt x="3562" y="6897"/>
                    <a:pt x="3679" y="6870"/>
                  </a:cubicBezTo>
                  <a:cubicBezTo>
                    <a:pt x="4408" y="6687"/>
                    <a:pt x="4864" y="5806"/>
                    <a:pt x="5624" y="5806"/>
                  </a:cubicBezTo>
                  <a:cubicBezTo>
                    <a:pt x="5867" y="5806"/>
                    <a:pt x="6050" y="5897"/>
                    <a:pt x="6232" y="5927"/>
                  </a:cubicBezTo>
                  <a:cubicBezTo>
                    <a:pt x="6325" y="5943"/>
                    <a:pt x="6418" y="5951"/>
                    <a:pt x="6510" y="5951"/>
                  </a:cubicBezTo>
                  <a:cubicBezTo>
                    <a:pt x="6961" y="5951"/>
                    <a:pt x="7393" y="5769"/>
                    <a:pt x="7721" y="5441"/>
                  </a:cubicBezTo>
                  <a:cubicBezTo>
                    <a:pt x="7843" y="5320"/>
                    <a:pt x="7934" y="5168"/>
                    <a:pt x="8086" y="5046"/>
                  </a:cubicBezTo>
                  <a:cubicBezTo>
                    <a:pt x="8231" y="4952"/>
                    <a:pt x="8384" y="4916"/>
                    <a:pt x="8541" y="4916"/>
                  </a:cubicBezTo>
                  <a:cubicBezTo>
                    <a:pt x="9030" y="4916"/>
                    <a:pt x="9563" y="5261"/>
                    <a:pt x="10044" y="5261"/>
                  </a:cubicBezTo>
                  <a:cubicBezTo>
                    <a:pt x="10154" y="5261"/>
                    <a:pt x="10262" y="5243"/>
                    <a:pt x="10366" y="5198"/>
                  </a:cubicBezTo>
                  <a:cubicBezTo>
                    <a:pt x="10791" y="5046"/>
                    <a:pt x="11034" y="4499"/>
                    <a:pt x="11490" y="4468"/>
                  </a:cubicBezTo>
                  <a:cubicBezTo>
                    <a:pt x="11503" y="4468"/>
                    <a:pt x="11516" y="4467"/>
                    <a:pt x="11529" y="4467"/>
                  </a:cubicBezTo>
                  <a:cubicBezTo>
                    <a:pt x="11896" y="4467"/>
                    <a:pt x="12239" y="4865"/>
                    <a:pt x="12607" y="4865"/>
                  </a:cubicBezTo>
                  <a:cubicBezTo>
                    <a:pt x="12620" y="4865"/>
                    <a:pt x="12633" y="4865"/>
                    <a:pt x="12645" y="4864"/>
                  </a:cubicBezTo>
                  <a:cubicBezTo>
                    <a:pt x="13010" y="4864"/>
                    <a:pt x="13253" y="4529"/>
                    <a:pt x="13618" y="4408"/>
                  </a:cubicBezTo>
                  <a:cubicBezTo>
                    <a:pt x="13717" y="4370"/>
                    <a:pt x="13819" y="4355"/>
                    <a:pt x="13925" y="4355"/>
                  </a:cubicBezTo>
                  <a:cubicBezTo>
                    <a:pt x="14241" y="4355"/>
                    <a:pt x="14583" y="4491"/>
                    <a:pt x="14925" y="4560"/>
                  </a:cubicBezTo>
                  <a:cubicBezTo>
                    <a:pt x="15062" y="4575"/>
                    <a:pt x="15206" y="4582"/>
                    <a:pt x="15351" y="4582"/>
                  </a:cubicBezTo>
                  <a:cubicBezTo>
                    <a:pt x="15495" y="4582"/>
                    <a:pt x="15639" y="4575"/>
                    <a:pt x="15776" y="4560"/>
                  </a:cubicBezTo>
                  <a:cubicBezTo>
                    <a:pt x="16536" y="2797"/>
                    <a:pt x="16992" y="1216"/>
                    <a:pt x="16962" y="0"/>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6"/>
            <p:cNvSpPr/>
            <p:nvPr/>
          </p:nvSpPr>
          <p:spPr>
            <a:xfrm>
              <a:off x="1626614" y="2915357"/>
              <a:ext cx="478733" cy="159928"/>
            </a:xfrm>
            <a:custGeom>
              <a:rect b="b" l="l" r="r" t="t"/>
              <a:pathLst>
                <a:path extrusionOk="0" h="5179" w="15503">
                  <a:moveTo>
                    <a:pt x="7963" y="0"/>
                  </a:moveTo>
                  <a:cubicBezTo>
                    <a:pt x="7424" y="0"/>
                    <a:pt x="7206" y="746"/>
                    <a:pt x="6688" y="919"/>
                  </a:cubicBezTo>
                  <a:cubicBezTo>
                    <a:pt x="6619" y="938"/>
                    <a:pt x="6549" y="946"/>
                    <a:pt x="6477" y="946"/>
                  </a:cubicBezTo>
                  <a:cubicBezTo>
                    <a:pt x="6071" y="946"/>
                    <a:pt x="5619" y="687"/>
                    <a:pt x="5207" y="687"/>
                  </a:cubicBezTo>
                  <a:cubicBezTo>
                    <a:pt x="5110" y="687"/>
                    <a:pt x="5016" y="701"/>
                    <a:pt x="4925" y="737"/>
                  </a:cubicBezTo>
                  <a:cubicBezTo>
                    <a:pt x="4347" y="919"/>
                    <a:pt x="4317" y="1710"/>
                    <a:pt x="3739" y="1953"/>
                  </a:cubicBezTo>
                  <a:cubicBezTo>
                    <a:pt x="3626" y="1993"/>
                    <a:pt x="3509" y="2006"/>
                    <a:pt x="3390" y="2006"/>
                  </a:cubicBezTo>
                  <a:cubicBezTo>
                    <a:pt x="3197" y="2006"/>
                    <a:pt x="3000" y="1972"/>
                    <a:pt x="2812" y="1972"/>
                  </a:cubicBezTo>
                  <a:cubicBezTo>
                    <a:pt x="2680" y="1972"/>
                    <a:pt x="2552" y="1989"/>
                    <a:pt x="2432" y="2044"/>
                  </a:cubicBezTo>
                  <a:cubicBezTo>
                    <a:pt x="1976" y="2287"/>
                    <a:pt x="1915" y="2925"/>
                    <a:pt x="1460" y="3108"/>
                  </a:cubicBezTo>
                  <a:cubicBezTo>
                    <a:pt x="1308" y="3199"/>
                    <a:pt x="1125" y="3199"/>
                    <a:pt x="912" y="3199"/>
                  </a:cubicBezTo>
                  <a:lnTo>
                    <a:pt x="548" y="3199"/>
                  </a:lnTo>
                  <a:cubicBezTo>
                    <a:pt x="274" y="4020"/>
                    <a:pt x="122" y="4688"/>
                    <a:pt x="1" y="5175"/>
                  </a:cubicBezTo>
                  <a:cubicBezTo>
                    <a:pt x="40" y="5177"/>
                    <a:pt x="79" y="5178"/>
                    <a:pt x="118" y="5178"/>
                  </a:cubicBezTo>
                  <a:cubicBezTo>
                    <a:pt x="539" y="5178"/>
                    <a:pt x="977" y="5035"/>
                    <a:pt x="1338" y="4840"/>
                  </a:cubicBezTo>
                  <a:cubicBezTo>
                    <a:pt x="1672" y="4628"/>
                    <a:pt x="1976" y="4324"/>
                    <a:pt x="2402" y="4263"/>
                  </a:cubicBezTo>
                  <a:cubicBezTo>
                    <a:pt x="2489" y="4245"/>
                    <a:pt x="2578" y="4237"/>
                    <a:pt x="2667" y="4237"/>
                  </a:cubicBezTo>
                  <a:cubicBezTo>
                    <a:pt x="3179" y="4237"/>
                    <a:pt x="3721" y="4489"/>
                    <a:pt x="4226" y="4489"/>
                  </a:cubicBezTo>
                  <a:cubicBezTo>
                    <a:pt x="4371" y="4489"/>
                    <a:pt x="4514" y="4469"/>
                    <a:pt x="4651" y="4415"/>
                  </a:cubicBezTo>
                  <a:cubicBezTo>
                    <a:pt x="5137" y="4232"/>
                    <a:pt x="5441" y="3624"/>
                    <a:pt x="6019" y="3564"/>
                  </a:cubicBezTo>
                  <a:cubicBezTo>
                    <a:pt x="6059" y="3558"/>
                    <a:pt x="6099" y="3556"/>
                    <a:pt x="6138" y="3556"/>
                  </a:cubicBezTo>
                  <a:cubicBezTo>
                    <a:pt x="6535" y="3556"/>
                    <a:pt x="6847" y="3820"/>
                    <a:pt x="7235" y="3959"/>
                  </a:cubicBezTo>
                  <a:cubicBezTo>
                    <a:pt x="7432" y="4035"/>
                    <a:pt x="7660" y="4073"/>
                    <a:pt x="7888" y="4073"/>
                  </a:cubicBezTo>
                  <a:cubicBezTo>
                    <a:pt x="8116" y="4073"/>
                    <a:pt x="8344" y="4035"/>
                    <a:pt x="8542" y="3959"/>
                  </a:cubicBezTo>
                  <a:cubicBezTo>
                    <a:pt x="8998" y="3807"/>
                    <a:pt x="9393" y="3472"/>
                    <a:pt x="9879" y="3412"/>
                  </a:cubicBezTo>
                  <a:cubicBezTo>
                    <a:pt x="9914" y="3409"/>
                    <a:pt x="9949" y="3407"/>
                    <a:pt x="9984" y="3407"/>
                  </a:cubicBezTo>
                  <a:cubicBezTo>
                    <a:pt x="10569" y="3407"/>
                    <a:pt x="11151" y="3791"/>
                    <a:pt x="11683" y="3791"/>
                  </a:cubicBezTo>
                  <a:cubicBezTo>
                    <a:pt x="11783" y="3791"/>
                    <a:pt x="11881" y="3778"/>
                    <a:pt x="11976" y="3746"/>
                  </a:cubicBezTo>
                  <a:cubicBezTo>
                    <a:pt x="12432" y="3594"/>
                    <a:pt x="12676" y="3138"/>
                    <a:pt x="13101" y="3017"/>
                  </a:cubicBezTo>
                  <a:cubicBezTo>
                    <a:pt x="13158" y="3008"/>
                    <a:pt x="13213" y="3005"/>
                    <a:pt x="13266" y="3005"/>
                  </a:cubicBezTo>
                  <a:cubicBezTo>
                    <a:pt x="13412" y="3005"/>
                    <a:pt x="13545" y="3033"/>
                    <a:pt x="13679" y="3077"/>
                  </a:cubicBezTo>
                  <a:cubicBezTo>
                    <a:pt x="14256" y="2257"/>
                    <a:pt x="14894" y="1254"/>
                    <a:pt x="15502" y="251"/>
                  </a:cubicBezTo>
                  <a:cubicBezTo>
                    <a:pt x="15368" y="156"/>
                    <a:pt x="15203" y="116"/>
                    <a:pt x="15024" y="116"/>
                  </a:cubicBezTo>
                  <a:cubicBezTo>
                    <a:pt x="14800" y="116"/>
                    <a:pt x="14554" y="179"/>
                    <a:pt x="14317" y="281"/>
                  </a:cubicBezTo>
                  <a:cubicBezTo>
                    <a:pt x="13952" y="463"/>
                    <a:pt x="13557" y="737"/>
                    <a:pt x="13162" y="798"/>
                  </a:cubicBezTo>
                  <a:cubicBezTo>
                    <a:pt x="13080" y="811"/>
                    <a:pt x="12999" y="817"/>
                    <a:pt x="12918" y="817"/>
                  </a:cubicBezTo>
                  <a:cubicBezTo>
                    <a:pt x="12459" y="817"/>
                    <a:pt x="12016" y="618"/>
                    <a:pt x="11551" y="463"/>
                  </a:cubicBezTo>
                  <a:cubicBezTo>
                    <a:pt x="11262" y="361"/>
                    <a:pt x="10944" y="278"/>
                    <a:pt x="10640" y="278"/>
                  </a:cubicBezTo>
                  <a:cubicBezTo>
                    <a:pt x="10401" y="278"/>
                    <a:pt x="10171" y="330"/>
                    <a:pt x="9970" y="463"/>
                  </a:cubicBezTo>
                  <a:cubicBezTo>
                    <a:pt x="9788" y="585"/>
                    <a:pt x="9636" y="767"/>
                    <a:pt x="9393" y="798"/>
                  </a:cubicBezTo>
                  <a:cubicBezTo>
                    <a:pt x="9366" y="802"/>
                    <a:pt x="9339" y="805"/>
                    <a:pt x="9313" y="805"/>
                  </a:cubicBezTo>
                  <a:cubicBezTo>
                    <a:pt x="8847" y="805"/>
                    <a:pt x="8574" y="65"/>
                    <a:pt x="8055" y="7"/>
                  </a:cubicBezTo>
                  <a:cubicBezTo>
                    <a:pt x="8024" y="3"/>
                    <a:pt x="7993" y="0"/>
                    <a:pt x="7963" y="0"/>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6"/>
            <p:cNvSpPr/>
            <p:nvPr/>
          </p:nvSpPr>
          <p:spPr>
            <a:xfrm>
              <a:off x="1409810" y="3677707"/>
              <a:ext cx="285362" cy="400853"/>
            </a:xfrm>
            <a:custGeom>
              <a:rect b="b" l="l" r="r" t="t"/>
              <a:pathLst>
                <a:path extrusionOk="0" h="12981" w="9241">
                  <a:moveTo>
                    <a:pt x="2097" y="1"/>
                  </a:moveTo>
                  <a:lnTo>
                    <a:pt x="2097" y="1"/>
                  </a:lnTo>
                  <a:cubicBezTo>
                    <a:pt x="790" y="6931"/>
                    <a:pt x="0" y="12888"/>
                    <a:pt x="1641" y="12979"/>
                  </a:cubicBezTo>
                  <a:cubicBezTo>
                    <a:pt x="1656" y="12980"/>
                    <a:pt x="1670" y="12980"/>
                    <a:pt x="1685" y="12980"/>
                  </a:cubicBezTo>
                  <a:cubicBezTo>
                    <a:pt x="3632" y="12980"/>
                    <a:pt x="4675" y="8896"/>
                    <a:pt x="7933" y="3314"/>
                  </a:cubicBezTo>
                  <a:cubicBezTo>
                    <a:pt x="8329" y="2675"/>
                    <a:pt x="8754" y="1885"/>
                    <a:pt x="9240" y="973"/>
                  </a:cubicBezTo>
                  <a:lnTo>
                    <a:pt x="9240" y="973"/>
                  </a:lnTo>
                  <a:cubicBezTo>
                    <a:pt x="8299" y="2200"/>
                    <a:pt x="5829" y="5330"/>
                    <a:pt x="4097" y="5330"/>
                  </a:cubicBezTo>
                  <a:cubicBezTo>
                    <a:pt x="3984" y="5330"/>
                    <a:pt x="3875" y="5317"/>
                    <a:pt x="3769" y="5289"/>
                  </a:cubicBezTo>
                  <a:cubicBezTo>
                    <a:pt x="2006" y="4833"/>
                    <a:pt x="1945" y="2493"/>
                    <a:pt x="2097" y="1"/>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6"/>
            <p:cNvSpPr/>
            <p:nvPr/>
          </p:nvSpPr>
          <p:spPr>
            <a:xfrm>
              <a:off x="1563713" y="3318240"/>
              <a:ext cx="320102" cy="135316"/>
            </a:xfrm>
            <a:custGeom>
              <a:rect b="b" l="l" r="r" t="t"/>
              <a:pathLst>
                <a:path extrusionOk="0" h="4382" w="10366">
                  <a:moveTo>
                    <a:pt x="10366" y="0"/>
                  </a:moveTo>
                  <a:cubicBezTo>
                    <a:pt x="9940" y="61"/>
                    <a:pt x="9545" y="152"/>
                    <a:pt x="9332" y="152"/>
                  </a:cubicBezTo>
                  <a:cubicBezTo>
                    <a:pt x="9143" y="152"/>
                    <a:pt x="8956" y="150"/>
                    <a:pt x="8773" y="150"/>
                  </a:cubicBezTo>
                  <a:cubicBezTo>
                    <a:pt x="8221" y="150"/>
                    <a:pt x="7691" y="167"/>
                    <a:pt x="7144" y="304"/>
                  </a:cubicBezTo>
                  <a:cubicBezTo>
                    <a:pt x="6749" y="426"/>
                    <a:pt x="6384" y="608"/>
                    <a:pt x="5989" y="608"/>
                  </a:cubicBezTo>
                  <a:cubicBezTo>
                    <a:pt x="5320" y="608"/>
                    <a:pt x="4695" y="129"/>
                    <a:pt x="4058" y="129"/>
                  </a:cubicBezTo>
                  <a:cubicBezTo>
                    <a:pt x="3942" y="129"/>
                    <a:pt x="3826" y="145"/>
                    <a:pt x="3709" y="182"/>
                  </a:cubicBezTo>
                  <a:cubicBezTo>
                    <a:pt x="3041" y="365"/>
                    <a:pt x="2767" y="1155"/>
                    <a:pt x="2281" y="1672"/>
                  </a:cubicBezTo>
                  <a:cubicBezTo>
                    <a:pt x="1703" y="2189"/>
                    <a:pt x="913" y="2310"/>
                    <a:pt x="275" y="2736"/>
                  </a:cubicBezTo>
                  <a:cubicBezTo>
                    <a:pt x="183" y="2766"/>
                    <a:pt x="123" y="2857"/>
                    <a:pt x="62" y="2918"/>
                  </a:cubicBezTo>
                  <a:cubicBezTo>
                    <a:pt x="1" y="3100"/>
                    <a:pt x="183" y="3283"/>
                    <a:pt x="366" y="3374"/>
                  </a:cubicBezTo>
                  <a:cubicBezTo>
                    <a:pt x="599" y="3476"/>
                    <a:pt x="846" y="3508"/>
                    <a:pt x="1101" y="3508"/>
                  </a:cubicBezTo>
                  <a:cubicBezTo>
                    <a:pt x="1496" y="3508"/>
                    <a:pt x="1910" y="3433"/>
                    <a:pt x="2322" y="3433"/>
                  </a:cubicBezTo>
                  <a:cubicBezTo>
                    <a:pt x="2512" y="3433"/>
                    <a:pt x="2702" y="3449"/>
                    <a:pt x="2889" y="3496"/>
                  </a:cubicBezTo>
                  <a:cubicBezTo>
                    <a:pt x="3527" y="3648"/>
                    <a:pt x="4013" y="4164"/>
                    <a:pt x="4682" y="4316"/>
                  </a:cubicBezTo>
                  <a:cubicBezTo>
                    <a:pt x="4828" y="4371"/>
                    <a:pt x="4996" y="4382"/>
                    <a:pt x="5172" y="4382"/>
                  </a:cubicBezTo>
                  <a:cubicBezTo>
                    <a:pt x="5290" y="4382"/>
                    <a:pt x="5411" y="4377"/>
                    <a:pt x="5533" y="4377"/>
                  </a:cubicBezTo>
                  <a:lnTo>
                    <a:pt x="8269" y="4255"/>
                  </a:lnTo>
                  <a:lnTo>
                    <a:pt x="8390" y="4255"/>
                  </a:lnTo>
                  <a:cubicBezTo>
                    <a:pt x="9059" y="2796"/>
                    <a:pt x="9758" y="1368"/>
                    <a:pt x="10366" y="0"/>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6"/>
            <p:cNvSpPr/>
            <p:nvPr/>
          </p:nvSpPr>
          <p:spPr>
            <a:xfrm>
              <a:off x="1535582" y="3496569"/>
              <a:ext cx="263777" cy="131425"/>
            </a:xfrm>
            <a:custGeom>
              <a:rect b="b" l="l" r="r" t="t"/>
              <a:pathLst>
                <a:path extrusionOk="0" h="4256" w="8542">
                  <a:moveTo>
                    <a:pt x="8541" y="0"/>
                  </a:moveTo>
                  <a:lnTo>
                    <a:pt x="8541" y="0"/>
                  </a:lnTo>
                  <a:cubicBezTo>
                    <a:pt x="8116" y="31"/>
                    <a:pt x="7721" y="183"/>
                    <a:pt x="7447" y="243"/>
                  </a:cubicBezTo>
                  <a:cubicBezTo>
                    <a:pt x="7174" y="365"/>
                    <a:pt x="6961" y="547"/>
                    <a:pt x="6687" y="699"/>
                  </a:cubicBezTo>
                  <a:cubicBezTo>
                    <a:pt x="5623" y="1368"/>
                    <a:pt x="4286" y="1398"/>
                    <a:pt x="3070" y="1581"/>
                  </a:cubicBezTo>
                  <a:cubicBezTo>
                    <a:pt x="1854" y="1824"/>
                    <a:pt x="486" y="2310"/>
                    <a:pt x="0" y="3435"/>
                  </a:cubicBezTo>
                  <a:cubicBezTo>
                    <a:pt x="730" y="3678"/>
                    <a:pt x="1398" y="3891"/>
                    <a:pt x="2097" y="4134"/>
                  </a:cubicBezTo>
                  <a:cubicBezTo>
                    <a:pt x="2310" y="4195"/>
                    <a:pt x="2553" y="4256"/>
                    <a:pt x="2766" y="4256"/>
                  </a:cubicBezTo>
                  <a:cubicBezTo>
                    <a:pt x="3252" y="4195"/>
                    <a:pt x="3648" y="3800"/>
                    <a:pt x="4104" y="3678"/>
                  </a:cubicBezTo>
                  <a:cubicBezTo>
                    <a:pt x="4219" y="3649"/>
                    <a:pt x="4338" y="3639"/>
                    <a:pt x="4458" y="3639"/>
                  </a:cubicBezTo>
                  <a:cubicBezTo>
                    <a:pt x="4716" y="3639"/>
                    <a:pt x="4979" y="3688"/>
                    <a:pt x="5228" y="3708"/>
                  </a:cubicBezTo>
                  <a:cubicBezTo>
                    <a:pt x="5487" y="3754"/>
                    <a:pt x="5737" y="3777"/>
                    <a:pt x="5984" y="3777"/>
                  </a:cubicBezTo>
                  <a:cubicBezTo>
                    <a:pt x="6231" y="3777"/>
                    <a:pt x="6474" y="3754"/>
                    <a:pt x="6718" y="3708"/>
                  </a:cubicBezTo>
                  <a:cubicBezTo>
                    <a:pt x="7325" y="2523"/>
                    <a:pt x="7933" y="1277"/>
                    <a:pt x="8541" y="0"/>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6"/>
            <p:cNvSpPr/>
            <p:nvPr/>
          </p:nvSpPr>
          <p:spPr>
            <a:xfrm>
              <a:off x="1489572" y="3742462"/>
              <a:ext cx="31" cy="1915"/>
            </a:xfrm>
            <a:custGeom>
              <a:rect b="b" l="l" r="r" t="t"/>
              <a:pathLst>
                <a:path extrusionOk="0" fill="none" h="62" w="1">
                  <a:moveTo>
                    <a:pt x="1" y="1"/>
                  </a:moveTo>
                  <a:lnTo>
                    <a:pt x="1" y="62"/>
                  </a:lnTo>
                  <a:close/>
                </a:path>
              </a:pathLst>
            </a:custGeom>
            <a:noFill/>
            <a:ln cap="flat" cmpd="sng" w="4550">
              <a:solidFill>
                <a:srgbClr val="000000"/>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6"/>
            <p:cNvSpPr/>
            <p:nvPr/>
          </p:nvSpPr>
          <p:spPr>
            <a:xfrm>
              <a:off x="1309360" y="3699292"/>
              <a:ext cx="180247" cy="334214"/>
            </a:xfrm>
            <a:custGeom>
              <a:rect b="b" l="l" r="r" t="t"/>
              <a:pathLst>
                <a:path extrusionOk="0" h="10823" w="5837">
                  <a:moveTo>
                    <a:pt x="973" y="1"/>
                  </a:moveTo>
                  <a:lnTo>
                    <a:pt x="973" y="1"/>
                  </a:lnTo>
                  <a:cubicBezTo>
                    <a:pt x="1" y="6171"/>
                    <a:pt x="31" y="10335"/>
                    <a:pt x="609" y="10730"/>
                  </a:cubicBezTo>
                  <a:cubicBezTo>
                    <a:pt x="692" y="10788"/>
                    <a:pt x="791" y="10822"/>
                    <a:pt x="905" y="10822"/>
                  </a:cubicBezTo>
                  <a:cubicBezTo>
                    <a:pt x="1749" y="10822"/>
                    <a:pt x="3428" y="8982"/>
                    <a:pt x="5837" y="1460"/>
                  </a:cubicBezTo>
                  <a:lnTo>
                    <a:pt x="5837" y="1460"/>
                  </a:lnTo>
                  <a:cubicBezTo>
                    <a:pt x="5655" y="1914"/>
                    <a:pt x="4268" y="5594"/>
                    <a:pt x="2635" y="5594"/>
                  </a:cubicBezTo>
                  <a:cubicBezTo>
                    <a:pt x="2628" y="5594"/>
                    <a:pt x="2621" y="5594"/>
                    <a:pt x="2615" y="5593"/>
                  </a:cubicBezTo>
                  <a:cubicBezTo>
                    <a:pt x="973" y="5502"/>
                    <a:pt x="639" y="2767"/>
                    <a:pt x="973" y="1"/>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6"/>
            <p:cNvSpPr/>
            <p:nvPr/>
          </p:nvSpPr>
          <p:spPr>
            <a:xfrm>
              <a:off x="1419198" y="3263800"/>
              <a:ext cx="87298" cy="109315"/>
            </a:xfrm>
            <a:custGeom>
              <a:rect b="b" l="l" r="r" t="t"/>
              <a:pathLst>
                <a:path extrusionOk="0" h="3540" w="2827">
                  <a:moveTo>
                    <a:pt x="882" y="0"/>
                  </a:moveTo>
                  <a:cubicBezTo>
                    <a:pt x="608" y="912"/>
                    <a:pt x="304" y="1915"/>
                    <a:pt x="0" y="2979"/>
                  </a:cubicBezTo>
                  <a:lnTo>
                    <a:pt x="912" y="3313"/>
                  </a:lnTo>
                  <a:cubicBezTo>
                    <a:pt x="1229" y="3427"/>
                    <a:pt x="1563" y="3540"/>
                    <a:pt x="1889" y="3540"/>
                  </a:cubicBezTo>
                  <a:cubicBezTo>
                    <a:pt x="2000" y="3540"/>
                    <a:pt x="2111" y="3527"/>
                    <a:pt x="2219" y="3496"/>
                  </a:cubicBezTo>
                  <a:cubicBezTo>
                    <a:pt x="2280" y="3496"/>
                    <a:pt x="2371" y="3465"/>
                    <a:pt x="2401" y="3435"/>
                  </a:cubicBezTo>
                  <a:cubicBezTo>
                    <a:pt x="2462" y="3344"/>
                    <a:pt x="2523" y="3252"/>
                    <a:pt x="2553" y="3131"/>
                  </a:cubicBezTo>
                  <a:cubicBezTo>
                    <a:pt x="2675" y="2736"/>
                    <a:pt x="2827" y="2341"/>
                    <a:pt x="2614" y="1945"/>
                  </a:cubicBezTo>
                  <a:cubicBezTo>
                    <a:pt x="2493" y="1702"/>
                    <a:pt x="2249" y="1611"/>
                    <a:pt x="2097" y="1368"/>
                  </a:cubicBezTo>
                  <a:cubicBezTo>
                    <a:pt x="2006" y="1246"/>
                    <a:pt x="1976" y="1125"/>
                    <a:pt x="1885" y="1003"/>
                  </a:cubicBezTo>
                  <a:cubicBezTo>
                    <a:pt x="1702" y="669"/>
                    <a:pt x="1337" y="426"/>
                    <a:pt x="1034" y="152"/>
                  </a:cubicBezTo>
                  <a:cubicBezTo>
                    <a:pt x="973" y="122"/>
                    <a:pt x="912" y="91"/>
                    <a:pt x="882" y="0"/>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6"/>
            <p:cNvSpPr/>
            <p:nvPr/>
          </p:nvSpPr>
          <p:spPr>
            <a:xfrm>
              <a:off x="1361917" y="3490918"/>
              <a:ext cx="102367" cy="116788"/>
            </a:xfrm>
            <a:custGeom>
              <a:rect b="b" l="l" r="r" t="t"/>
              <a:pathLst>
                <a:path extrusionOk="0" h="3782" w="3315">
                  <a:moveTo>
                    <a:pt x="670" y="1"/>
                  </a:moveTo>
                  <a:cubicBezTo>
                    <a:pt x="426" y="1065"/>
                    <a:pt x="183" y="2037"/>
                    <a:pt x="1" y="3040"/>
                  </a:cubicBezTo>
                  <a:cubicBezTo>
                    <a:pt x="882" y="3284"/>
                    <a:pt x="1703" y="3527"/>
                    <a:pt x="2585" y="3740"/>
                  </a:cubicBezTo>
                  <a:cubicBezTo>
                    <a:pt x="2668" y="3756"/>
                    <a:pt x="2760" y="3782"/>
                    <a:pt x="2851" y="3782"/>
                  </a:cubicBezTo>
                  <a:cubicBezTo>
                    <a:pt x="2927" y="3782"/>
                    <a:pt x="3002" y="3764"/>
                    <a:pt x="3071" y="3709"/>
                  </a:cubicBezTo>
                  <a:cubicBezTo>
                    <a:pt x="3314" y="3527"/>
                    <a:pt x="3192" y="3192"/>
                    <a:pt x="3253" y="2919"/>
                  </a:cubicBezTo>
                  <a:cubicBezTo>
                    <a:pt x="2949" y="2888"/>
                    <a:pt x="2706" y="2524"/>
                    <a:pt x="2585" y="2220"/>
                  </a:cubicBezTo>
                  <a:cubicBezTo>
                    <a:pt x="2463" y="1916"/>
                    <a:pt x="2433" y="1581"/>
                    <a:pt x="2250" y="1277"/>
                  </a:cubicBezTo>
                  <a:cubicBezTo>
                    <a:pt x="1946" y="822"/>
                    <a:pt x="1399" y="548"/>
                    <a:pt x="943" y="244"/>
                  </a:cubicBezTo>
                  <a:cubicBezTo>
                    <a:pt x="882" y="183"/>
                    <a:pt x="761" y="92"/>
                    <a:pt x="670" y="1"/>
                  </a:cubicBezTo>
                  <a:close/>
                </a:path>
              </a:pathLst>
            </a:custGeom>
            <a:solidFill>
              <a:srgbClr val="1A1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6"/>
            <p:cNvSpPr/>
            <p:nvPr/>
          </p:nvSpPr>
          <p:spPr>
            <a:xfrm>
              <a:off x="1409810" y="2488603"/>
              <a:ext cx="782839" cy="1590907"/>
            </a:xfrm>
            <a:custGeom>
              <a:rect b="b" l="l" r="r" t="t"/>
              <a:pathLst>
                <a:path extrusionOk="0" h="51519" w="25351">
                  <a:moveTo>
                    <a:pt x="23608" y="0"/>
                  </a:moveTo>
                  <a:cubicBezTo>
                    <a:pt x="23296" y="0"/>
                    <a:pt x="22964" y="43"/>
                    <a:pt x="22615" y="119"/>
                  </a:cubicBezTo>
                  <a:cubicBezTo>
                    <a:pt x="20517" y="453"/>
                    <a:pt x="14894" y="3159"/>
                    <a:pt x="11247" y="9238"/>
                  </a:cubicBezTo>
                  <a:cubicBezTo>
                    <a:pt x="11095" y="9450"/>
                    <a:pt x="10973" y="9724"/>
                    <a:pt x="10821" y="9967"/>
                  </a:cubicBezTo>
                  <a:cubicBezTo>
                    <a:pt x="10304" y="10909"/>
                    <a:pt x="9848" y="11791"/>
                    <a:pt x="9453" y="12612"/>
                  </a:cubicBezTo>
                  <a:cubicBezTo>
                    <a:pt x="8602" y="14435"/>
                    <a:pt x="8055" y="15925"/>
                    <a:pt x="7690" y="17049"/>
                  </a:cubicBezTo>
                  <a:cubicBezTo>
                    <a:pt x="7417" y="17900"/>
                    <a:pt x="7265" y="18539"/>
                    <a:pt x="7143" y="19025"/>
                  </a:cubicBezTo>
                  <a:cubicBezTo>
                    <a:pt x="7022" y="19724"/>
                    <a:pt x="6991" y="20058"/>
                    <a:pt x="6991" y="20058"/>
                  </a:cubicBezTo>
                  <a:cubicBezTo>
                    <a:pt x="6991" y="20058"/>
                    <a:pt x="4681" y="25499"/>
                    <a:pt x="2979" y="34071"/>
                  </a:cubicBezTo>
                  <a:cubicBezTo>
                    <a:pt x="2675" y="35560"/>
                    <a:pt x="2371" y="37080"/>
                    <a:pt x="2097" y="38569"/>
                  </a:cubicBezTo>
                  <a:cubicBezTo>
                    <a:pt x="790" y="45469"/>
                    <a:pt x="0" y="51457"/>
                    <a:pt x="1641" y="51518"/>
                  </a:cubicBezTo>
                  <a:cubicBezTo>
                    <a:pt x="1659" y="51519"/>
                    <a:pt x="1677" y="51519"/>
                    <a:pt x="1695" y="51519"/>
                  </a:cubicBezTo>
                  <a:cubicBezTo>
                    <a:pt x="2461" y="51519"/>
                    <a:pt x="3086" y="50884"/>
                    <a:pt x="3769" y="49755"/>
                  </a:cubicBezTo>
                  <a:cubicBezTo>
                    <a:pt x="2766" y="46472"/>
                    <a:pt x="3617" y="42855"/>
                    <a:pt x="4499" y="39512"/>
                  </a:cubicBezTo>
                  <a:cubicBezTo>
                    <a:pt x="5654" y="34983"/>
                    <a:pt x="6991" y="30515"/>
                    <a:pt x="8359" y="26016"/>
                  </a:cubicBezTo>
                  <a:cubicBezTo>
                    <a:pt x="8967" y="24040"/>
                    <a:pt x="9605" y="22034"/>
                    <a:pt x="10335" y="20058"/>
                  </a:cubicBezTo>
                  <a:cubicBezTo>
                    <a:pt x="10426" y="19846"/>
                    <a:pt x="10517" y="19572"/>
                    <a:pt x="10608" y="19329"/>
                  </a:cubicBezTo>
                  <a:cubicBezTo>
                    <a:pt x="13009" y="12885"/>
                    <a:pt x="16231" y="6776"/>
                    <a:pt x="21672" y="2703"/>
                  </a:cubicBezTo>
                  <a:cubicBezTo>
                    <a:pt x="22523" y="2003"/>
                    <a:pt x="23952" y="1152"/>
                    <a:pt x="25350" y="757"/>
                  </a:cubicBezTo>
                  <a:cubicBezTo>
                    <a:pt x="24889" y="213"/>
                    <a:pt x="24299" y="0"/>
                    <a:pt x="23608" y="0"/>
                  </a:cubicBezTo>
                  <a:close/>
                </a:path>
              </a:pathLst>
            </a:custGeom>
            <a:solidFill>
              <a:srgbClr val="B45F06"/>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5" name="Google Shape;555;p26"/>
          <p:cNvSpPr txBox="1"/>
          <p:nvPr/>
        </p:nvSpPr>
        <p:spPr>
          <a:xfrm>
            <a:off x="3412100" y="1140625"/>
            <a:ext cx="4691400" cy="205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He, K., Zhang, X., Ren, S., &amp; Sun, J. (2016). Deep residual learning for image recognition. In Proceedings of the IEEE Conference on Computer Vision and Pattern Recognition (CVPR) (pp. 770–778).</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Alswaitti, M., Zihao, L., Alomoush, W., Alrosan, A., &amp; Alissa, K. (2022, March). Effective classification of Birds’ species based on transfer learning. International Journal of Electrical and Computer Engineering (IJECE).</a:t>
            </a:r>
            <a:endParaRPr sz="1100"/>
          </a:p>
          <a:p>
            <a:pPr indent="0" lvl="0" marL="0" rtl="0" algn="l">
              <a:lnSpc>
                <a:spcPct val="115000"/>
              </a:lnSpc>
              <a:spcBef>
                <a:spcPts val="1200"/>
              </a:spcBef>
              <a:spcAft>
                <a:spcPts val="1200"/>
              </a:spcAft>
              <a:buNone/>
            </a:pPr>
            <a:r>
              <a:rPr lang="en" sz="1100">
                <a:solidFill>
                  <a:schemeClr val="dk1"/>
                </a:solidFill>
              </a:rPr>
              <a:t>Kumar, Akash. “Bird Species Classification.” </a:t>
            </a:r>
            <a:r>
              <a:rPr i="1" lang="en" sz="1100">
                <a:solidFill>
                  <a:schemeClr val="dk1"/>
                </a:solidFill>
              </a:rPr>
              <a:t>Kaggle</a:t>
            </a:r>
            <a:r>
              <a:rPr lang="en" sz="1100">
                <a:solidFill>
                  <a:schemeClr val="dk1"/>
                </a:solidFill>
              </a:rPr>
              <a:t>, 30 Sept. 2018, www.kaggle.com/datasets/akash2907/bird-species-classification. </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Bird Infographics by Slidesgo">
  <a:themeElements>
    <a:clrScheme name="Simple Light">
      <a:dk1>
        <a:srgbClr val="000000"/>
      </a:dk1>
      <a:lt1>
        <a:srgbClr val="FDFDFD"/>
      </a:lt1>
      <a:dk2>
        <a:srgbClr val="FDA530"/>
      </a:dk2>
      <a:lt2>
        <a:srgbClr val="F86734"/>
      </a:lt2>
      <a:accent1>
        <a:srgbClr val="E23B96"/>
      </a:accent1>
      <a:accent2>
        <a:srgbClr val="9B36DD"/>
      </a:accent2>
      <a:accent3>
        <a:srgbClr val="7968F0"/>
      </a:accent3>
      <a:accent4>
        <a:srgbClr val="3E45A2"/>
      </a:accent4>
      <a:accent5>
        <a:srgbClr val="161B61"/>
      </a:accent5>
      <a:accent6>
        <a:srgbClr val="D1D1D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